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png&amp;ehk=4y38Kaf30F"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9" r:id="rId1"/>
  </p:sldMasterIdLst>
  <p:notesMasterIdLst>
    <p:notesMasterId r:id="rId141"/>
  </p:notesMasterIdLst>
  <p:sldIdLst>
    <p:sldId id="345" r:id="rId2"/>
    <p:sldId id="468" r:id="rId3"/>
    <p:sldId id="442" r:id="rId4"/>
    <p:sldId id="307" r:id="rId5"/>
    <p:sldId id="310" r:id="rId6"/>
    <p:sldId id="311" r:id="rId7"/>
    <p:sldId id="313" r:id="rId8"/>
    <p:sldId id="350" r:id="rId9"/>
    <p:sldId id="344" r:id="rId10"/>
    <p:sldId id="357" r:id="rId11"/>
    <p:sldId id="358" r:id="rId12"/>
    <p:sldId id="359" r:id="rId13"/>
    <p:sldId id="360" r:id="rId14"/>
    <p:sldId id="361" r:id="rId15"/>
    <p:sldId id="366" r:id="rId16"/>
    <p:sldId id="365" r:id="rId17"/>
    <p:sldId id="368" r:id="rId18"/>
    <p:sldId id="460" r:id="rId19"/>
    <p:sldId id="369" r:id="rId20"/>
    <p:sldId id="461" r:id="rId21"/>
    <p:sldId id="722" r:id="rId22"/>
    <p:sldId id="462" r:id="rId23"/>
    <p:sldId id="463" r:id="rId24"/>
    <p:sldId id="371" r:id="rId25"/>
    <p:sldId id="372" r:id="rId26"/>
    <p:sldId id="373" r:id="rId27"/>
    <p:sldId id="374" r:id="rId28"/>
    <p:sldId id="464" r:id="rId29"/>
    <p:sldId id="465" r:id="rId30"/>
    <p:sldId id="466" r:id="rId31"/>
    <p:sldId id="285" r:id="rId32"/>
    <p:sldId id="375" r:id="rId33"/>
    <p:sldId id="376" r:id="rId34"/>
    <p:sldId id="377" r:id="rId35"/>
    <p:sldId id="467" r:id="rId36"/>
    <p:sldId id="736" r:id="rId37"/>
    <p:sldId id="379" r:id="rId38"/>
    <p:sldId id="472" r:id="rId39"/>
    <p:sldId id="381" r:id="rId40"/>
    <p:sldId id="474" r:id="rId41"/>
    <p:sldId id="382" r:id="rId42"/>
    <p:sldId id="380" r:id="rId43"/>
    <p:sldId id="473" r:id="rId44"/>
    <p:sldId id="383" r:id="rId45"/>
    <p:sldId id="384" r:id="rId46"/>
    <p:sldId id="385" r:id="rId47"/>
    <p:sldId id="386" r:id="rId48"/>
    <p:sldId id="725" r:id="rId49"/>
    <p:sldId id="726" r:id="rId50"/>
    <p:sldId id="727" r:id="rId51"/>
    <p:sldId id="723" r:id="rId52"/>
    <p:sldId id="724" r:id="rId53"/>
    <p:sldId id="728" r:id="rId54"/>
    <p:sldId id="388" r:id="rId55"/>
    <p:sldId id="730" r:id="rId56"/>
    <p:sldId id="389" r:id="rId57"/>
    <p:sldId id="391" r:id="rId58"/>
    <p:sldId id="729" r:id="rId59"/>
    <p:sldId id="392" r:id="rId60"/>
    <p:sldId id="393" r:id="rId61"/>
    <p:sldId id="394" r:id="rId62"/>
    <p:sldId id="395" r:id="rId63"/>
    <p:sldId id="396" r:id="rId64"/>
    <p:sldId id="397" r:id="rId65"/>
    <p:sldId id="398" r:id="rId66"/>
    <p:sldId id="399" r:id="rId67"/>
    <p:sldId id="400" r:id="rId68"/>
    <p:sldId id="401" r:id="rId69"/>
    <p:sldId id="402" r:id="rId70"/>
    <p:sldId id="403" r:id="rId71"/>
    <p:sldId id="404" r:id="rId72"/>
    <p:sldId id="405" r:id="rId73"/>
    <p:sldId id="406" r:id="rId74"/>
    <p:sldId id="407" r:id="rId75"/>
    <p:sldId id="408" r:id="rId76"/>
    <p:sldId id="409" r:id="rId77"/>
    <p:sldId id="734" r:id="rId78"/>
    <p:sldId id="410" r:id="rId79"/>
    <p:sldId id="411" r:id="rId80"/>
    <p:sldId id="412" r:id="rId81"/>
    <p:sldId id="435" r:id="rId82"/>
    <p:sldId id="413" r:id="rId83"/>
    <p:sldId id="414" r:id="rId84"/>
    <p:sldId id="469" r:id="rId85"/>
    <p:sldId id="264" r:id="rId86"/>
    <p:sldId id="476" r:id="rId87"/>
    <p:sldId id="258" r:id="rId88"/>
    <p:sldId id="496" r:id="rId89"/>
    <p:sldId id="448" r:id="rId90"/>
    <p:sldId id="301" r:id="rId91"/>
    <p:sldId id="354" r:id="rId92"/>
    <p:sldId id="445" r:id="rId93"/>
    <p:sldId id="444" r:id="rId94"/>
    <p:sldId id="498" r:id="rId95"/>
    <p:sldId id="453" r:id="rId96"/>
    <p:sldId id="719" r:id="rId97"/>
    <p:sldId id="471" r:id="rId98"/>
    <p:sldId id="278" r:id="rId99"/>
    <p:sldId id="271" r:id="rId100"/>
    <p:sldId id="279" r:id="rId101"/>
    <p:sldId id="280" r:id="rId102"/>
    <p:sldId id="276" r:id="rId103"/>
    <p:sldId id="273" r:id="rId104"/>
    <p:sldId id="283" r:id="rId105"/>
    <p:sldId id="289" r:id="rId106"/>
    <p:sldId id="292" r:id="rId107"/>
    <p:sldId id="293" r:id="rId108"/>
    <p:sldId id="295" r:id="rId109"/>
    <p:sldId id="296" r:id="rId110"/>
    <p:sldId id="277" r:id="rId111"/>
    <p:sldId id="298" r:id="rId112"/>
    <p:sldId id="735" r:id="rId113"/>
    <p:sldId id="505" r:id="rId114"/>
    <p:sldId id="712" r:id="rId115"/>
    <p:sldId id="713" r:id="rId116"/>
    <p:sldId id="706" r:id="rId117"/>
    <p:sldId id="731" r:id="rId118"/>
    <p:sldId id="506" r:id="rId119"/>
    <p:sldId id="507" r:id="rId120"/>
    <p:sldId id="720" r:id="rId121"/>
    <p:sldId id="509" r:id="rId122"/>
    <p:sldId id="513" r:id="rId123"/>
    <p:sldId id="732" r:id="rId124"/>
    <p:sldId id="514" r:id="rId125"/>
    <p:sldId id="540" r:id="rId126"/>
    <p:sldId id="539" r:id="rId127"/>
    <p:sldId id="481" r:id="rId128"/>
    <p:sldId id="520" r:id="rId129"/>
    <p:sldId id="543" r:id="rId130"/>
    <p:sldId id="707" r:id="rId131"/>
    <p:sldId id="544" r:id="rId132"/>
    <p:sldId id="522" r:id="rId133"/>
    <p:sldId id="709" r:id="rId134"/>
    <p:sldId id="524" r:id="rId135"/>
    <p:sldId id="525" r:id="rId136"/>
    <p:sldId id="721" r:id="rId137"/>
    <p:sldId id="733" r:id="rId138"/>
    <p:sldId id="738" r:id="rId139"/>
    <p:sldId id="737" r:id="rId1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74F125-9F26-46A5-B9BE-CF834EAA6574}">
          <p14:sldIdLst>
            <p14:sldId id="345"/>
            <p14:sldId id="468"/>
            <p14:sldId id="442"/>
            <p14:sldId id="307"/>
            <p14:sldId id="310"/>
            <p14:sldId id="311"/>
            <p14:sldId id="313"/>
            <p14:sldId id="350"/>
            <p14:sldId id="344"/>
            <p14:sldId id="357"/>
            <p14:sldId id="358"/>
            <p14:sldId id="359"/>
            <p14:sldId id="360"/>
            <p14:sldId id="361"/>
            <p14:sldId id="366"/>
            <p14:sldId id="365"/>
            <p14:sldId id="368"/>
            <p14:sldId id="460"/>
            <p14:sldId id="369"/>
            <p14:sldId id="461"/>
            <p14:sldId id="722"/>
            <p14:sldId id="462"/>
            <p14:sldId id="463"/>
            <p14:sldId id="371"/>
            <p14:sldId id="372"/>
            <p14:sldId id="373"/>
            <p14:sldId id="374"/>
            <p14:sldId id="464"/>
            <p14:sldId id="465"/>
            <p14:sldId id="466"/>
            <p14:sldId id="285"/>
            <p14:sldId id="375"/>
            <p14:sldId id="376"/>
            <p14:sldId id="377"/>
            <p14:sldId id="467"/>
            <p14:sldId id="736"/>
            <p14:sldId id="379"/>
            <p14:sldId id="472"/>
            <p14:sldId id="381"/>
            <p14:sldId id="474"/>
            <p14:sldId id="382"/>
            <p14:sldId id="380"/>
            <p14:sldId id="473"/>
            <p14:sldId id="383"/>
            <p14:sldId id="384"/>
            <p14:sldId id="385"/>
            <p14:sldId id="386"/>
            <p14:sldId id="725"/>
            <p14:sldId id="726"/>
            <p14:sldId id="727"/>
            <p14:sldId id="723"/>
            <p14:sldId id="724"/>
            <p14:sldId id="728"/>
            <p14:sldId id="388"/>
            <p14:sldId id="730"/>
            <p14:sldId id="389"/>
            <p14:sldId id="391"/>
            <p14:sldId id="729"/>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734"/>
            <p14:sldId id="410"/>
            <p14:sldId id="411"/>
            <p14:sldId id="412"/>
            <p14:sldId id="435"/>
            <p14:sldId id="413"/>
            <p14:sldId id="414"/>
            <p14:sldId id="469"/>
            <p14:sldId id="264"/>
            <p14:sldId id="476"/>
            <p14:sldId id="258"/>
            <p14:sldId id="496"/>
            <p14:sldId id="448"/>
            <p14:sldId id="301"/>
            <p14:sldId id="354"/>
            <p14:sldId id="445"/>
            <p14:sldId id="444"/>
            <p14:sldId id="498"/>
            <p14:sldId id="453"/>
            <p14:sldId id="719"/>
            <p14:sldId id="471"/>
            <p14:sldId id="278"/>
            <p14:sldId id="271"/>
            <p14:sldId id="279"/>
            <p14:sldId id="280"/>
            <p14:sldId id="276"/>
            <p14:sldId id="273"/>
            <p14:sldId id="283"/>
            <p14:sldId id="289"/>
            <p14:sldId id="292"/>
            <p14:sldId id="293"/>
            <p14:sldId id="295"/>
            <p14:sldId id="296"/>
            <p14:sldId id="277"/>
            <p14:sldId id="298"/>
            <p14:sldId id="735"/>
          </p14:sldIdLst>
        </p14:section>
        <p14:section name="Untitled Section" id="{81820B21-3E4A-458D-9527-977D6C66D4FA}">
          <p14:sldIdLst>
            <p14:sldId id="505"/>
            <p14:sldId id="712"/>
            <p14:sldId id="713"/>
            <p14:sldId id="706"/>
            <p14:sldId id="731"/>
            <p14:sldId id="506"/>
            <p14:sldId id="507"/>
            <p14:sldId id="720"/>
            <p14:sldId id="509"/>
            <p14:sldId id="513"/>
            <p14:sldId id="732"/>
            <p14:sldId id="514"/>
            <p14:sldId id="540"/>
            <p14:sldId id="539"/>
            <p14:sldId id="481"/>
            <p14:sldId id="520"/>
            <p14:sldId id="543"/>
            <p14:sldId id="707"/>
            <p14:sldId id="544"/>
            <p14:sldId id="522"/>
            <p14:sldId id="709"/>
            <p14:sldId id="524"/>
            <p14:sldId id="525"/>
            <p14:sldId id="721"/>
            <p14:sldId id="733"/>
            <p14:sldId id="738"/>
            <p14:sldId id="7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83" autoAdjust="0"/>
    <p:restoredTop sz="94660"/>
  </p:normalViewPr>
  <p:slideViewPr>
    <p:cSldViewPr snapToGrid="0">
      <p:cViewPr varScale="1">
        <p:scale>
          <a:sx n="84" d="100"/>
          <a:sy n="84" d="100"/>
        </p:scale>
        <p:origin x="3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14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bermudez acsi-quality.com" userId="f32f8f3d-2216-44e7-94d0-1d3bbea0b2b2" providerId="ADAL" clId="{AA4E49AF-00F3-4E9C-A9CE-58195EABE4BE}"/>
    <pc:docChg chg="custSel addSld delSld modSld modSection">
      <pc:chgData name="ebermudez acsi-quality.com" userId="f32f8f3d-2216-44e7-94d0-1d3bbea0b2b2" providerId="ADAL" clId="{AA4E49AF-00F3-4E9C-A9CE-58195EABE4BE}" dt="2022-06-10T21:22:44.018" v="29" actId="478"/>
      <pc:docMkLst>
        <pc:docMk/>
      </pc:docMkLst>
      <pc:sldChg chg="add">
        <pc:chgData name="ebermudez acsi-quality.com" userId="f32f8f3d-2216-44e7-94d0-1d3bbea0b2b2" providerId="ADAL" clId="{AA4E49AF-00F3-4E9C-A9CE-58195EABE4BE}" dt="2022-06-10T21:03:32.571" v="2"/>
        <pc:sldMkLst>
          <pc:docMk/>
          <pc:sldMk cId="3980634700" sldId="258"/>
        </pc:sldMkLst>
      </pc:sldChg>
      <pc:sldChg chg="add">
        <pc:chgData name="ebermudez acsi-quality.com" userId="f32f8f3d-2216-44e7-94d0-1d3bbea0b2b2" providerId="ADAL" clId="{AA4E49AF-00F3-4E9C-A9CE-58195EABE4BE}" dt="2022-06-10T21:03:32.571" v="2"/>
        <pc:sldMkLst>
          <pc:docMk/>
          <pc:sldMk cId="2274624946" sldId="264"/>
        </pc:sldMkLst>
      </pc:sldChg>
      <pc:sldChg chg="add">
        <pc:chgData name="ebermudez acsi-quality.com" userId="f32f8f3d-2216-44e7-94d0-1d3bbea0b2b2" providerId="ADAL" clId="{AA4E49AF-00F3-4E9C-A9CE-58195EABE4BE}" dt="2022-06-10T21:03:32.571" v="2"/>
        <pc:sldMkLst>
          <pc:docMk/>
          <pc:sldMk cId="2383636079" sldId="271"/>
        </pc:sldMkLst>
      </pc:sldChg>
      <pc:sldChg chg="add">
        <pc:chgData name="ebermudez acsi-quality.com" userId="f32f8f3d-2216-44e7-94d0-1d3bbea0b2b2" providerId="ADAL" clId="{AA4E49AF-00F3-4E9C-A9CE-58195EABE4BE}" dt="2022-06-10T21:03:32.571" v="2"/>
        <pc:sldMkLst>
          <pc:docMk/>
          <pc:sldMk cId="4236807627" sldId="273"/>
        </pc:sldMkLst>
      </pc:sldChg>
      <pc:sldChg chg="add">
        <pc:chgData name="ebermudez acsi-quality.com" userId="f32f8f3d-2216-44e7-94d0-1d3bbea0b2b2" providerId="ADAL" clId="{AA4E49AF-00F3-4E9C-A9CE-58195EABE4BE}" dt="2022-06-10T21:03:32.571" v="2"/>
        <pc:sldMkLst>
          <pc:docMk/>
          <pc:sldMk cId="1358642236" sldId="276"/>
        </pc:sldMkLst>
      </pc:sldChg>
      <pc:sldChg chg="add">
        <pc:chgData name="ebermudez acsi-quality.com" userId="f32f8f3d-2216-44e7-94d0-1d3bbea0b2b2" providerId="ADAL" clId="{AA4E49AF-00F3-4E9C-A9CE-58195EABE4BE}" dt="2022-06-10T21:03:32.571" v="2"/>
        <pc:sldMkLst>
          <pc:docMk/>
          <pc:sldMk cId="4291112491" sldId="277"/>
        </pc:sldMkLst>
      </pc:sldChg>
      <pc:sldChg chg="add">
        <pc:chgData name="ebermudez acsi-quality.com" userId="f32f8f3d-2216-44e7-94d0-1d3bbea0b2b2" providerId="ADAL" clId="{AA4E49AF-00F3-4E9C-A9CE-58195EABE4BE}" dt="2022-06-10T21:03:32.571" v="2"/>
        <pc:sldMkLst>
          <pc:docMk/>
          <pc:sldMk cId="2165894545" sldId="278"/>
        </pc:sldMkLst>
      </pc:sldChg>
      <pc:sldChg chg="add">
        <pc:chgData name="ebermudez acsi-quality.com" userId="f32f8f3d-2216-44e7-94d0-1d3bbea0b2b2" providerId="ADAL" clId="{AA4E49AF-00F3-4E9C-A9CE-58195EABE4BE}" dt="2022-06-10T21:03:32.571" v="2"/>
        <pc:sldMkLst>
          <pc:docMk/>
          <pc:sldMk cId="2576199972" sldId="279"/>
        </pc:sldMkLst>
      </pc:sldChg>
      <pc:sldChg chg="add">
        <pc:chgData name="ebermudez acsi-quality.com" userId="f32f8f3d-2216-44e7-94d0-1d3bbea0b2b2" providerId="ADAL" clId="{AA4E49AF-00F3-4E9C-A9CE-58195EABE4BE}" dt="2022-06-10T21:03:32.571" v="2"/>
        <pc:sldMkLst>
          <pc:docMk/>
          <pc:sldMk cId="512519643" sldId="280"/>
        </pc:sldMkLst>
      </pc:sldChg>
      <pc:sldChg chg="add">
        <pc:chgData name="ebermudez acsi-quality.com" userId="f32f8f3d-2216-44e7-94d0-1d3bbea0b2b2" providerId="ADAL" clId="{AA4E49AF-00F3-4E9C-A9CE-58195EABE4BE}" dt="2022-06-10T21:03:32.571" v="2"/>
        <pc:sldMkLst>
          <pc:docMk/>
          <pc:sldMk cId="2398985909" sldId="283"/>
        </pc:sldMkLst>
      </pc:sldChg>
      <pc:sldChg chg="add">
        <pc:chgData name="ebermudez acsi-quality.com" userId="f32f8f3d-2216-44e7-94d0-1d3bbea0b2b2" providerId="ADAL" clId="{AA4E49AF-00F3-4E9C-A9CE-58195EABE4BE}" dt="2022-06-10T21:20:13.128" v="6"/>
        <pc:sldMkLst>
          <pc:docMk/>
          <pc:sldMk cId="4004468254" sldId="285"/>
        </pc:sldMkLst>
      </pc:sldChg>
      <pc:sldChg chg="add">
        <pc:chgData name="ebermudez acsi-quality.com" userId="f32f8f3d-2216-44e7-94d0-1d3bbea0b2b2" providerId="ADAL" clId="{AA4E49AF-00F3-4E9C-A9CE-58195EABE4BE}" dt="2022-06-10T21:03:32.571" v="2"/>
        <pc:sldMkLst>
          <pc:docMk/>
          <pc:sldMk cId="1078081476" sldId="289"/>
        </pc:sldMkLst>
      </pc:sldChg>
      <pc:sldChg chg="add">
        <pc:chgData name="ebermudez acsi-quality.com" userId="f32f8f3d-2216-44e7-94d0-1d3bbea0b2b2" providerId="ADAL" clId="{AA4E49AF-00F3-4E9C-A9CE-58195EABE4BE}" dt="2022-06-10T21:03:32.571" v="2"/>
        <pc:sldMkLst>
          <pc:docMk/>
          <pc:sldMk cId="202976391" sldId="292"/>
        </pc:sldMkLst>
      </pc:sldChg>
      <pc:sldChg chg="add">
        <pc:chgData name="ebermudez acsi-quality.com" userId="f32f8f3d-2216-44e7-94d0-1d3bbea0b2b2" providerId="ADAL" clId="{AA4E49AF-00F3-4E9C-A9CE-58195EABE4BE}" dt="2022-06-10T21:03:32.571" v="2"/>
        <pc:sldMkLst>
          <pc:docMk/>
          <pc:sldMk cId="1151691739" sldId="293"/>
        </pc:sldMkLst>
      </pc:sldChg>
      <pc:sldChg chg="add">
        <pc:chgData name="ebermudez acsi-quality.com" userId="f32f8f3d-2216-44e7-94d0-1d3bbea0b2b2" providerId="ADAL" clId="{AA4E49AF-00F3-4E9C-A9CE-58195EABE4BE}" dt="2022-06-10T21:03:32.571" v="2"/>
        <pc:sldMkLst>
          <pc:docMk/>
          <pc:sldMk cId="2314766730" sldId="295"/>
        </pc:sldMkLst>
      </pc:sldChg>
      <pc:sldChg chg="add">
        <pc:chgData name="ebermudez acsi-quality.com" userId="f32f8f3d-2216-44e7-94d0-1d3bbea0b2b2" providerId="ADAL" clId="{AA4E49AF-00F3-4E9C-A9CE-58195EABE4BE}" dt="2022-06-10T21:03:32.571" v="2"/>
        <pc:sldMkLst>
          <pc:docMk/>
          <pc:sldMk cId="1344884707" sldId="296"/>
        </pc:sldMkLst>
      </pc:sldChg>
      <pc:sldChg chg="add">
        <pc:chgData name="ebermudez acsi-quality.com" userId="f32f8f3d-2216-44e7-94d0-1d3bbea0b2b2" providerId="ADAL" clId="{AA4E49AF-00F3-4E9C-A9CE-58195EABE4BE}" dt="2022-06-10T21:03:32.571" v="2"/>
        <pc:sldMkLst>
          <pc:docMk/>
          <pc:sldMk cId="2527724657" sldId="298"/>
        </pc:sldMkLst>
      </pc:sldChg>
      <pc:sldChg chg="delSp add delDesignElem">
        <pc:chgData name="ebermudez acsi-quality.com" userId="f32f8f3d-2216-44e7-94d0-1d3bbea0b2b2" providerId="ADAL" clId="{AA4E49AF-00F3-4E9C-A9CE-58195EABE4BE}" dt="2022-06-10T21:03:32.571" v="2"/>
        <pc:sldMkLst>
          <pc:docMk/>
          <pc:sldMk cId="582905995" sldId="301"/>
        </pc:sldMkLst>
        <pc:spChg chg="del">
          <ac:chgData name="ebermudez acsi-quality.com" userId="f32f8f3d-2216-44e7-94d0-1d3bbea0b2b2" providerId="ADAL" clId="{AA4E49AF-00F3-4E9C-A9CE-58195EABE4BE}" dt="2022-06-10T21:03:32.571" v="2"/>
          <ac:spMkLst>
            <pc:docMk/>
            <pc:sldMk cId="582905995" sldId="301"/>
            <ac:spMk id="25" creationId="{2484695A-8C75-48A4-BD30-CE2D234EDC25}"/>
          </ac:spMkLst>
        </pc:spChg>
        <pc:spChg chg="del">
          <ac:chgData name="ebermudez acsi-quality.com" userId="f32f8f3d-2216-44e7-94d0-1d3bbea0b2b2" providerId="ADAL" clId="{AA4E49AF-00F3-4E9C-A9CE-58195EABE4BE}" dt="2022-06-10T21:03:32.571" v="2"/>
          <ac:spMkLst>
            <pc:docMk/>
            <pc:sldMk cId="582905995" sldId="301"/>
            <ac:spMk id="27" creationId="{E17596A7-090E-44D5-B204-BB323A810AFF}"/>
          </ac:spMkLst>
        </pc:spChg>
      </pc:sldChg>
      <pc:sldChg chg="add">
        <pc:chgData name="ebermudez acsi-quality.com" userId="f32f8f3d-2216-44e7-94d0-1d3bbea0b2b2" providerId="ADAL" clId="{AA4E49AF-00F3-4E9C-A9CE-58195EABE4BE}" dt="2022-06-10T21:20:13.128" v="6"/>
        <pc:sldMkLst>
          <pc:docMk/>
          <pc:sldMk cId="2452200967" sldId="307"/>
        </pc:sldMkLst>
      </pc:sldChg>
      <pc:sldChg chg="add">
        <pc:chgData name="ebermudez acsi-quality.com" userId="f32f8f3d-2216-44e7-94d0-1d3bbea0b2b2" providerId="ADAL" clId="{AA4E49AF-00F3-4E9C-A9CE-58195EABE4BE}" dt="2022-06-10T21:20:13.128" v="6"/>
        <pc:sldMkLst>
          <pc:docMk/>
          <pc:sldMk cId="1019310799" sldId="310"/>
        </pc:sldMkLst>
      </pc:sldChg>
      <pc:sldChg chg="add">
        <pc:chgData name="ebermudez acsi-quality.com" userId="f32f8f3d-2216-44e7-94d0-1d3bbea0b2b2" providerId="ADAL" clId="{AA4E49AF-00F3-4E9C-A9CE-58195EABE4BE}" dt="2022-06-10T21:20:13.128" v="6"/>
        <pc:sldMkLst>
          <pc:docMk/>
          <pc:sldMk cId="3457807261" sldId="311"/>
        </pc:sldMkLst>
      </pc:sldChg>
      <pc:sldChg chg="add">
        <pc:chgData name="ebermudez acsi-quality.com" userId="f32f8f3d-2216-44e7-94d0-1d3bbea0b2b2" providerId="ADAL" clId="{AA4E49AF-00F3-4E9C-A9CE-58195EABE4BE}" dt="2022-06-10T21:20:13.128" v="6"/>
        <pc:sldMkLst>
          <pc:docMk/>
          <pc:sldMk cId="1099314306" sldId="313"/>
        </pc:sldMkLst>
      </pc:sldChg>
      <pc:sldChg chg="add">
        <pc:chgData name="ebermudez acsi-quality.com" userId="f32f8f3d-2216-44e7-94d0-1d3bbea0b2b2" providerId="ADAL" clId="{AA4E49AF-00F3-4E9C-A9CE-58195EABE4BE}" dt="2022-06-10T21:20:13.128" v="6"/>
        <pc:sldMkLst>
          <pc:docMk/>
          <pc:sldMk cId="3087116354" sldId="344"/>
        </pc:sldMkLst>
      </pc:sldChg>
      <pc:sldChg chg="add setBg">
        <pc:chgData name="ebermudez acsi-quality.com" userId="f32f8f3d-2216-44e7-94d0-1d3bbea0b2b2" providerId="ADAL" clId="{AA4E49AF-00F3-4E9C-A9CE-58195EABE4BE}" dt="2022-06-10T21:20:13.128" v="6"/>
        <pc:sldMkLst>
          <pc:docMk/>
          <pc:sldMk cId="11042624" sldId="345"/>
        </pc:sldMkLst>
      </pc:sldChg>
      <pc:sldChg chg="add">
        <pc:chgData name="ebermudez acsi-quality.com" userId="f32f8f3d-2216-44e7-94d0-1d3bbea0b2b2" providerId="ADAL" clId="{AA4E49AF-00F3-4E9C-A9CE-58195EABE4BE}" dt="2022-06-10T21:20:13.128" v="6"/>
        <pc:sldMkLst>
          <pc:docMk/>
          <pc:sldMk cId="2630222762" sldId="350"/>
        </pc:sldMkLst>
      </pc:sldChg>
      <pc:sldChg chg="add">
        <pc:chgData name="ebermudez acsi-quality.com" userId="f32f8f3d-2216-44e7-94d0-1d3bbea0b2b2" providerId="ADAL" clId="{AA4E49AF-00F3-4E9C-A9CE-58195EABE4BE}" dt="2022-06-10T21:03:32.571" v="2"/>
        <pc:sldMkLst>
          <pc:docMk/>
          <pc:sldMk cId="2350052527" sldId="354"/>
        </pc:sldMkLst>
      </pc:sldChg>
      <pc:sldChg chg="add">
        <pc:chgData name="ebermudez acsi-quality.com" userId="f32f8f3d-2216-44e7-94d0-1d3bbea0b2b2" providerId="ADAL" clId="{AA4E49AF-00F3-4E9C-A9CE-58195EABE4BE}" dt="2022-06-10T21:20:13.128" v="6"/>
        <pc:sldMkLst>
          <pc:docMk/>
          <pc:sldMk cId="3707366970" sldId="357"/>
        </pc:sldMkLst>
      </pc:sldChg>
      <pc:sldChg chg="add">
        <pc:chgData name="ebermudez acsi-quality.com" userId="f32f8f3d-2216-44e7-94d0-1d3bbea0b2b2" providerId="ADAL" clId="{AA4E49AF-00F3-4E9C-A9CE-58195EABE4BE}" dt="2022-06-10T21:20:13.128" v="6"/>
        <pc:sldMkLst>
          <pc:docMk/>
          <pc:sldMk cId="3363381199" sldId="358"/>
        </pc:sldMkLst>
      </pc:sldChg>
      <pc:sldChg chg="add">
        <pc:chgData name="ebermudez acsi-quality.com" userId="f32f8f3d-2216-44e7-94d0-1d3bbea0b2b2" providerId="ADAL" clId="{AA4E49AF-00F3-4E9C-A9CE-58195EABE4BE}" dt="2022-06-10T21:20:13.128" v="6"/>
        <pc:sldMkLst>
          <pc:docMk/>
          <pc:sldMk cId="3875206339" sldId="359"/>
        </pc:sldMkLst>
      </pc:sldChg>
      <pc:sldChg chg="add">
        <pc:chgData name="ebermudez acsi-quality.com" userId="f32f8f3d-2216-44e7-94d0-1d3bbea0b2b2" providerId="ADAL" clId="{AA4E49AF-00F3-4E9C-A9CE-58195EABE4BE}" dt="2022-06-10T21:20:13.128" v="6"/>
        <pc:sldMkLst>
          <pc:docMk/>
          <pc:sldMk cId="1505212885" sldId="360"/>
        </pc:sldMkLst>
      </pc:sldChg>
      <pc:sldChg chg="add">
        <pc:chgData name="ebermudez acsi-quality.com" userId="f32f8f3d-2216-44e7-94d0-1d3bbea0b2b2" providerId="ADAL" clId="{AA4E49AF-00F3-4E9C-A9CE-58195EABE4BE}" dt="2022-06-10T21:20:13.128" v="6"/>
        <pc:sldMkLst>
          <pc:docMk/>
          <pc:sldMk cId="3052944141" sldId="361"/>
        </pc:sldMkLst>
      </pc:sldChg>
      <pc:sldChg chg="add">
        <pc:chgData name="ebermudez acsi-quality.com" userId="f32f8f3d-2216-44e7-94d0-1d3bbea0b2b2" providerId="ADAL" clId="{AA4E49AF-00F3-4E9C-A9CE-58195EABE4BE}" dt="2022-06-10T21:20:13.128" v="6"/>
        <pc:sldMkLst>
          <pc:docMk/>
          <pc:sldMk cId="1429493252" sldId="365"/>
        </pc:sldMkLst>
      </pc:sldChg>
      <pc:sldChg chg="add">
        <pc:chgData name="ebermudez acsi-quality.com" userId="f32f8f3d-2216-44e7-94d0-1d3bbea0b2b2" providerId="ADAL" clId="{AA4E49AF-00F3-4E9C-A9CE-58195EABE4BE}" dt="2022-06-10T21:20:13.128" v="6"/>
        <pc:sldMkLst>
          <pc:docMk/>
          <pc:sldMk cId="235100627" sldId="366"/>
        </pc:sldMkLst>
      </pc:sldChg>
      <pc:sldChg chg="add">
        <pc:chgData name="ebermudez acsi-quality.com" userId="f32f8f3d-2216-44e7-94d0-1d3bbea0b2b2" providerId="ADAL" clId="{AA4E49AF-00F3-4E9C-A9CE-58195EABE4BE}" dt="2022-06-10T21:20:13.128" v="6"/>
        <pc:sldMkLst>
          <pc:docMk/>
          <pc:sldMk cId="1657427738" sldId="368"/>
        </pc:sldMkLst>
      </pc:sldChg>
      <pc:sldChg chg="add">
        <pc:chgData name="ebermudez acsi-quality.com" userId="f32f8f3d-2216-44e7-94d0-1d3bbea0b2b2" providerId="ADAL" clId="{AA4E49AF-00F3-4E9C-A9CE-58195EABE4BE}" dt="2022-06-10T21:20:13.128" v="6"/>
        <pc:sldMkLst>
          <pc:docMk/>
          <pc:sldMk cId="48059673" sldId="369"/>
        </pc:sldMkLst>
      </pc:sldChg>
      <pc:sldChg chg="add">
        <pc:chgData name="ebermudez acsi-quality.com" userId="f32f8f3d-2216-44e7-94d0-1d3bbea0b2b2" providerId="ADAL" clId="{AA4E49AF-00F3-4E9C-A9CE-58195EABE4BE}" dt="2022-06-10T21:20:13.128" v="6"/>
        <pc:sldMkLst>
          <pc:docMk/>
          <pc:sldMk cId="2126074398" sldId="371"/>
        </pc:sldMkLst>
      </pc:sldChg>
      <pc:sldChg chg="add">
        <pc:chgData name="ebermudez acsi-quality.com" userId="f32f8f3d-2216-44e7-94d0-1d3bbea0b2b2" providerId="ADAL" clId="{AA4E49AF-00F3-4E9C-A9CE-58195EABE4BE}" dt="2022-06-10T21:20:13.128" v="6"/>
        <pc:sldMkLst>
          <pc:docMk/>
          <pc:sldMk cId="191590688" sldId="372"/>
        </pc:sldMkLst>
      </pc:sldChg>
      <pc:sldChg chg="add">
        <pc:chgData name="ebermudez acsi-quality.com" userId="f32f8f3d-2216-44e7-94d0-1d3bbea0b2b2" providerId="ADAL" clId="{AA4E49AF-00F3-4E9C-A9CE-58195EABE4BE}" dt="2022-06-10T21:20:13.128" v="6"/>
        <pc:sldMkLst>
          <pc:docMk/>
          <pc:sldMk cId="1566461803" sldId="373"/>
        </pc:sldMkLst>
      </pc:sldChg>
      <pc:sldChg chg="add">
        <pc:chgData name="ebermudez acsi-quality.com" userId="f32f8f3d-2216-44e7-94d0-1d3bbea0b2b2" providerId="ADAL" clId="{AA4E49AF-00F3-4E9C-A9CE-58195EABE4BE}" dt="2022-06-10T21:20:13.128" v="6"/>
        <pc:sldMkLst>
          <pc:docMk/>
          <pc:sldMk cId="4118366628" sldId="374"/>
        </pc:sldMkLst>
      </pc:sldChg>
      <pc:sldChg chg="add">
        <pc:chgData name="ebermudez acsi-quality.com" userId="f32f8f3d-2216-44e7-94d0-1d3bbea0b2b2" providerId="ADAL" clId="{AA4E49AF-00F3-4E9C-A9CE-58195EABE4BE}" dt="2022-06-10T21:20:13.128" v="6"/>
        <pc:sldMkLst>
          <pc:docMk/>
          <pc:sldMk cId="1833159771" sldId="375"/>
        </pc:sldMkLst>
      </pc:sldChg>
      <pc:sldChg chg="add">
        <pc:chgData name="ebermudez acsi-quality.com" userId="f32f8f3d-2216-44e7-94d0-1d3bbea0b2b2" providerId="ADAL" clId="{AA4E49AF-00F3-4E9C-A9CE-58195EABE4BE}" dt="2022-06-10T21:20:13.128" v="6"/>
        <pc:sldMkLst>
          <pc:docMk/>
          <pc:sldMk cId="429525485" sldId="376"/>
        </pc:sldMkLst>
      </pc:sldChg>
      <pc:sldChg chg="add">
        <pc:chgData name="ebermudez acsi-quality.com" userId="f32f8f3d-2216-44e7-94d0-1d3bbea0b2b2" providerId="ADAL" clId="{AA4E49AF-00F3-4E9C-A9CE-58195EABE4BE}" dt="2022-06-10T21:20:13.128" v="6"/>
        <pc:sldMkLst>
          <pc:docMk/>
          <pc:sldMk cId="4176814832" sldId="377"/>
        </pc:sldMkLst>
      </pc:sldChg>
      <pc:sldChg chg="add">
        <pc:chgData name="ebermudez acsi-quality.com" userId="f32f8f3d-2216-44e7-94d0-1d3bbea0b2b2" providerId="ADAL" clId="{AA4E49AF-00F3-4E9C-A9CE-58195EABE4BE}" dt="2022-06-10T21:20:13.128" v="6"/>
        <pc:sldMkLst>
          <pc:docMk/>
          <pc:sldMk cId="1374197061" sldId="379"/>
        </pc:sldMkLst>
      </pc:sldChg>
      <pc:sldChg chg="add">
        <pc:chgData name="ebermudez acsi-quality.com" userId="f32f8f3d-2216-44e7-94d0-1d3bbea0b2b2" providerId="ADAL" clId="{AA4E49AF-00F3-4E9C-A9CE-58195EABE4BE}" dt="2022-06-10T21:20:13.128" v="6"/>
        <pc:sldMkLst>
          <pc:docMk/>
          <pc:sldMk cId="1832720050" sldId="380"/>
        </pc:sldMkLst>
      </pc:sldChg>
      <pc:sldChg chg="add">
        <pc:chgData name="ebermudez acsi-quality.com" userId="f32f8f3d-2216-44e7-94d0-1d3bbea0b2b2" providerId="ADAL" clId="{AA4E49AF-00F3-4E9C-A9CE-58195EABE4BE}" dt="2022-06-10T21:20:13.128" v="6"/>
        <pc:sldMkLst>
          <pc:docMk/>
          <pc:sldMk cId="2729267937" sldId="381"/>
        </pc:sldMkLst>
      </pc:sldChg>
      <pc:sldChg chg="add">
        <pc:chgData name="ebermudez acsi-quality.com" userId="f32f8f3d-2216-44e7-94d0-1d3bbea0b2b2" providerId="ADAL" clId="{AA4E49AF-00F3-4E9C-A9CE-58195EABE4BE}" dt="2022-06-10T21:20:13.128" v="6"/>
        <pc:sldMkLst>
          <pc:docMk/>
          <pc:sldMk cId="151448616" sldId="382"/>
        </pc:sldMkLst>
      </pc:sldChg>
      <pc:sldChg chg="add del">
        <pc:chgData name="ebermudez acsi-quality.com" userId="f32f8f3d-2216-44e7-94d0-1d3bbea0b2b2" providerId="ADAL" clId="{AA4E49AF-00F3-4E9C-A9CE-58195EABE4BE}" dt="2022-06-10T21:20:13.128" v="6"/>
        <pc:sldMkLst>
          <pc:docMk/>
          <pc:sldMk cId="4211066273" sldId="383"/>
        </pc:sldMkLst>
      </pc:sldChg>
      <pc:sldChg chg="modSp">
        <pc:chgData name="ebermudez acsi-quality.com" userId="f32f8f3d-2216-44e7-94d0-1d3bbea0b2b2" providerId="ADAL" clId="{AA4E49AF-00F3-4E9C-A9CE-58195EABE4BE}" dt="2022-06-10T21:21:07.717" v="11"/>
        <pc:sldMkLst>
          <pc:docMk/>
          <pc:sldMk cId="2556979659" sldId="384"/>
        </pc:sldMkLst>
        <pc:spChg chg="mod">
          <ac:chgData name="ebermudez acsi-quality.com" userId="f32f8f3d-2216-44e7-94d0-1d3bbea0b2b2" providerId="ADAL" clId="{AA4E49AF-00F3-4E9C-A9CE-58195EABE4BE}" dt="2022-06-10T21:21:07.717" v="11"/>
          <ac:spMkLst>
            <pc:docMk/>
            <pc:sldMk cId="2556979659" sldId="384"/>
            <ac:spMk id="2" creationId="{00000000-0000-0000-0000-000000000000}"/>
          </ac:spMkLst>
        </pc:spChg>
      </pc:sldChg>
      <pc:sldChg chg="modSp mod">
        <pc:chgData name="ebermudez acsi-quality.com" userId="f32f8f3d-2216-44e7-94d0-1d3bbea0b2b2" providerId="ADAL" clId="{AA4E49AF-00F3-4E9C-A9CE-58195EABE4BE}" dt="2022-06-10T21:20:47.856" v="9"/>
        <pc:sldMkLst>
          <pc:docMk/>
          <pc:sldMk cId="509433070" sldId="395"/>
        </pc:sldMkLst>
        <pc:spChg chg="mod">
          <ac:chgData name="ebermudez acsi-quality.com" userId="f32f8f3d-2216-44e7-94d0-1d3bbea0b2b2" providerId="ADAL" clId="{AA4E49AF-00F3-4E9C-A9CE-58195EABE4BE}" dt="2022-06-10T21:20:47.856" v="9"/>
          <ac:spMkLst>
            <pc:docMk/>
            <pc:sldMk cId="509433070" sldId="395"/>
            <ac:spMk id="2" creationId="{00000000-0000-0000-0000-000000000000}"/>
          </ac:spMkLst>
        </pc:spChg>
      </pc:sldChg>
      <pc:sldChg chg="modSp add">
        <pc:chgData name="ebermudez acsi-quality.com" userId="f32f8f3d-2216-44e7-94d0-1d3bbea0b2b2" providerId="ADAL" clId="{AA4E49AF-00F3-4E9C-A9CE-58195EABE4BE}" dt="2022-06-10T21:20:58.541" v="10"/>
        <pc:sldMkLst>
          <pc:docMk/>
          <pc:sldMk cId="368901772" sldId="405"/>
        </pc:sldMkLst>
        <pc:spChg chg="mod">
          <ac:chgData name="ebermudez acsi-quality.com" userId="f32f8f3d-2216-44e7-94d0-1d3bbea0b2b2" providerId="ADAL" clId="{AA4E49AF-00F3-4E9C-A9CE-58195EABE4BE}" dt="2022-06-10T21:20:58.541" v="10"/>
          <ac:spMkLst>
            <pc:docMk/>
            <pc:sldMk cId="368901772" sldId="405"/>
            <ac:spMk id="2" creationId="{00000000-0000-0000-0000-000000000000}"/>
          </ac:spMkLst>
        </pc:spChg>
      </pc:sldChg>
      <pc:sldChg chg="add">
        <pc:chgData name="ebermudez acsi-quality.com" userId="f32f8f3d-2216-44e7-94d0-1d3bbea0b2b2" providerId="ADAL" clId="{AA4E49AF-00F3-4E9C-A9CE-58195EABE4BE}" dt="2022-06-10T21:03:32.571" v="2"/>
        <pc:sldMkLst>
          <pc:docMk/>
          <pc:sldMk cId="3139399663" sldId="406"/>
        </pc:sldMkLst>
      </pc:sldChg>
      <pc:sldChg chg="add">
        <pc:chgData name="ebermudez acsi-quality.com" userId="f32f8f3d-2216-44e7-94d0-1d3bbea0b2b2" providerId="ADAL" clId="{AA4E49AF-00F3-4E9C-A9CE-58195EABE4BE}" dt="2022-06-10T21:03:32.571" v="2"/>
        <pc:sldMkLst>
          <pc:docMk/>
          <pc:sldMk cId="1605519128" sldId="407"/>
        </pc:sldMkLst>
      </pc:sldChg>
      <pc:sldChg chg="add">
        <pc:chgData name="ebermudez acsi-quality.com" userId="f32f8f3d-2216-44e7-94d0-1d3bbea0b2b2" providerId="ADAL" clId="{AA4E49AF-00F3-4E9C-A9CE-58195EABE4BE}" dt="2022-06-10T21:03:32.571" v="2"/>
        <pc:sldMkLst>
          <pc:docMk/>
          <pc:sldMk cId="2053113433" sldId="408"/>
        </pc:sldMkLst>
      </pc:sldChg>
      <pc:sldChg chg="add">
        <pc:chgData name="ebermudez acsi-quality.com" userId="f32f8f3d-2216-44e7-94d0-1d3bbea0b2b2" providerId="ADAL" clId="{AA4E49AF-00F3-4E9C-A9CE-58195EABE4BE}" dt="2022-06-10T21:03:32.571" v="2"/>
        <pc:sldMkLst>
          <pc:docMk/>
          <pc:sldMk cId="2137335153" sldId="409"/>
        </pc:sldMkLst>
      </pc:sldChg>
      <pc:sldChg chg="add">
        <pc:chgData name="ebermudez acsi-quality.com" userId="f32f8f3d-2216-44e7-94d0-1d3bbea0b2b2" providerId="ADAL" clId="{AA4E49AF-00F3-4E9C-A9CE-58195EABE4BE}" dt="2022-06-10T21:03:32.571" v="2"/>
        <pc:sldMkLst>
          <pc:docMk/>
          <pc:sldMk cId="969559682" sldId="410"/>
        </pc:sldMkLst>
      </pc:sldChg>
      <pc:sldChg chg="add">
        <pc:chgData name="ebermudez acsi-quality.com" userId="f32f8f3d-2216-44e7-94d0-1d3bbea0b2b2" providerId="ADAL" clId="{AA4E49AF-00F3-4E9C-A9CE-58195EABE4BE}" dt="2022-06-10T21:03:32.571" v="2"/>
        <pc:sldMkLst>
          <pc:docMk/>
          <pc:sldMk cId="357304094" sldId="411"/>
        </pc:sldMkLst>
      </pc:sldChg>
      <pc:sldChg chg="add">
        <pc:chgData name="ebermudez acsi-quality.com" userId="f32f8f3d-2216-44e7-94d0-1d3bbea0b2b2" providerId="ADAL" clId="{AA4E49AF-00F3-4E9C-A9CE-58195EABE4BE}" dt="2022-06-10T21:03:32.571" v="2"/>
        <pc:sldMkLst>
          <pc:docMk/>
          <pc:sldMk cId="1022247545" sldId="412"/>
        </pc:sldMkLst>
      </pc:sldChg>
      <pc:sldChg chg="add">
        <pc:chgData name="ebermudez acsi-quality.com" userId="f32f8f3d-2216-44e7-94d0-1d3bbea0b2b2" providerId="ADAL" clId="{AA4E49AF-00F3-4E9C-A9CE-58195EABE4BE}" dt="2022-06-10T21:03:32.571" v="2"/>
        <pc:sldMkLst>
          <pc:docMk/>
          <pc:sldMk cId="1167312310" sldId="413"/>
        </pc:sldMkLst>
      </pc:sldChg>
      <pc:sldChg chg="add">
        <pc:chgData name="ebermudez acsi-quality.com" userId="f32f8f3d-2216-44e7-94d0-1d3bbea0b2b2" providerId="ADAL" clId="{AA4E49AF-00F3-4E9C-A9CE-58195EABE4BE}" dt="2022-06-10T21:03:32.571" v="2"/>
        <pc:sldMkLst>
          <pc:docMk/>
          <pc:sldMk cId="287983594" sldId="414"/>
        </pc:sldMkLst>
      </pc:sldChg>
      <pc:sldChg chg="add">
        <pc:chgData name="ebermudez acsi-quality.com" userId="f32f8f3d-2216-44e7-94d0-1d3bbea0b2b2" providerId="ADAL" clId="{AA4E49AF-00F3-4E9C-A9CE-58195EABE4BE}" dt="2022-06-10T21:03:32.571" v="2"/>
        <pc:sldMkLst>
          <pc:docMk/>
          <pc:sldMk cId="2262968427" sldId="435"/>
        </pc:sldMkLst>
      </pc:sldChg>
      <pc:sldChg chg="add setBg">
        <pc:chgData name="ebermudez acsi-quality.com" userId="f32f8f3d-2216-44e7-94d0-1d3bbea0b2b2" providerId="ADAL" clId="{AA4E49AF-00F3-4E9C-A9CE-58195EABE4BE}" dt="2022-06-10T21:20:13.128" v="6"/>
        <pc:sldMkLst>
          <pc:docMk/>
          <pc:sldMk cId="2834818511" sldId="442"/>
        </pc:sldMkLst>
      </pc:sldChg>
      <pc:sldChg chg="add">
        <pc:chgData name="ebermudez acsi-quality.com" userId="f32f8f3d-2216-44e7-94d0-1d3bbea0b2b2" providerId="ADAL" clId="{AA4E49AF-00F3-4E9C-A9CE-58195EABE4BE}" dt="2022-06-10T21:03:32.571" v="2"/>
        <pc:sldMkLst>
          <pc:docMk/>
          <pc:sldMk cId="3471505609" sldId="444"/>
        </pc:sldMkLst>
      </pc:sldChg>
      <pc:sldChg chg="add">
        <pc:chgData name="ebermudez acsi-quality.com" userId="f32f8f3d-2216-44e7-94d0-1d3bbea0b2b2" providerId="ADAL" clId="{AA4E49AF-00F3-4E9C-A9CE-58195EABE4BE}" dt="2022-06-10T21:03:32.571" v="2"/>
        <pc:sldMkLst>
          <pc:docMk/>
          <pc:sldMk cId="414450086" sldId="445"/>
        </pc:sldMkLst>
      </pc:sldChg>
      <pc:sldChg chg="add">
        <pc:chgData name="ebermudez acsi-quality.com" userId="f32f8f3d-2216-44e7-94d0-1d3bbea0b2b2" providerId="ADAL" clId="{AA4E49AF-00F3-4E9C-A9CE-58195EABE4BE}" dt="2022-06-10T21:03:32.571" v="2"/>
        <pc:sldMkLst>
          <pc:docMk/>
          <pc:sldMk cId="1063600492" sldId="448"/>
        </pc:sldMkLst>
      </pc:sldChg>
      <pc:sldChg chg="add">
        <pc:chgData name="ebermudez acsi-quality.com" userId="f32f8f3d-2216-44e7-94d0-1d3bbea0b2b2" providerId="ADAL" clId="{AA4E49AF-00F3-4E9C-A9CE-58195EABE4BE}" dt="2022-06-10T21:03:32.571" v="2"/>
        <pc:sldMkLst>
          <pc:docMk/>
          <pc:sldMk cId="398171555" sldId="453"/>
        </pc:sldMkLst>
      </pc:sldChg>
      <pc:sldChg chg="add">
        <pc:chgData name="ebermudez acsi-quality.com" userId="f32f8f3d-2216-44e7-94d0-1d3bbea0b2b2" providerId="ADAL" clId="{AA4E49AF-00F3-4E9C-A9CE-58195EABE4BE}" dt="2022-06-10T21:20:13.128" v="6"/>
        <pc:sldMkLst>
          <pc:docMk/>
          <pc:sldMk cId="2775443266" sldId="460"/>
        </pc:sldMkLst>
      </pc:sldChg>
      <pc:sldChg chg="add">
        <pc:chgData name="ebermudez acsi-quality.com" userId="f32f8f3d-2216-44e7-94d0-1d3bbea0b2b2" providerId="ADAL" clId="{AA4E49AF-00F3-4E9C-A9CE-58195EABE4BE}" dt="2022-06-10T21:20:13.128" v="6"/>
        <pc:sldMkLst>
          <pc:docMk/>
          <pc:sldMk cId="3648510194" sldId="461"/>
        </pc:sldMkLst>
      </pc:sldChg>
      <pc:sldChg chg="add">
        <pc:chgData name="ebermudez acsi-quality.com" userId="f32f8f3d-2216-44e7-94d0-1d3bbea0b2b2" providerId="ADAL" clId="{AA4E49AF-00F3-4E9C-A9CE-58195EABE4BE}" dt="2022-06-10T21:20:13.128" v="6"/>
        <pc:sldMkLst>
          <pc:docMk/>
          <pc:sldMk cId="3506841279" sldId="462"/>
        </pc:sldMkLst>
      </pc:sldChg>
      <pc:sldChg chg="add">
        <pc:chgData name="ebermudez acsi-quality.com" userId="f32f8f3d-2216-44e7-94d0-1d3bbea0b2b2" providerId="ADAL" clId="{AA4E49AF-00F3-4E9C-A9CE-58195EABE4BE}" dt="2022-06-10T21:20:13.128" v="6"/>
        <pc:sldMkLst>
          <pc:docMk/>
          <pc:sldMk cId="1878084683" sldId="463"/>
        </pc:sldMkLst>
      </pc:sldChg>
      <pc:sldChg chg="add">
        <pc:chgData name="ebermudez acsi-quality.com" userId="f32f8f3d-2216-44e7-94d0-1d3bbea0b2b2" providerId="ADAL" clId="{AA4E49AF-00F3-4E9C-A9CE-58195EABE4BE}" dt="2022-06-10T21:20:13.128" v="6"/>
        <pc:sldMkLst>
          <pc:docMk/>
          <pc:sldMk cId="2536770568" sldId="464"/>
        </pc:sldMkLst>
      </pc:sldChg>
      <pc:sldChg chg="add">
        <pc:chgData name="ebermudez acsi-quality.com" userId="f32f8f3d-2216-44e7-94d0-1d3bbea0b2b2" providerId="ADAL" clId="{AA4E49AF-00F3-4E9C-A9CE-58195EABE4BE}" dt="2022-06-10T21:20:13.128" v="6"/>
        <pc:sldMkLst>
          <pc:docMk/>
          <pc:sldMk cId="2590285355" sldId="465"/>
        </pc:sldMkLst>
      </pc:sldChg>
      <pc:sldChg chg="add">
        <pc:chgData name="ebermudez acsi-quality.com" userId="f32f8f3d-2216-44e7-94d0-1d3bbea0b2b2" providerId="ADAL" clId="{AA4E49AF-00F3-4E9C-A9CE-58195EABE4BE}" dt="2022-06-10T21:20:13.128" v="6"/>
        <pc:sldMkLst>
          <pc:docMk/>
          <pc:sldMk cId="2072678369" sldId="466"/>
        </pc:sldMkLst>
      </pc:sldChg>
      <pc:sldChg chg="add">
        <pc:chgData name="ebermudez acsi-quality.com" userId="f32f8f3d-2216-44e7-94d0-1d3bbea0b2b2" providerId="ADAL" clId="{AA4E49AF-00F3-4E9C-A9CE-58195EABE4BE}" dt="2022-06-10T21:20:13.128" v="6"/>
        <pc:sldMkLst>
          <pc:docMk/>
          <pc:sldMk cId="4086569147" sldId="467"/>
        </pc:sldMkLst>
      </pc:sldChg>
      <pc:sldChg chg="delSp add setBg delDesignElem">
        <pc:chgData name="ebermudez acsi-quality.com" userId="f32f8f3d-2216-44e7-94d0-1d3bbea0b2b2" providerId="ADAL" clId="{AA4E49AF-00F3-4E9C-A9CE-58195EABE4BE}" dt="2022-06-10T21:20:13.128" v="6"/>
        <pc:sldMkLst>
          <pc:docMk/>
          <pc:sldMk cId="3629626286" sldId="468"/>
        </pc:sldMkLst>
        <pc:spChg chg="del">
          <ac:chgData name="ebermudez acsi-quality.com" userId="f32f8f3d-2216-44e7-94d0-1d3bbea0b2b2" providerId="ADAL" clId="{AA4E49AF-00F3-4E9C-A9CE-58195EABE4BE}" dt="2022-06-10T21:20:13.128" v="6"/>
          <ac:spMkLst>
            <pc:docMk/>
            <pc:sldMk cId="3629626286" sldId="468"/>
            <ac:spMk id="10" creationId="{00000000-0000-0000-0000-000000000000}"/>
          </ac:spMkLst>
        </pc:spChg>
        <pc:spChg chg="del">
          <ac:chgData name="ebermudez acsi-quality.com" userId="f32f8f3d-2216-44e7-94d0-1d3bbea0b2b2" providerId="ADAL" clId="{AA4E49AF-00F3-4E9C-A9CE-58195EABE4BE}" dt="2022-06-10T21:20:13.128" v="6"/>
          <ac:spMkLst>
            <pc:docMk/>
            <pc:sldMk cId="3629626286" sldId="468"/>
            <ac:spMk id="12" creationId="{546CD716-7744-4F1A-801D-D44894504B21}"/>
          </ac:spMkLst>
        </pc:spChg>
        <pc:spChg chg="del">
          <ac:chgData name="ebermudez acsi-quality.com" userId="f32f8f3d-2216-44e7-94d0-1d3bbea0b2b2" providerId="ADAL" clId="{AA4E49AF-00F3-4E9C-A9CE-58195EABE4BE}" dt="2022-06-10T21:20:13.128" v="6"/>
          <ac:spMkLst>
            <pc:docMk/>
            <pc:sldMk cId="3629626286" sldId="468"/>
            <ac:spMk id="14" creationId="{70B0C0FC-9A91-4E96-8E86-3D20CDE2675D}"/>
          </ac:spMkLst>
        </pc:spChg>
        <pc:spChg chg="del">
          <ac:chgData name="ebermudez acsi-quality.com" userId="f32f8f3d-2216-44e7-94d0-1d3bbea0b2b2" providerId="ADAL" clId="{AA4E49AF-00F3-4E9C-A9CE-58195EABE4BE}" dt="2022-06-10T21:20:13.128" v="6"/>
          <ac:spMkLst>
            <pc:docMk/>
            <pc:sldMk cId="3629626286" sldId="468"/>
            <ac:spMk id="16" creationId="{2484695A-8C75-48A4-BD30-CE2D234EDC25}"/>
          </ac:spMkLst>
        </pc:spChg>
        <pc:spChg chg="del">
          <ac:chgData name="ebermudez acsi-quality.com" userId="f32f8f3d-2216-44e7-94d0-1d3bbea0b2b2" providerId="ADAL" clId="{AA4E49AF-00F3-4E9C-A9CE-58195EABE4BE}" dt="2022-06-10T21:20:13.128" v="6"/>
          <ac:spMkLst>
            <pc:docMk/>
            <pc:sldMk cId="3629626286" sldId="468"/>
            <ac:spMk id="18" creationId="{E17596A7-090E-44D5-B204-BB323A810AFF}"/>
          </ac:spMkLst>
        </pc:spChg>
      </pc:sldChg>
      <pc:sldChg chg="add">
        <pc:chgData name="ebermudez acsi-quality.com" userId="f32f8f3d-2216-44e7-94d0-1d3bbea0b2b2" providerId="ADAL" clId="{AA4E49AF-00F3-4E9C-A9CE-58195EABE4BE}" dt="2022-06-10T21:03:32.571" v="2"/>
        <pc:sldMkLst>
          <pc:docMk/>
          <pc:sldMk cId="1885465936" sldId="469"/>
        </pc:sldMkLst>
      </pc:sldChg>
      <pc:sldChg chg="add">
        <pc:chgData name="ebermudez acsi-quality.com" userId="f32f8f3d-2216-44e7-94d0-1d3bbea0b2b2" providerId="ADAL" clId="{AA4E49AF-00F3-4E9C-A9CE-58195EABE4BE}" dt="2022-06-10T21:03:32.571" v="2"/>
        <pc:sldMkLst>
          <pc:docMk/>
          <pc:sldMk cId="2712998875" sldId="471"/>
        </pc:sldMkLst>
      </pc:sldChg>
      <pc:sldChg chg="add">
        <pc:chgData name="ebermudez acsi-quality.com" userId="f32f8f3d-2216-44e7-94d0-1d3bbea0b2b2" providerId="ADAL" clId="{AA4E49AF-00F3-4E9C-A9CE-58195EABE4BE}" dt="2022-06-10T21:20:13.128" v="6"/>
        <pc:sldMkLst>
          <pc:docMk/>
          <pc:sldMk cId="2804802755" sldId="472"/>
        </pc:sldMkLst>
      </pc:sldChg>
      <pc:sldChg chg="add">
        <pc:chgData name="ebermudez acsi-quality.com" userId="f32f8f3d-2216-44e7-94d0-1d3bbea0b2b2" providerId="ADAL" clId="{AA4E49AF-00F3-4E9C-A9CE-58195EABE4BE}" dt="2022-06-10T21:20:13.128" v="6"/>
        <pc:sldMkLst>
          <pc:docMk/>
          <pc:sldMk cId="4047165221" sldId="473"/>
        </pc:sldMkLst>
      </pc:sldChg>
      <pc:sldChg chg="add">
        <pc:chgData name="ebermudez acsi-quality.com" userId="f32f8f3d-2216-44e7-94d0-1d3bbea0b2b2" providerId="ADAL" clId="{AA4E49AF-00F3-4E9C-A9CE-58195EABE4BE}" dt="2022-06-10T21:20:13.128" v="6"/>
        <pc:sldMkLst>
          <pc:docMk/>
          <pc:sldMk cId="3832198079" sldId="474"/>
        </pc:sldMkLst>
      </pc:sldChg>
      <pc:sldChg chg="add">
        <pc:chgData name="ebermudez acsi-quality.com" userId="f32f8f3d-2216-44e7-94d0-1d3bbea0b2b2" providerId="ADAL" clId="{AA4E49AF-00F3-4E9C-A9CE-58195EABE4BE}" dt="2022-06-10T21:03:32.571" v="2"/>
        <pc:sldMkLst>
          <pc:docMk/>
          <pc:sldMk cId="1915533180" sldId="476"/>
        </pc:sldMkLst>
      </pc:sldChg>
      <pc:sldChg chg="add">
        <pc:chgData name="ebermudez acsi-quality.com" userId="f32f8f3d-2216-44e7-94d0-1d3bbea0b2b2" providerId="ADAL" clId="{AA4E49AF-00F3-4E9C-A9CE-58195EABE4BE}" dt="2022-06-10T20:41:29.705" v="0"/>
        <pc:sldMkLst>
          <pc:docMk/>
          <pc:sldMk cId="716828684" sldId="481"/>
        </pc:sldMkLst>
      </pc:sldChg>
      <pc:sldChg chg="del">
        <pc:chgData name="ebermudez acsi-quality.com" userId="f32f8f3d-2216-44e7-94d0-1d3bbea0b2b2" providerId="ADAL" clId="{AA4E49AF-00F3-4E9C-A9CE-58195EABE4BE}" dt="2022-06-10T21:21:39.060" v="13" actId="47"/>
        <pc:sldMkLst>
          <pc:docMk/>
          <pc:sldMk cId="484502019" sldId="483"/>
        </pc:sldMkLst>
      </pc:sldChg>
      <pc:sldChg chg="add">
        <pc:chgData name="ebermudez acsi-quality.com" userId="f32f8f3d-2216-44e7-94d0-1d3bbea0b2b2" providerId="ADAL" clId="{AA4E49AF-00F3-4E9C-A9CE-58195EABE4BE}" dt="2022-06-10T21:03:32.571" v="2"/>
        <pc:sldMkLst>
          <pc:docMk/>
          <pc:sldMk cId="3419719062" sldId="496"/>
        </pc:sldMkLst>
      </pc:sldChg>
      <pc:sldChg chg="add">
        <pc:chgData name="ebermudez acsi-quality.com" userId="f32f8f3d-2216-44e7-94d0-1d3bbea0b2b2" providerId="ADAL" clId="{AA4E49AF-00F3-4E9C-A9CE-58195EABE4BE}" dt="2022-06-10T21:03:32.571" v="2"/>
        <pc:sldMkLst>
          <pc:docMk/>
          <pc:sldMk cId="3782965806" sldId="498"/>
        </pc:sldMkLst>
      </pc:sldChg>
      <pc:sldChg chg="add">
        <pc:chgData name="ebermudez acsi-quality.com" userId="f32f8f3d-2216-44e7-94d0-1d3bbea0b2b2" providerId="ADAL" clId="{AA4E49AF-00F3-4E9C-A9CE-58195EABE4BE}" dt="2022-06-10T20:41:29.705" v="0"/>
        <pc:sldMkLst>
          <pc:docMk/>
          <pc:sldMk cId="2256247840" sldId="505"/>
        </pc:sldMkLst>
      </pc:sldChg>
      <pc:sldChg chg="add">
        <pc:chgData name="ebermudez acsi-quality.com" userId="f32f8f3d-2216-44e7-94d0-1d3bbea0b2b2" providerId="ADAL" clId="{AA4E49AF-00F3-4E9C-A9CE-58195EABE4BE}" dt="2022-06-10T20:41:29.705" v="0"/>
        <pc:sldMkLst>
          <pc:docMk/>
          <pc:sldMk cId="3852258902" sldId="506"/>
        </pc:sldMkLst>
      </pc:sldChg>
      <pc:sldChg chg="add">
        <pc:chgData name="ebermudez acsi-quality.com" userId="f32f8f3d-2216-44e7-94d0-1d3bbea0b2b2" providerId="ADAL" clId="{AA4E49AF-00F3-4E9C-A9CE-58195EABE4BE}" dt="2022-06-10T20:41:29.705" v="0"/>
        <pc:sldMkLst>
          <pc:docMk/>
          <pc:sldMk cId="1382539522" sldId="507"/>
        </pc:sldMkLst>
      </pc:sldChg>
      <pc:sldChg chg="add">
        <pc:chgData name="ebermudez acsi-quality.com" userId="f32f8f3d-2216-44e7-94d0-1d3bbea0b2b2" providerId="ADAL" clId="{AA4E49AF-00F3-4E9C-A9CE-58195EABE4BE}" dt="2022-06-10T20:41:29.705" v="0"/>
        <pc:sldMkLst>
          <pc:docMk/>
          <pc:sldMk cId="3806404893" sldId="509"/>
        </pc:sldMkLst>
      </pc:sldChg>
      <pc:sldChg chg="add">
        <pc:chgData name="ebermudez acsi-quality.com" userId="f32f8f3d-2216-44e7-94d0-1d3bbea0b2b2" providerId="ADAL" clId="{AA4E49AF-00F3-4E9C-A9CE-58195EABE4BE}" dt="2022-06-10T20:41:29.705" v="0"/>
        <pc:sldMkLst>
          <pc:docMk/>
          <pc:sldMk cId="444649390" sldId="513"/>
        </pc:sldMkLst>
      </pc:sldChg>
      <pc:sldChg chg="add">
        <pc:chgData name="ebermudez acsi-quality.com" userId="f32f8f3d-2216-44e7-94d0-1d3bbea0b2b2" providerId="ADAL" clId="{AA4E49AF-00F3-4E9C-A9CE-58195EABE4BE}" dt="2022-06-10T20:41:29.705" v="0"/>
        <pc:sldMkLst>
          <pc:docMk/>
          <pc:sldMk cId="317244283" sldId="514"/>
        </pc:sldMkLst>
      </pc:sldChg>
      <pc:sldChg chg="add">
        <pc:chgData name="ebermudez acsi-quality.com" userId="f32f8f3d-2216-44e7-94d0-1d3bbea0b2b2" providerId="ADAL" clId="{AA4E49AF-00F3-4E9C-A9CE-58195EABE4BE}" dt="2022-06-10T20:41:29.705" v="0"/>
        <pc:sldMkLst>
          <pc:docMk/>
          <pc:sldMk cId="2118603117" sldId="520"/>
        </pc:sldMkLst>
      </pc:sldChg>
      <pc:sldChg chg="add">
        <pc:chgData name="ebermudez acsi-quality.com" userId="f32f8f3d-2216-44e7-94d0-1d3bbea0b2b2" providerId="ADAL" clId="{AA4E49AF-00F3-4E9C-A9CE-58195EABE4BE}" dt="2022-06-10T20:41:29.705" v="0"/>
        <pc:sldMkLst>
          <pc:docMk/>
          <pc:sldMk cId="665498491" sldId="522"/>
        </pc:sldMkLst>
      </pc:sldChg>
      <pc:sldChg chg="add">
        <pc:chgData name="ebermudez acsi-quality.com" userId="f32f8f3d-2216-44e7-94d0-1d3bbea0b2b2" providerId="ADAL" clId="{AA4E49AF-00F3-4E9C-A9CE-58195EABE4BE}" dt="2022-06-10T20:41:29.705" v="0"/>
        <pc:sldMkLst>
          <pc:docMk/>
          <pc:sldMk cId="1226793624" sldId="524"/>
        </pc:sldMkLst>
      </pc:sldChg>
      <pc:sldChg chg="add">
        <pc:chgData name="ebermudez acsi-quality.com" userId="f32f8f3d-2216-44e7-94d0-1d3bbea0b2b2" providerId="ADAL" clId="{AA4E49AF-00F3-4E9C-A9CE-58195EABE4BE}" dt="2022-06-10T20:41:29.705" v="0"/>
        <pc:sldMkLst>
          <pc:docMk/>
          <pc:sldMk cId="3348149046" sldId="525"/>
        </pc:sldMkLst>
      </pc:sldChg>
      <pc:sldChg chg="add">
        <pc:chgData name="ebermudez acsi-quality.com" userId="f32f8f3d-2216-44e7-94d0-1d3bbea0b2b2" providerId="ADAL" clId="{AA4E49AF-00F3-4E9C-A9CE-58195EABE4BE}" dt="2022-06-10T20:41:29.705" v="0"/>
        <pc:sldMkLst>
          <pc:docMk/>
          <pc:sldMk cId="4093942695" sldId="539"/>
        </pc:sldMkLst>
      </pc:sldChg>
      <pc:sldChg chg="add">
        <pc:chgData name="ebermudez acsi-quality.com" userId="f32f8f3d-2216-44e7-94d0-1d3bbea0b2b2" providerId="ADAL" clId="{AA4E49AF-00F3-4E9C-A9CE-58195EABE4BE}" dt="2022-06-10T20:41:29.705" v="0"/>
        <pc:sldMkLst>
          <pc:docMk/>
          <pc:sldMk cId="1984158993" sldId="540"/>
        </pc:sldMkLst>
      </pc:sldChg>
      <pc:sldChg chg="add">
        <pc:chgData name="ebermudez acsi-quality.com" userId="f32f8f3d-2216-44e7-94d0-1d3bbea0b2b2" providerId="ADAL" clId="{AA4E49AF-00F3-4E9C-A9CE-58195EABE4BE}" dt="2022-06-10T20:41:29.705" v="0"/>
        <pc:sldMkLst>
          <pc:docMk/>
          <pc:sldMk cId="948304588" sldId="543"/>
        </pc:sldMkLst>
      </pc:sldChg>
      <pc:sldChg chg="add">
        <pc:chgData name="ebermudez acsi-quality.com" userId="f32f8f3d-2216-44e7-94d0-1d3bbea0b2b2" providerId="ADAL" clId="{AA4E49AF-00F3-4E9C-A9CE-58195EABE4BE}" dt="2022-06-10T20:41:29.705" v="0"/>
        <pc:sldMkLst>
          <pc:docMk/>
          <pc:sldMk cId="3817826485" sldId="544"/>
        </pc:sldMkLst>
      </pc:sldChg>
      <pc:sldChg chg="add">
        <pc:chgData name="ebermudez acsi-quality.com" userId="f32f8f3d-2216-44e7-94d0-1d3bbea0b2b2" providerId="ADAL" clId="{AA4E49AF-00F3-4E9C-A9CE-58195EABE4BE}" dt="2022-06-10T20:41:29.705" v="0"/>
        <pc:sldMkLst>
          <pc:docMk/>
          <pc:sldMk cId="999680931" sldId="706"/>
        </pc:sldMkLst>
      </pc:sldChg>
      <pc:sldChg chg="add">
        <pc:chgData name="ebermudez acsi-quality.com" userId="f32f8f3d-2216-44e7-94d0-1d3bbea0b2b2" providerId="ADAL" clId="{AA4E49AF-00F3-4E9C-A9CE-58195EABE4BE}" dt="2022-06-10T20:41:29.705" v="0"/>
        <pc:sldMkLst>
          <pc:docMk/>
          <pc:sldMk cId="41338965" sldId="707"/>
        </pc:sldMkLst>
      </pc:sldChg>
      <pc:sldChg chg="add">
        <pc:chgData name="ebermudez acsi-quality.com" userId="f32f8f3d-2216-44e7-94d0-1d3bbea0b2b2" providerId="ADAL" clId="{AA4E49AF-00F3-4E9C-A9CE-58195EABE4BE}" dt="2022-06-10T20:41:29.705" v="0"/>
        <pc:sldMkLst>
          <pc:docMk/>
          <pc:sldMk cId="1075307401" sldId="709"/>
        </pc:sldMkLst>
      </pc:sldChg>
      <pc:sldChg chg="add">
        <pc:chgData name="ebermudez acsi-quality.com" userId="f32f8f3d-2216-44e7-94d0-1d3bbea0b2b2" providerId="ADAL" clId="{AA4E49AF-00F3-4E9C-A9CE-58195EABE4BE}" dt="2022-06-10T20:41:29.705" v="0"/>
        <pc:sldMkLst>
          <pc:docMk/>
          <pc:sldMk cId="1046341982" sldId="712"/>
        </pc:sldMkLst>
      </pc:sldChg>
      <pc:sldChg chg="add">
        <pc:chgData name="ebermudez acsi-quality.com" userId="f32f8f3d-2216-44e7-94d0-1d3bbea0b2b2" providerId="ADAL" clId="{AA4E49AF-00F3-4E9C-A9CE-58195EABE4BE}" dt="2022-06-10T20:41:29.705" v="0"/>
        <pc:sldMkLst>
          <pc:docMk/>
          <pc:sldMk cId="1986749911" sldId="713"/>
        </pc:sldMkLst>
      </pc:sldChg>
      <pc:sldChg chg="add">
        <pc:chgData name="ebermudez acsi-quality.com" userId="f32f8f3d-2216-44e7-94d0-1d3bbea0b2b2" providerId="ADAL" clId="{AA4E49AF-00F3-4E9C-A9CE-58195EABE4BE}" dt="2022-06-10T21:03:32.571" v="2"/>
        <pc:sldMkLst>
          <pc:docMk/>
          <pc:sldMk cId="2367596725" sldId="719"/>
        </pc:sldMkLst>
      </pc:sldChg>
      <pc:sldChg chg="add">
        <pc:chgData name="ebermudez acsi-quality.com" userId="f32f8f3d-2216-44e7-94d0-1d3bbea0b2b2" providerId="ADAL" clId="{AA4E49AF-00F3-4E9C-A9CE-58195EABE4BE}" dt="2022-06-10T20:41:29.705" v="0"/>
        <pc:sldMkLst>
          <pc:docMk/>
          <pc:sldMk cId="1907889733" sldId="720"/>
        </pc:sldMkLst>
      </pc:sldChg>
      <pc:sldChg chg="add">
        <pc:chgData name="ebermudez acsi-quality.com" userId="f32f8f3d-2216-44e7-94d0-1d3bbea0b2b2" providerId="ADAL" clId="{AA4E49AF-00F3-4E9C-A9CE-58195EABE4BE}" dt="2022-06-10T20:41:29.705" v="0"/>
        <pc:sldMkLst>
          <pc:docMk/>
          <pc:sldMk cId="1129160507" sldId="721"/>
        </pc:sldMkLst>
      </pc:sldChg>
      <pc:sldChg chg="add">
        <pc:chgData name="ebermudez acsi-quality.com" userId="f32f8f3d-2216-44e7-94d0-1d3bbea0b2b2" providerId="ADAL" clId="{AA4E49AF-00F3-4E9C-A9CE-58195EABE4BE}" dt="2022-06-10T21:20:13.128" v="6"/>
        <pc:sldMkLst>
          <pc:docMk/>
          <pc:sldMk cId="3576723768" sldId="722"/>
        </pc:sldMkLst>
      </pc:sldChg>
      <pc:sldChg chg="add">
        <pc:chgData name="ebermudez acsi-quality.com" userId="f32f8f3d-2216-44e7-94d0-1d3bbea0b2b2" providerId="ADAL" clId="{AA4E49AF-00F3-4E9C-A9CE-58195EABE4BE}" dt="2022-06-10T20:41:29.705" v="0"/>
        <pc:sldMkLst>
          <pc:docMk/>
          <pc:sldMk cId="1154529560" sldId="731"/>
        </pc:sldMkLst>
      </pc:sldChg>
      <pc:sldChg chg="add">
        <pc:chgData name="ebermudez acsi-quality.com" userId="f32f8f3d-2216-44e7-94d0-1d3bbea0b2b2" providerId="ADAL" clId="{AA4E49AF-00F3-4E9C-A9CE-58195EABE4BE}" dt="2022-06-10T20:41:29.705" v="0"/>
        <pc:sldMkLst>
          <pc:docMk/>
          <pc:sldMk cId="1461911299" sldId="732"/>
        </pc:sldMkLst>
      </pc:sldChg>
      <pc:sldChg chg="addSp delSp modSp add mod">
        <pc:chgData name="ebermudez acsi-quality.com" userId="f32f8f3d-2216-44e7-94d0-1d3bbea0b2b2" providerId="ADAL" clId="{AA4E49AF-00F3-4E9C-A9CE-58195EABE4BE}" dt="2022-06-10T21:22:44.018" v="29" actId="478"/>
        <pc:sldMkLst>
          <pc:docMk/>
          <pc:sldMk cId="927901438" sldId="733"/>
        </pc:sldMkLst>
        <pc:spChg chg="add del mod">
          <ac:chgData name="ebermudez acsi-quality.com" userId="f32f8f3d-2216-44e7-94d0-1d3bbea0b2b2" providerId="ADAL" clId="{AA4E49AF-00F3-4E9C-A9CE-58195EABE4BE}" dt="2022-06-10T21:22:44.018" v="29" actId="478"/>
          <ac:spMkLst>
            <pc:docMk/>
            <pc:sldMk cId="927901438" sldId="733"/>
            <ac:spMk id="3" creationId="{23854B45-D08E-3BEC-76F7-27FFBB8E57EA}"/>
          </ac:spMkLst>
        </pc:spChg>
        <pc:spChg chg="del">
          <ac:chgData name="ebermudez acsi-quality.com" userId="f32f8f3d-2216-44e7-94d0-1d3bbea0b2b2" providerId="ADAL" clId="{AA4E49AF-00F3-4E9C-A9CE-58195EABE4BE}" dt="2022-06-10T21:22:37.306" v="28" actId="478"/>
          <ac:spMkLst>
            <pc:docMk/>
            <pc:sldMk cId="927901438" sldId="733"/>
            <ac:spMk id="329731" creationId="{FF5FA2AD-275D-4BFE-A9B6-17BCC17A02EF}"/>
          </ac:spMkLst>
        </pc:spChg>
      </pc:sldChg>
      <pc:sldChg chg="add">
        <pc:chgData name="ebermudez acsi-quality.com" userId="f32f8f3d-2216-44e7-94d0-1d3bbea0b2b2" providerId="ADAL" clId="{AA4E49AF-00F3-4E9C-A9CE-58195EABE4BE}" dt="2022-06-10T21:03:32.571" v="2"/>
        <pc:sldMkLst>
          <pc:docMk/>
          <pc:sldMk cId="881682499" sldId="734"/>
        </pc:sldMkLst>
      </pc:sldChg>
      <pc:sldChg chg="add">
        <pc:chgData name="ebermudez acsi-quality.com" userId="f32f8f3d-2216-44e7-94d0-1d3bbea0b2b2" providerId="ADAL" clId="{AA4E49AF-00F3-4E9C-A9CE-58195EABE4BE}" dt="2022-06-10T21:03:32.571" v="2"/>
        <pc:sldMkLst>
          <pc:docMk/>
          <pc:sldMk cId="1506901901" sldId="735"/>
        </pc:sldMkLst>
      </pc:sldChg>
      <pc:sldChg chg="modSp add mod">
        <pc:chgData name="ebermudez acsi-quality.com" userId="f32f8f3d-2216-44e7-94d0-1d3bbea0b2b2" providerId="ADAL" clId="{AA4E49AF-00F3-4E9C-A9CE-58195EABE4BE}" dt="2022-06-10T21:21:12.771" v="12" actId="20577"/>
        <pc:sldMkLst>
          <pc:docMk/>
          <pc:sldMk cId="3139425061" sldId="736"/>
        </pc:sldMkLst>
        <pc:spChg chg="mod">
          <ac:chgData name="ebermudez acsi-quality.com" userId="f32f8f3d-2216-44e7-94d0-1d3bbea0b2b2" providerId="ADAL" clId="{AA4E49AF-00F3-4E9C-A9CE-58195EABE4BE}" dt="2022-06-10T21:21:12.771" v="12" actId="20577"/>
          <ac:spMkLst>
            <pc:docMk/>
            <pc:sldMk cId="3139425061" sldId="736"/>
            <ac:spMk id="2" creationId="{00000000-0000-0000-0000-000000000000}"/>
          </ac:spMkLst>
        </pc:spChg>
      </pc:sldChg>
      <pc:sldChg chg="modSp new mod">
        <pc:chgData name="ebermudez acsi-quality.com" userId="f32f8f3d-2216-44e7-94d0-1d3bbea0b2b2" providerId="ADAL" clId="{AA4E49AF-00F3-4E9C-A9CE-58195EABE4BE}" dt="2022-06-10T21:22:28.166" v="26" actId="27636"/>
        <pc:sldMkLst>
          <pc:docMk/>
          <pc:sldMk cId="986531730" sldId="737"/>
        </pc:sldMkLst>
        <pc:spChg chg="mod">
          <ac:chgData name="ebermudez acsi-quality.com" userId="f32f8f3d-2216-44e7-94d0-1d3bbea0b2b2" providerId="ADAL" clId="{AA4E49AF-00F3-4E9C-A9CE-58195EABE4BE}" dt="2022-06-10T21:22:28.166" v="26" actId="27636"/>
          <ac:spMkLst>
            <pc:docMk/>
            <pc:sldMk cId="986531730" sldId="737"/>
            <ac:spMk id="6" creationId="{D07797D7-7AF2-B279-E391-EE3BCB6D3C7B}"/>
          </ac:spMkLst>
        </pc:spChg>
      </pc:sldChg>
      <pc:sldChg chg="delSp modSp add mod">
        <pc:chgData name="ebermudez acsi-quality.com" userId="f32f8f3d-2216-44e7-94d0-1d3bbea0b2b2" providerId="ADAL" clId="{AA4E49AF-00F3-4E9C-A9CE-58195EABE4BE}" dt="2022-06-10T21:22:31.364" v="27" actId="1076"/>
        <pc:sldMkLst>
          <pc:docMk/>
          <pc:sldMk cId="3718956667" sldId="738"/>
        </pc:sldMkLst>
        <pc:spChg chg="mod">
          <ac:chgData name="ebermudez acsi-quality.com" userId="f32f8f3d-2216-44e7-94d0-1d3bbea0b2b2" providerId="ADAL" clId="{AA4E49AF-00F3-4E9C-A9CE-58195EABE4BE}" dt="2022-06-10T21:22:31.364" v="27" actId="1076"/>
          <ac:spMkLst>
            <pc:docMk/>
            <pc:sldMk cId="3718956667" sldId="738"/>
            <ac:spMk id="329730" creationId="{EBBF443A-C7E8-4A50-B0AD-20B3B98FCDEB}"/>
          </ac:spMkLst>
        </pc:spChg>
        <pc:picChg chg="del">
          <ac:chgData name="ebermudez acsi-quality.com" userId="f32f8f3d-2216-44e7-94d0-1d3bbea0b2b2" providerId="ADAL" clId="{AA4E49AF-00F3-4E9C-A9CE-58195EABE4BE}" dt="2022-06-10T21:22:28.043" v="25" actId="478"/>
          <ac:picMkLst>
            <pc:docMk/>
            <pc:sldMk cId="3718956667" sldId="738"/>
            <ac:picMk id="329733" creationId="{BB5A2B21-2BAF-4499-A5E0-8998C87A7A41}"/>
          </ac:picMkLst>
        </pc:picChg>
      </pc:sldChg>
    </pc:docChg>
  </pc:docChgLst>
  <pc:docChgLst>
    <pc:chgData name="ebermudez acsi-quality.com" userId="f32f8f3d-2216-44e7-94d0-1d3bbea0b2b2" providerId="ADAL" clId="{7677A77B-5A85-4A75-BCC0-C3715FC75AB3}"/>
    <pc:docChg chg="custSel addSld modSld modSection">
      <pc:chgData name="ebermudez acsi-quality.com" userId="f32f8f3d-2216-44e7-94d0-1d3bbea0b2b2" providerId="ADAL" clId="{7677A77B-5A85-4A75-BCC0-C3715FC75AB3}" dt="2022-07-19T14:51:31.012" v="280" actId="20577"/>
      <pc:docMkLst>
        <pc:docMk/>
      </pc:docMkLst>
      <pc:sldChg chg="modSp mod">
        <pc:chgData name="ebermudez acsi-quality.com" userId="f32f8f3d-2216-44e7-94d0-1d3bbea0b2b2" providerId="ADAL" clId="{7677A77B-5A85-4A75-BCC0-C3715FC75AB3}" dt="2022-07-08T15:39:07.351" v="0" actId="20577"/>
        <pc:sldMkLst>
          <pc:docMk/>
          <pc:sldMk cId="2686311958" sldId="402"/>
        </pc:sldMkLst>
        <pc:spChg chg="mod">
          <ac:chgData name="ebermudez acsi-quality.com" userId="f32f8f3d-2216-44e7-94d0-1d3bbea0b2b2" providerId="ADAL" clId="{7677A77B-5A85-4A75-BCC0-C3715FC75AB3}" dt="2022-07-08T15:39:07.351" v="0" actId="20577"/>
          <ac:spMkLst>
            <pc:docMk/>
            <pc:sldMk cId="2686311958" sldId="402"/>
            <ac:spMk id="2" creationId="{00000000-0000-0000-0000-000000000000}"/>
          </ac:spMkLst>
        </pc:spChg>
      </pc:sldChg>
      <pc:sldChg chg="modSp mod">
        <pc:chgData name="ebermudez acsi-quality.com" userId="f32f8f3d-2216-44e7-94d0-1d3bbea0b2b2" providerId="ADAL" clId="{7677A77B-5A85-4A75-BCC0-C3715FC75AB3}" dt="2022-07-19T14:51:31.012" v="280" actId="20577"/>
        <pc:sldMkLst>
          <pc:docMk/>
          <pc:sldMk cId="2367596725" sldId="719"/>
        </pc:sldMkLst>
        <pc:spChg chg="mod">
          <ac:chgData name="ebermudez acsi-quality.com" userId="f32f8f3d-2216-44e7-94d0-1d3bbea0b2b2" providerId="ADAL" clId="{7677A77B-5A85-4A75-BCC0-C3715FC75AB3}" dt="2022-07-19T14:51:31.012" v="280" actId="20577"/>
          <ac:spMkLst>
            <pc:docMk/>
            <pc:sldMk cId="2367596725" sldId="719"/>
            <ac:spMk id="268291" creationId="{D5EC5CCF-35B9-465F-A1DC-07EE38CE9DCA}"/>
          </ac:spMkLst>
        </pc:spChg>
      </pc:sldChg>
      <pc:sldChg chg="new">
        <pc:chgData name="ebermudez acsi-quality.com" userId="f32f8f3d-2216-44e7-94d0-1d3bbea0b2b2" providerId="ADAL" clId="{7677A77B-5A85-4A75-BCC0-C3715FC75AB3}" dt="2022-07-08T15:39:52.541" v="1" actId="680"/>
        <pc:sldMkLst>
          <pc:docMk/>
          <pc:sldMk cId="2127461016" sldId="739"/>
        </pc:sldMkLst>
      </pc:sldChg>
    </pc:docChg>
  </pc:docChgLst>
  <pc:docChgLst>
    <pc:chgData name="ebermudez acsi-quality.com" userId="f32f8f3d-2216-44e7-94d0-1d3bbea0b2b2" providerId="ADAL" clId="{0F458445-D221-41B2-8A6E-9D51E6261E40}"/>
    <pc:docChg chg="delSld modSection">
      <pc:chgData name="ebermudez acsi-quality.com" userId="f32f8f3d-2216-44e7-94d0-1d3bbea0b2b2" providerId="ADAL" clId="{0F458445-D221-41B2-8A6E-9D51E6261E40}" dt="2023-05-05T16:13:55.345" v="0" actId="2696"/>
      <pc:docMkLst>
        <pc:docMk/>
      </pc:docMkLst>
      <pc:sldChg chg="del">
        <pc:chgData name="ebermudez acsi-quality.com" userId="f32f8f3d-2216-44e7-94d0-1d3bbea0b2b2" providerId="ADAL" clId="{0F458445-D221-41B2-8A6E-9D51E6261E40}" dt="2023-05-05T16:13:55.345" v="0" actId="2696"/>
        <pc:sldMkLst>
          <pc:docMk/>
          <pc:sldMk cId="2127461016" sldId="73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SchemeForSuggestions">
  <dgm:title val="Color Scheme for Suggestions"/>
  <dgm:desc val="Color Scheme for Suggestions"/>
  <dgm:catLst>
    <dgm:cat type="Other" pri="2"/>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bg1">
        <a:lumMod val="95000"/>
      </a:schemeClr>
    </dgm:fillClrLst>
    <dgm:linClrLst>
      <a:schemeClr val="bg1">
        <a:lumMod val="95000"/>
      </a:schemeClr>
    </dgm:linClrLst>
    <dgm:effectClrLst/>
    <dgm:txLinClrLst/>
    <dgm:txFillClrLst meth="repeat">
      <a:schemeClr val="tx1">
        <a:lumMod val="75000"/>
        <a:lumOff val="25000"/>
      </a:schemeClr>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BE7ED7-9F23-42EC-B04A-4259492A016A}" type="doc">
      <dgm:prSet loTypeId="urn:microsoft.com/office/officeart/2005/8/layout/list1" loCatId="Inbox" qsTypeId="urn:microsoft.com/office/officeart/2005/8/quickstyle/simple1" qsCatId="simple" csTypeId="urn:microsoft.com/office/officeart/2005/8/colors/accent0_3" csCatId="mainScheme" phldr="1"/>
      <dgm:spPr/>
      <dgm:t>
        <a:bodyPr/>
        <a:lstStyle/>
        <a:p>
          <a:endParaRPr lang="en-US"/>
        </a:p>
      </dgm:t>
    </dgm:pt>
    <dgm:pt modelId="{3B783F95-02D8-4E86-AD39-2A9E5EB004C9}">
      <dgm:prSet custT="1"/>
      <dgm:spPr>
        <a:solidFill>
          <a:schemeClr val="tx2"/>
        </a:solidFill>
      </dgm:spPr>
      <dgm:t>
        <a:bodyPr/>
        <a:lstStyle/>
        <a:p>
          <a:r>
            <a:rPr lang="en-US" sz="1600" b="1" dirty="0">
              <a:solidFill>
                <a:schemeClr val="bg1"/>
              </a:solidFill>
              <a:latin typeface="Calibri" panose="020F0502020204030204" pitchFamily="34" charset="0"/>
              <a:cs typeface="Calibri" panose="020F0502020204030204" pitchFamily="34" charset="0"/>
            </a:rPr>
            <a:t>Understand the requirements of ISO 9001: 2015 &amp; IATF 16949</a:t>
          </a:r>
        </a:p>
      </dgm:t>
    </dgm:pt>
    <dgm:pt modelId="{50D7D2C2-F19C-4B16-BFB9-49C359A9F322}" type="parTrans" cxnId="{69C438E9-76E0-490B-B8FF-4D3D06EA9AC7}">
      <dgm:prSet/>
      <dgm:spPr/>
      <dgm:t>
        <a:bodyPr/>
        <a:lstStyle/>
        <a:p>
          <a:endParaRPr lang="en-US"/>
        </a:p>
      </dgm:t>
    </dgm:pt>
    <dgm:pt modelId="{4962A6BE-46A2-4A53-949D-6D0B44BE37DE}" type="sibTrans" cxnId="{69C438E9-76E0-490B-B8FF-4D3D06EA9AC7}">
      <dgm:prSet/>
      <dgm:spPr/>
      <dgm:t>
        <a:bodyPr/>
        <a:lstStyle/>
        <a:p>
          <a:endParaRPr lang="en-US"/>
        </a:p>
      </dgm:t>
    </dgm:pt>
    <dgm:pt modelId="{1195C601-31E7-4427-B0FC-F5572C81AB17}">
      <dgm:prSet custT="1"/>
      <dgm:spPr>
        <a:solidFill>
          <a:schemeClr val="tx2"/>
        </a:solidFill>
      </dgm:spPr>
      <dgm:t>
        <a:bodyPr/>
        <a:lstStyle/>
        <a:p>
          <a:r>
            <a:rPr lang="en-US" sz="1600" b="1" dirty="0">
              <a:solidFill>
                <a:schemeClr val="bg1"/>
              </a:solidFill>
              <a:latin typeface="Calibri" panose="020F0502020204030204" pitchFamily="34" charset="0"/>
              <a:cs typeface="Calibri" panose="020F0502020204030204" pitchFamily="34" charset="0"/>
            </a:rPr>
            <a:t>Understand how to </a:t>
          </a:r>
          <a:r>
            <a:rPr lang="en-US" sz="1600" b="1" dirty="0" err="1">
              <a:solidFill>
                <a:schemeClr val="bg1"/>
              </a:solidFill>
              <a:latin typeface="Calibri" panose="020F0502020204030204" pitchFamily="34" charset="0"/>
              <a:cs typeface="Calibri" panose="020F0502020204030204" pitchFamily="34" charset="0"/>
            </a:rPr>
            <a:t>intergrate</a:t>
          </a:r>
          <a:r>
            <a:rPr lang="en-US" sz="1600" b="1" dirty="0">
              <a:solidFill>
                <a:schemeClr val="bg1"/>
              </a:solidFill>
              <a:latin typeface="Calibri" panose="020F0502020204030204" pitchFamily="34" charset="0"/>
              <a:cs typeface="Calibri" panose="020F0502020204030204" pitchFamily="34" charset="0"/>
            </a:rPr>
            <a:t> CSR’s within your QMS</a:t>
          </a:r>
        </a:p>
      </dgm:t>
    </dgm:pt>
    <dgm:pt modelId="{BEC46E6E-6870-472F-B0DF-A7D1A1EA784E}" type="parTrans" cxnId="{929AAAF4-968B-4E99-A708-96969C366FA4}">
      <dgm:prSet/>
      <dgm:spPr/>
      <dgm:t>
        <a:bodyPr/>
        <a:lstStyle/>
        <a:p>
          <a:endParaRPr lang="en-US"/>
        </a:p>
      </dgm:t>
    </dgm:pt>
    <dgm:pt modelId="{7084659F-95AF-42D2-A88C-67256A121531}" type="sibTrans" cxnId="{929AAAF4-968B-4E99-A708-96969C366FA4}">
      <dgm:prSet/>
      <dgm:spPr/>
      <dgm:t>
        <a:bodyPr/>
        <a:lstStyle/>
        <a:p>
          <a:endParaRPr lang="en-US"/>
        </a:p>
      </dgm:t>
    </dgm:pt>
    <dgm:pt modelId="{5931FECC-ECDC-4CC6-B726-3FEFD00C20BA}">
      <dgm:prSet custT="1"/>
      <dgm:spPr>
        <a:solidFill>
          <a:schemeClr val="tx2"/>
        </a:solidFill>
      </dgm:spPr>
      <dgm:t>
        <a:bodyPr/>
        <a:lstStyle/>
        <a:p>
          <a:r>
            <a:rPr lang="en-US" sz="1600" b="1" baseline="0" dirty="0">
              <a:solidFill>
                <a:schemeClr val="bg1"/>
              </a:solidFill>
              <a:latin typeface="Calibri" panose="020F0502020204030204" pitchFamily="34" charset="0"/>
              <a:cs typeface="Calibri" panose="020F0502020204030204" pitchFamily="34" charset="0"/>
            </a:rPr>
            <a:t>Understand  the Process Approach  within the QMS</a:t>
          </a:r>
          <a:endParaRPr lang="en-US" sz="1600" b="1" dirty="0">
            <a:solidFill>
              <a:schemeClr val="bg1"/>
            </a:solidFill>
            <a:latin typeface="Calibri" panose="020F0502020204030204" pitchFamily="34" charset="0"/>
            <a:cs typeface="Calibri" panose="020F0502020204030204" pitchFamily="34" charset="0"/>
          </a:endParaRPr>
        </a:p>
      </dgm:t>
    </dgm:pt>
    <dgm:pt modelId="{1D3EC856-C784-4435-8140-C76697EB88CC}" type="parTrans" cxnId="{6F7C3125-3051-488D-9220-7775576B62F0}">
      <dgm:prSet/>
      <dgm:spPr/>
      <dgm:t>
        <a:bodyPr/>
        <a:lstStyle/>
        <a:p>
          <a:endParaRPr lang="en-US"/>
        </a:p>
      </dgm:t>
    </dgm:pt>
    <dgm:pt modelId="{0094A7DD-994F-4B53-B932-0AC9A4A0088D}" type="sibTrans" cxnId="{6F7C3125-3051-488D-9220-7775576B62F0}">
      <dgm:prSet/>
      <dgm:spPr/>
      <dgm:t>
        <a:bodyPr/>
        <a:lstStyle/>
        <a:p>
          <a:endParaRPr lang="en-US"/>
        </a:p>
      </dgm:t>
    </dgm:pt>
    <dgm:pt modelId="{835B6F9C-D4FE-4397-BB2C-FBB1CE3C4760}">
      <dgm:prSet custT="1"/>
      <dgm:spPr>
        <a:solidFill>
          <a:schemeClr val="tx2"/>
        </a:solidFill>
      </dgm:spPr>
      <dgm:t>
        <a:bodyPr/>
        <a:lstStyle/>
        <a:p>
          <a:r>
            <a:rPr lang="en-US" sz="1600" b="1" dirty="0">
              <a:solidFill>
                <a:schemeClr val="bg1"/>
              </a:solidFill>
              <a:latin typeface="Calibri" panose="020F0502020204030204" pitchFamily="34" charset="0"/>
              <a:cs typeface="Calibri" panose="020F0502020204030204" pitchFamily="34" charset="0"/>
            </a:rPr>
            <a:t>Understand Risk Based Thinking</a:t>
          </a:r>
        </a:p>
      </dgm:t>
    </dgm:pt>
    <dgm:pt modelId="{10D16CB7-C926-4235-94B9-B7AC3786345F}" type="parTrans" cxnId="{BF68F767-C7D3-458E-BE0C-532CA436C88A}">
      <dgm:prSet/>
      <dgm:spPr/>
      <dgm:t>
        <a:bodyPr/>
        <a:lstStyle/>
        <a:p>
          <a:endParaRPr lang="en-US"/>
        </a:p>
      </dgm:t>
    </dgm:pt>
    <dgm:pt modelId="{D732E4E4-1E36-40D9-AA84-DFB9CDDF74BA}" type="sibTrans" cxnId="{BF68F767-C7D3-458E-BE0C-532CA436C88A}">
      <dgm:prSet/>
      <dgm:spPr/>
      <dgm:t>
        <a:bodyPr/>
        <a:lstStyle/>
        <a:p>
          <a:endParaRPr lang="en-US"/>
        </a:p>
      </dgm:t>
    </dgm:pt>
    <dgm:pt modelId="{3CA1EAD8-2101-4906-BF6A-18C1257DA6A7}">
      <dgm:prSet custT="1"/>
      <dgm:spPr>
        <a:solidFill>
          <a:schemeClr val="tx2"/>
        </a:solidFill>
      </dgm:spPr>
      <dgm:t>
        <a:bodyPr/>
        <a:lstStyle/>
        <a:p>
          <a:r>
            <a:rPr lang="en-US" sz="1600" b="1" baseline="0" dirty="0">
              <a:latin typeface="Calibri" panose="020F0502020204030204" pitchFamily="34" charset="0"/>
              <a:cs typeface="Calibri" panose="020F0502020204030204" pitchFamily="34" charset="0"/>
            </a:rPr>
            <a:t>Understand the basic concepts of the Automotive Core Tools</a:t>
          </a:r>
          <a:endParaRPr lang="en-US" sz="1600" b="1" dirty="0">
            <a:solidFill>
              <a:schemeClr val="bg1"/>
            </a:solidFill>
            <a:latin typeface="Calibri" panose="020F0502020204030204" pitchFamily="34" charset="0"/>
            <a:cs typeface="Calibri" panose="020F0502020204030204" pitchFamily="34" charset="0"/>
          </a:endParaRPr>
        </a:p>
      </dgm:t>
    </dgm:pt>
    <dgm:pt modelId="{B73140A6-3505-44B4-A983-46D562D7F06A}" type="sibTrans" cxnId="{3F379E8A-7970-4B3A-9265-627960991D34}">
      <dgm:prSet/>
      <dgm:spPr/>
      <dgm:t>
        <a:bodyPr/>
        <a:lstStyle/>
        <a:p>
          <a:endParaRPr lang="en-US"/>
        </a:p>
      </dgm:t>
    </dgm:pt>
    <dgm:pt modelId="{EC9CBA0D-B3CB-4B74-94A0-AEC15205B21A}" type="parTrans" cxnId="{3F379E8A-7970-4B3A-9265-627960991D34}">
      <dgm:prSet/>
      <dgm:spPr/>
      <dgm:t>
        <a:bodyPr/>
        <a:lstStyle/>
        <a:p>
          <a:endParaRPr lang="en-US"/>
        </a:p>
      </dgm:t>
    </dgm:pt>
    <dgm:pt modelId="{10371265-42B6-4580-9D31-A24F6987B503}" type="pres">
      <dgm:prSet presAssocID="{86BE7ED7-9F23-42EC-B04A-4259492A016A}" presName="linear" presStyleCnt="0">
        <dgm:presLayoutVars>
          <dgm:dir/>
          <dgm:animLvl val="lvl"/>
          <dgm:resizeHandles val="exact"/>
        </dgm:presLayoutVars>
      </dgm:prSet>
      <dgm:spPr/>
    </dgm:pt>
    <dgm:pt modelId="{D51CAB01-380B-4687-83A6-7C43BD99038D}" type="pres">
      <dgm:prSet presAssocID="{3B783F95-02D8-4E86-AD39-2A9E5EB004C9}" presName="parentLin" presStyleCnt="0"/>
      <dgm:spPr/>
    </dgm:pt>
    <dgm:pt modelId="{C9C0D7FC-E526-4CA8-8A80-66EF0C96E8A5}" type="pres">
      <dgm:prSet presAssocID="{3B783F95-02D8-4E86-AD39-2A9E5EB004C9}" presName="parentLeftMargin" presStyleLbl="node1" presStyleIdx="0" presStyleCnt="5"/>
      <dgm:spPr/>
    </dgm:pt>
    <dgm:pt modelId="{4975056A-E224-4AB0-A813-5631616973F8}" type="pres">
      <dgm:prSet presAssocID="{3B783F95-02D8-4E86-AD39-2A9E5EB004C9}" presName="parentText" presStyleLbl="node1" presStyleIdx="0" presStyleCnt="5" custScaleX="140447" custScaleY="139497" custLinFactNeighborY="10706">
        <dgm:presLayoutVars>
          <dgm:chMax val="0"/>
          <dgm:bulletEnabled val="1"/>
        </dgm:presLayoutVars>
      </dgm:prSet>
      <dgm:spPr/>
    </dgm:pt>
    <dgm:pt modelId="{74371439-7783-4A77-A33D-F0B2F282F7C8}" type="pres">
      <dgm:prSet presAssocID="{3B783F95-02D8-4E86-AD39-2A9E5EB004C9}" presName="negativeSpace" presStyleCnt="0"/>
      <dgm:spPr/>
    </dgm:pt>
    <dgm:pt modelId="{794843C4-6D52-436F-91C2-9468D8B9D4E1}" type="pres">
      <dgm:prSet presAssocID="{3B783F95-02D8-4E86-AD39-2A9E5EB004C9}" presName="childText" presStyleLbl="conFgAcc1" presStyleIdx="0" presStyleCnt="5" custLinFactNeighborY="37737">
        <dgm:presLayoutVars>
          <dgm:bulletEnabled val="1"/>
        </dgm:presLayoutVars>
      </dgm:prSet>
      <dgm:spPr>
        <a:solidFill>
          <a:schemeClr val="tx2">
            <a:lumMod val="40000"/>
            <a:lumOff val="60000"/>
            <a:alpha val="90000"/>
          </a:schemeClr>
        </a:solidFill>
      </dgm:spPr>
    </dgm:pt>
    <dgm:pt modelId="{EFFB71B4-FDCF-4D46-B780-BE57C39DA911}" type="pres">
      <dgm:prSet presAssocID="{4962A6BE-46A2-4A53-949D-6D0B44BE37DE}" presName="spaceBetweenRectangles" presStyleCnt="0"/>
      <dgm:spPr/>
    </dgm:pt>
    <dgm:pt modelId="{555085FF-6B17-4AC8-9952-4D9341851A64}" type="pres">
      <dgm:prSet presAssocID="{1195C601-31E7-4427-B0FC-F5572C81AB17}" presName="parentLin" presStyleCnt="0"/>
      <dgm:spPr/>
    </dgm:pt>
    <dgm:pt modelId="{588A52A3-4531-46C9-83CC-25425950FB62}" type="pres">
      <dgm:prSet presAssocID="{1195C601-31E7-4427-B0FC-F5572C81AB17}" presName="parentLeftMargin" presStyleLbl="node1" presStyleIdx="0" presStyleCnt="5"/>
      <dgm:spPr/>
    </dgm:pt>
    <dgm:pt modelId="{AEA6FF36-4F73-4AAB-AF01-6344B1868E4D}" type="pres">
      <dgm:prSet presAssocID="{1195C601-31E7-4427-B0FC-F5572C81AB17}" presName="parentText" presStyleLbl="node1" presStyleIdx="1" presStyleCnt="5" custScaleX="142857" custScaleY="157366" custLinFactNeighborY="10706">
        <dgm:presLayoutVars>
          <dgm:chMax val="0"/>
          <dgm:bulletEnabled val="1"/>
        </dgm:presLayoutVars>
      </dgm:prSet>
      <dgm:spPr/>
    </dgm:pt>
    <dgm:pt modelId="{90B8BBC8-B093-4286-A27A-B1F22129F79E}" type="pres">
      <dgm:prSet presAssocID="{1195C601-31E7-4427-B0FC-F5572C81AB17}" presName="negativeSpace" presStyleCnt="0"/>
      <dgm:spPr/>
    </dgm:pt>
    <dgm:pt modelId="{9EEE1ADB-B56B-4141-9260-ABD2140D3146}" type="pres">
      <dgm:prSet presAssocID="{1195C601-31E7-4427-B0FC-F5572C81AB17}" presName="childText" presStyleLbl="conFgAcc1" presStyleIdx="1" presStyleCnt="5" custLinFactNeighborY="37737">
        <dgm:presLayoutVars>
          <dgm:bulletEnabled val="1"/>
        </dgm:presLayoutVars>
      </dgm:prSet>
      <dgm:spPr>
        <a:solidFill>
          <a:schemeClr val="tx2">
            <a:lumMod val="40000"/>
            <a:lumOff val="60000"/>
            <a:alpha val="90000"/>
          </a:schemeClr>
        </a:solidFill>
      </dgm:spPr>
    </dgm:pt>
    <dgm:pt modelId="{E4C4AE46-4914-4AFC-B74B-9A7FAB5B283C}" type="pres">
      <dgm:prSet presAssocID="{7084659F-95AF-42D2-A88C-67256A121531}" presName="spaceBetweenRectangles" presStyleCnt="0"/>
      <dgm:spPr/>
    </dgm:pt>
    <dgm:pt modelId="{20862EF9-6B4A-4F0D-8DE6-C26DAF5AC066}" type="pres">
      <dgm:prSet presAssocID="{5931FECC-ECDC-4CC6-B726-3FEFD00C20BA}" presName="parentLin" presStyleCnt="0"/>
      <dgm:spPr/>
    </dgm:pt>
    <dgm:pt modelId="{8E9ED3C1-ACB2-464B-9A69-93FAF431C794}" type="pres">
      <dgm:prSet presAssocID="{5931FECC-ECDC-4CC6-B726-3FEFD00C20BA}" presName="parentLeftMargin" presStyleLbl="node1" presStyleIdx="1" presStyleCnt="5"/>
      <dgm:spPr/>
    </dgm:pt>
    <dgm:pt modelId="{E7955C24-6182-4B1F-93BD-6431F3CA0EE2}" type="pres">
      <dgm:prSet presAssocID="{5931FECC-ECDC-4CC6-B726-3FEFD00C20BA}" presName="parentText" presStyleLbl="node1" presStyleIdx="2" presStyleCnt="5" custScaleX="142857" custScaleY="165466" custLinFactNeighborY="10706">
        <dgm:presLayoutVars>
          <dgm:chMax val="0"/>
          <dgm:bulletEnabled val="1"/>
        </dgm:presLayoutVars>
      </dgm:prSet>
      <dgm:spPr/>
    </dgm:pt>
    <dgm:pt modelId="{B2AC1DE1-1C23-49E6-A310-FEF33D2001AF}" type="pres">
      <dgm:prSet presAssocID="{5931FECC-ECDC-4CC6-B726-3FEFD00C20BA}" presName="negativeSpace" presStyleCnt="0"/>
      <dgm:spPr/>
    </dgm:pt>
    <dgm:pt modelId="{B63093DB-9EBA-4A8E-9DD9-5575549F37D3}" type="pres">
      <dgm:prSet presAssocID="{5931FECC-ECDC-4CC6-B726-3FEFD00C20BA}" presName="childText" presStyleLbl="conFgAcc1" presStyleIdx="2" presStyleCnt="5" custLinFactNeighborY="37737">
        <dgm:presLayoutVars>
          <dgm:bulletEnabled val="1"/>
        </dgm:presLayoutVars>
      </dgm:prSet>
      <dgm:spPr>
        <a:solidFill>
          <a:schemeClr val="tx2">
            <a:lumMod val="40000"/>
            <a:lumOff val="60000"/>
            <a:alpha val="90000"/>
          </a:schemeClr>
        </a:solidFill>
      </dgm:spPr>
    </dgm:pt>
    <dgm:pt modelId="{1CCA0023-D7D3-4B96-9F73-B7AFCF21BA88}" type="pres">
      <dgm:prSet presAssocID="{0094A7DD-994F-4B53-B932-0AC9A4A0088D}" presName="spaceBetweenRectangles" presStyleCnt="0"/>
      <dgm:spPr/>
    </dgm:pt>
    <dgm:pt modelId="{95F4B5F3-122B-4526-A98C-CFFC875FCBFE}" type="pres">
      <dgm:prSet presAssocID="{835B6F9C-D4FE-4397-BB2C-FBB1CE3C4760}" presName="parentLin" presStyleCnt="0"/>
      <dgm:spPr/>
    </dgm:pt>
    <dgm:pt modelId="{1F692B65-3A56-411E-B9AB-50EAB7E4370E}" type="pres">
      <dgm:prSet presAssocID="{835B6F9C-D4FE-4397-BB2C-FBB1CE3C4760}" presName="parentLeftMargin" presStyleLbl="node1" presStyleIdx="2" presStyleCnt="5"/>
      <dgm:spPr/>
    </dgm:pt>
    <dgm:pt modelId="{ECD3F04E-362E-4C89-86C2-C4F5DC7A13D7}" type="pres">
      <dgm:prSet presAssocID="{835B6F9C-D4FE-4397-BB2C-FBB1CE3C4760}" presName="parentText" presStyleLbl="node1" presStyleIdx="3" presStyleCnt="5" custScaleX="142857" custScaleY="150094" custLinFactNeighborY="10706">
        <dgm:presLayoutVars>
          <dgm:chMax val="0"/>
          <dgm:bulletEnabled val="1"/>
        </dgm:presLayoutVars>
      </dgm:prSet>
      <dgm:spPr/>
    </dgm:pt>
    <dgm:pt modelId="{A04ACE3A-0670-4EC4-BCB7-C0E1E7993604}" type="pres">
      <dgm:prSet presAssocID="{835B6F9C-D4FE-4397-BB2C-FBB1CE3C4760}" presName="negativeSpace" presStyleCnt="0"/>
      <dgm:spPr/>
    </dgm:pt>
    <dgm:pt modelId="{AB27DCD1-3EE6-469D-8549-1D82BB3D2BD6}" type="pres">
      <dgm:prSet presAssocID="{835B6F9C-D4FE-4397-BB2C-FBB1CE3C4760}" presName="childText" presStyleLbl="conFgAcc1" presStyleIdx="3" presStyleCnt="5" custLinFactNeighborY="37737">
        <dgm:presLayoutVars>
          <dgm:bulletEnabled val="1"/>
        </dgm:presLayoutVars>
      </dgm:prSet>
      <dgm:spPr>
        <a:solidFill>
          <a:schemeClr val="tx2">
            <a:lumMod val="40000"/>
            <a:lumOff val="60000"/>
            <a:alpha val="90000"/>
          </a:schemeClr>
        </a:solidFill>
      </dgm:spPr>
    </dgm:pt>
    <dgm:pt modelId="{E235F6A8-0592-429C-8F42-651A8200A82E}" type="pres">
      <dgm:prSet presAssocID="{D732E4E4-1E36-40D9-AA84-DFB9CDDF74BA}" presName="spaceBetweenRectangles" presStyleCnt="0"/>
      <dgm:spPr/>
    </dgm:pt>
    <dgm:pt modelId="{C46CF504-866D-46E4-B155-EC3567B2D2A9}" type="pres">
      <dgm:prSet presAssocID="{3CA1EAD8-2101-4906-BF6A-18C1257DA6A7}" presName="parentLin" presStyleCnt="0"/>
      <dgm:spPr/>
    </dgm:pt>
    <dgm:pt modelId="{FDC96989-F7F6-401F-9179-9F249213EEA7}" type="pres">
      <dgm:prSet presAssocID="{3CA1EAD8-2101-4906-BF6A-18C1257DA6A7}" presName="parentLeftMargin" presStyleLbl="node1" presStyleIdx="3" presStyleCnt="5"/>
      <dgm:spPr/>
    </dgm:pt>
    <dgm:pt modelId="{4E08D9E0-C045-4009-BF47-8D59A2B499AD}" type="pres">
      <dgm:prSet presAssocID="{3CA1EAD8-2101-4906-BF6A-18C1257DA6A7}" presName="parentText" presStyleLbl="node1" presStyleIdx="4" presStyleCnt="5" custScaleX="142857" custScaleY="178410">
        <dgm:presLayoutVars>
          <dgm:chMax val="0"/>
          <dgm:bulletEnabled val="1"/>
        </dgm:presLayoutVars>
      </dgm:prSet>
      <dgm:spPr/>
    </dgm:pt>
    <dgm:pt modelId="{2350E1EA-417B-4730-B468-481CB5A5E74E}" type="pres">
      <dgm:prSet presAssocID="{3CA1EAD8-2101-4906-BF6A-18C1257DA6A7}" presName="negativeSpace" presStyleCnt="0"/>
      <dgm:spPr/>
    </dgm:pt>
    <dgm:pt modelId="{3BFF0E79-25D0-45E5-9392-E42C79161099}" type="pres">
      <dgm:prSet presAssocID="{3CA1EAD8-2101-4906-BF6A-18C1257DA6A7}" presName="childText" presStyleLbl="conFgAcc1" presStyleIdx="4" presStyleCnt="5">
        <dgm:presLayoutVars>
          <dgm:bulletEnabled val="1"/>
        </dgm:presLayoutVars>
      </dgm:prSet>
      <dgm:spPr>
        <a:solidFill>
          <a:schemeClr val="tx2">
            <a:lumMod val="40000"/>
            <a:lumOff val="60000"/>
            <a:alpha val="90000"/>
          </a:schemeClr>
        </a:solidFill>
      </dgm:spPr>
    </dgm:pt>
  </dgm:ptLst>
  <dgm:cxnLst>
    <dgm:cxn modelId="{6F7C3125-3051-488D-9220-7775576B62F0}" srcId="{86BE7ED7-9F23-42EC-B04A-4259492A016A}" destId="{5931FECC-ECDC-4CC6-B726-3FEFD00C20BA}" srcOrd="2" destOrd="0" parTransId="{1D3EC856-C784-4435-8140-C76697EB88CC}" sibTransId="{0094A7DD-994F-4B53-B932-0AC9A4A0088D}"/>
    <dgm:cxn modelId="{C2D4B929-DD20-4EB5-BCAC-4F5E02D71B73}" type="presOf" srcId="{1195C601-31E7-4427-B0FC-F5572C81AB17}" destId="{AEA6FF36-4F73-4AAB-AF01-6344B1868E4D}" srcOrd="1" destOrd="0" presId="urn:microsoft.com/office/officeart/2005/8/layout/list1"/>
    <dgm:cxn modelId="{28B13338-98AD-47E9-8C97-CE15593BD205}" type="presOf" srcId="{835B6F9C-D4FE-4397-BB2C-FBB1CE3C4760}" destId="{ECD3F04E-362E-4C89-86C2-C4F5DC7A13D7}" srcOrd="1" destOrd="0" presId="urn:microsoft.com/office/officeart/2005/8/layout/list1"/>
    <dgm:cxn modelId="{4384BD3D-685D-4F65-953C-B8F3C4FC999D}" type="presOf" srcId="{835B6F9C-D4FE-4397-BB2C-FBB1CE3C4760}" destId="{1F692B65-3A56-411E-B9AB-50EAB7E4370E}" srcOrd="0" destOrd="0" presId="urn:microsoft.com/office/officeart/2005/8/layout/list1"/>
    <dgm:cxn modelId="{CE73805C-37EB-428D-8351-CA050D2DF82B}" type="presOf" srcId="{3B783F95-02D8-4E86-AD39-2A9E5EB004C9}" destId="{C9C0D7FC-E526-4CA8-8A80-66EF0C96E8A5}" srcOrd="0" destOrd="0" presId="urn:microsoft.com/office/officeart/2005/8/layout/list1"/>
    <dgm:cxn modelId="{BF68F767-C7D3-458E-BE0C-532CA436C88A}" srcId="{86BE7ED7-9F23-42EC-B04A-4259492A016A}" destId="{835B6F9C-D4FE-4397-BB2C-FBB1CE3C4760}" srcOrd="3" destOrd="0" parTransId="{10D16CB7-C926-4235-94B9-B7AC3786345F}" sibTransId="{D732E4E4-1E36-40D9-AA84-DFB9CDDF74BA}"/>
    <dgm:cxn modelId="{56F31150-E279-4714-A674-13CB1EB5E364}" type="presOf" srcId="{5931FECC-ECDC-4CC6-B726-3FEFD00C20BA}" destId="{E7955C24-6182-4B1F-93BD-6431F3CA0EE2}" srcOrd="1" destOrd="0" presId="urn:microsoft.com/office/officeart/2005/8/layout/list1"/>
    <dgm:cxn modelId="{3F379E8A-7970-4B3A-9265-627960991D34}" srcId="{86BE7ED7-9F23-42EC-B04A-4259492A016A}" destId="{3CA1EAD8-2101-4906-BF6A-18C1257DA6A7}" srcOrd="4" destOrd="0" parTransId="{EC9CBA0D-B3CB-4B74-94A0-AEC15205B21A}" sibTransId="{B73140A6-3505-44B4-A983-46D562D7F06A}"/>
    <dgm:cxn modelId="{F982B692-F57C-4A36-8166-5ECD7D169E56}" type="presOf" srcId="{5931FECC-ECDC-4CC6-B726-3FEFD00C20BA}" destId="{8E9ED3C1-ACB2-464B-9A69-93FAF431C794}" srcOrd="0" destOrd="0" presId="urn:microsoft.com/office/officeart/2005/8/layout/list1"/>
    <dgm:cxn modelId="{CBD1FA92-D6A9-4FF6-9E69-777DCF743056}" type="presOf" srcId="{86BE7ED7-9F23-42EC-B04A-4259492A016A}" destId="{10371265-42B6-4580-9D31-A24F6987B503}" srcOrd="0" destOrd="0" presId="urn:microsoft.com/office/officeart/2005/8/layout/list1"/>
    <dgm:cxn modelId="{622C0F93-F0EF-4FCE-9410-919A665CBF63}" type="presOf" srcId="{1195C601-31E7-4427-B0FC-F5572C81AB17}" destId="{588A52A3-4531-46C9-83CC-25425950FB62}" srcOrd="0" destOrd="0" presId="urn:microsoft.com/office/officeart/2005/8/layout/list1"/>
    <dgm:cxn modelId="{05209AA3-9CF5-4D0E-96B9-4B41ED341DD5}" type="presOf" srcId="{3B783F95-02D8-4E86-AD39-2A9E5EB004C9}" destId="{4975056A-E224-4AB0-A813-5631616973F8}" srcOrd="1" destOrd="0" presId="urn:microsoft.com/office/officeart/2005/8/layout/list1"/>
    <dgm:cxn modelId="{E71503C8-4072-48C0-B115-F0956AA19769}" type="presOf" srcId="{3CA1EAD8-2101-4906-BF6A-18C1257DA6A7}" destId="{4E08D9E0-C045-4009-BF47-8D59A2B499AD}" srcOrd="1" destOrd="0" presId="urn:microsoft.com/office/officeart/2005/8/layout/list1"/>
    <dgm:cxn modelId="{69C438E9-76E0-490B-B8FF-4D3D06EA9AC7}" srcId="{86BE7ED7-9F23-42EC-B04A-4259492A016A}" destId="{3B783F95-02D8-4E86-AD39-2A9E5EB004C9}" srcOrd="0" destOrd="0" parTransId="{50D7D2C2-F19C-4B16-BFB9-49C359A9F322}" sibTransId="{4962A6BE-46A2-4A53-949D-6D0B44BE37DE}"/>
    <dgm:cxn modelId="{EC852DF4-C0FA-4D35-8A5F-F74BEA95BBD7}" type="presOf" srcId="{3CA1EAD8-2101-4906-BF6A-18C1257DA6A7}" destId="{FDC96989-F7F6-401F-9179-9F249213EEA7}" srcOrd="0" destOrd="0" presId="urn:microsoft.com/office/officeart/2005/8/layout/list1"/>
    <dgm:cxn modelId="{929AAAF4-968B-4E99-A708-96969C366FA4}" srcId="{86BE7ED7-9F23-42EC-B04A-4259492A016A}" destId="{1195C601-31E7-4427-B0FC-F5572C81AB17}" srcOrd="1" destOrd="0" parTransId="{BEC46E6E-6870-472F-B0DF-A7D1A1EA784E}" sibTransId="{7084659F-95AF-42D2-A88C-67256A121531}"/>
    <dgm:cxn modelId="{4B634463-B3BF-4264-9F66-68C4D0D581DA}" type="presParOf" srcId="{10371265-42B6-4580-9D31-A24F6987B503}" destId="{D51CAB01-380B-4687-83A6-7C43BD99038D}" srcOrd="0" destOrd="0" presId="urn:microsoft.com/office/officeart/2005/8/layout/list1"/>
    <dgm:cxn modelId="{099D9CB1-707C-4980-93E2-DB7A3A6E8ADD}" type="presParOf" srcId="{D51CAB01-380B-4687-83A6-7C43BD99038D}" destId="{C9C0D7FC-E526-4CA8-8A80-66EF0C96E8A5}" srcOrd="0" destOrd="0" presId="urn:microsoft.com/office/officeart/2005/8/layout/list1"/>
    <dgm:cxn modelId="{1F184F84-311C-46FA-9DF4-E6C3A40DE0E7}" type="presParOf" srcId="{D51CAB01-380B-4687-83A6-7C43BD99038D}" destId="{4975056A-E224-4AB0-A813-5631616973F8}" srcOrd="1" destOrd="0" presId="urn:microsoft.com/office/officeart/2005/8/layout/list1"/>
    <dgm:cxn modelId="{7C6D8D70-E231-4CAD-BCC2-2A2B8E8F12EC}" type="presParOf" srcId="{10371265-42B6-4580-9D31-A24F6987B503}" destId="{74371439-7783-4A77-A33D-F0B2F282F7C8}" srcOrd="1" destOrd="0" presId="urn:microsoft.com/office/officeart/2005/8/layout/list1"/>
    <dgm:cxn modelId="{40A216EB-815B-4C33-A32F-5D81DC1FFE7F}" type="presParOf" srcId="{10371265-42B6-4580-9D31-A24F6987B503}" destId="{794843C4-6D52-436F-91C2-9468D8B9D4E1}" srcOrd="2" destOrd="0" presId="urn:microsoft.com/office/officeart/2005/8/layout/list1"/>
    <dgm:cxn modelId="{282C72D8-4798-4E75-AAF8-42CA479AECCE}" type="presParOf" srcId="{10371265-42B6-4580-9D31-A24F6987B503}" destId="{EFFB71B4-FDCF-4D46-B780-BE57C39DA911}" srcOrd="3" destOrd="0" presId="urn:microsoft.com/office/officeart/2005/8/layout/list1"/>
    <dgm:cxn modelId="{F481B334-F93C-4624-BE57-A053889796BE}" type="presParOf" srcId="{10371265-42B6-4580-9D31-A24F6987B503}" destId="{555085FF-6B17-4AC8-9952-4D9341851A64}" srcOrd="4" destOrd="0" presId="urn:microsoft.com/office/officeart/2005/8/layout/list1"/>
    <dgm:cxn modelId="{327C6C8E-A8E8-46B9-B981-4BFB313E4182}" type="presParOf" srcId="{555085FF-6B17-4AC8-9952-4D9341851A64}" destId="{588A52A3-4531-46C9-83CC-25425950FB62}" srcOrd="0" destOrd="0" presId="urn:microsoft.com/office/officeart/2005/8/layout/list1"/>
    <dgm:cxn modelId="{04083CFA-1F77-4DBD-876B-933B01DE4EE9}" type="presParOf" srcId="{555085FF-6B17-4AC8-9952-4D9341851A64}" destId="{AEA6FF36-4F73-4AAB-AF01-6344B1868E4D}" srcOrd="1" destOrd="0" presId="urn:microsoft.com/office/officeart/2005/8/layout/list1"/>
    <dgm:cxn modelId="{50F859FF-5377-4F2E-B0C8-0FC261A41487}" type="presParOf" srcId="{10371265-42B6-4580-9D31-A24F6987B503}" destId="{90B8BBC8-B093-4286-A27A-B1F22129F79E}" srcOrd="5" destOrd="0" presId="urn:microsoft.com/office/officeart/2005/8/layout/list1"/>
    <dgm:cxn modelId="{AE006697-FF1F-4209-8741-CB5C7D5D24C2}" type="presParOf" srcId="{10371265-42B6-4580-9D31-A24F6987B503}" destId="{9EEE1ADB-B56B-4141-9260-ABD2140D3146}" srcOrd="6" destOrd="0" presId="urn:microsoft.com/office/officeart/2005/8/layout/list1"/>
    <dgm:cxn modelId="{F8BB9771-C8FF-4810-A975-199488703EB8}" type="presParOf" srcId="{10371265-42B6-4580-9D31-A24F6987B503}" destId="{E4C4AE46-4914-4AFC-B74B-9A7FAB5B283C}" srcOrd="7" destOrd="0" presId="urn:microsoft.com/office/officeart/2005/8/layout/list1"/>
    <dgm:cxn modelId="{FA1B7A3F-A536-4233-9082-F5616F0F7800}" type="presParOf" srcId="{10371265-42B6-4580-9D31-A24F6987B503}" destId="{20862EF9-6B4A-4F0D-8DE6-C26DAF5AC066}" srcOrd="8" destOrd="0" presId="urn:microsoft.com/office/officeart/2005/8/layout/list1"/>
    <dgm:cxn modelId="{31C9684A-0701-4142-A099-72B170672A5A}" type="presParOf" srcId="{20862EF9-6B4A-4F0D-8DE6-C26DAF5AC066}" destId="{8E9ED3C1-ACB2-464B-9A69-93FAF431C794}" srcOrd="0" destOrd="0" presId="urn:microsoft.com/office/officeart/2005/8/layout/list1"/>
    <dgm:cxn modelId="{D716D069-02D8-412B-91DE-E2F28F4B695B}" type="presParOf" srcId="{20862EF9-6B4A-4F0D-8DE6-C26DAF5AC066}" destId="{E7955C24-6182-4B1F-93BD-6431F3CA0EE2}" srcOrd="1" destOrd="0" presId="urn:microsoft.com/office/officeart/2005/8/layout/list1"/>
    <dgm:cxn modelId="{3F5EA9A5-576A-4977-93F6-58C40FDD3B28}" type="presParOf" srcId="{10371265-42B6-4580-9D31-A24F6987B503}" destId="{B2AC1DE1-1C23-49E6-A310-FEF33D2001AF}" srcOrd="9" destOrd="0" presId="urn:microsoft.com/office/officeart/2005/8/layout/list1"/>
    <dgm:cxn modelId="{479AF32F-F7BB-4406-BED5-CBA08E8D7094}" type="presParOf" srcId="{10371265-42B6-4580-9D31-A24F6987B503}" destId="{B63093DB-9EBA-4A8E-9DD9-5575549F37D3}" srcOrd="10" destOrd="0" presId="urn:microsoft.com/office/officeart/2005/8/layout/list1"/>
    <dgm:cxn modelId="{10B5D4B2-8C8B-416B-AF03-23667C9DA41F}" type="presParOf" srcId="{10371265-42B6-4580-9D31-A24F6987B503}" destId="{1CCA0023-D7D3-4B96-9F73-B7AFCF21BA88}" srcOrd="11" destOrd="0" presId="urn:microsoft.com/office/officeart/2005/8/layout/list1"/>
    <dgm:cxn modelId="{8EB4E742-7F0C-47BC-B078-9113F77B4829}" type="presParOf" srcId="{10371265-42B6-4580-9D31-A24F6987B503}" destId="{95F4B5F3-122B-4526-A98C-CFFC875FCBFE}" srcOrd="12" destOrd="0" presId="urn:microsoft.com/office/officeart/2005/8/layout/list1"/>
    <dgm:cxn modelId="{2A460FB1-57DA-48F3-AAEB-4821DFA1813A}" type="presParOf" srcId="{95F4B5F3-122B-4526-A98C-CFFC875FCBFE}" destId="{1F692B65-3A56-411E-B9AB-50EAB7E4370E}" srcOrd="0" destOrd="0" presId="urn:microsoft.com/office/officeart/2005/8/layout/list1"/>
    <dgm:cxn modelId="{600ED537-0530-4505-8542-484B232D312F}" type="presParOf" srcId="{95F4B5F3-122B-4526-A98C-CFFC875FCBFE}" destId="{ECD3F04E-362E-4C89-86C2-C4F5DC7A13D7}" srcOrd="1" destOrd="0" presId="urn:microsoft.com/office/officeart/2005/8/layout/list1"/>
    <dgm:cxn modelId="{238C02FF-A774-4298-BA2A-7D18EC126CCF}" type="presParOf" srcId="{10371265-42B6-4580-9D31-A24F6987B503}" destId="{A04ACE3A-0670-4EC4-BCB7-C0E1E7993604}" srcOrd="13" destOrd="0" presId="urn:microsoft.com/office/officeart/2005/8/layout/list1"/>
    <dgm:cxn modelId="{5EF1CBA3-0966-412C-B79F-86D044B64D83}" type="presParOf" srcId="{10371265-42B6-4580-9D31-A24F6987B503}" destId="{AB27DCD1-3EE6-469D-8549-1D82BB3D2BD6}" srcOrd="14" destOrd="0" presId="urn:microsoft.com/office/officeart/2005/8/layout/list1"/>
    <dgm:cxn modelId="{16D457EE-C923-4CBE-997D-494945827CD9}" type="presParOf" srcId="{10371265-42B6-4580-9D31-A24F6987B503}" destId="{E235F6A8-0592-429C-8F42-651A8200A82E}" srcOrd="15" destOrd="0" presId="urn:microsoft.com/office/officeart/2005/8/layout/list1"/>
    <dgm:cxn modelId="{0B102751-652C-4A36-AE96-7768CFC2CF5F}" type="presParOf" srcId="{10371265-42B6-4580-9D31-A24F6987B503}" destId="{C46CF504-866D-46E4-B155-EC3567B2D2A9}" srcOrd="16" destOrd="0" presId="urn:microsoft.com/office/officeart/2005/8/layout/list1"/>
    <dgm:cxn modelId="{B522164D-A702-4DB8-B604-DD39B72A6D55}" type="presParOf" srcId="{C46CF504-866D-46E4-B155-EC3567B2D2A9}" destId="{FDC96989-F7F6-401F-9179-9F249213EEA7}" srcOrd="0" destOrd="0" presId="urn:microsoft.com/office/officeart/2005/8/layout/list1"/>
    <dgm:cxn modelId="{08829D0F-42E1-4BBA-B157-591D9D5699C1}" type="presParOf" srcId="{C46CF504-866D-46E4-B155-EC3567B2D2A9}" destId="{4E08D9E0-C045-4009-BF47-8D59A2B499AD}" srcOrd="1" destOrd="0" presId="urn:microsoft.com/office/officeart/2005/8/layout/list1"/>
    <dgm:cxn modelId="{B22E9AE9-15D2-40B5-96C5-C454A6D3BC64}" type="presParOf" srcId="{10371265-42B6-4580-9D31-A24F6987B503}" destId="{2350E1EA-417B-4730-B468-481CB5A5E74E}" srcOrd="17" destOrd="0" presId="urn:microsoft.com/office/officeart/2005/8/layout/list1"/>
    <dgm:cxn modelId="{8BFA214D-3CD7-46BA-9BB0-5CADF1A2C068}" type="presParOf" srcId="{10371265-42B6-4580-9D31-A24F6987B503}" destId="{3BFF0E79-25D0-45E5-9392-E42C7916109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777191-339A-449E-8FA5-C528B4EB12B7}"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371B48F7-D1E9-4FC7-BF98-A7A595717111}">
      <dgm:prSet/>
      <dgm:spPr>
        <a:solidFill>
          <a:schemeClr val="tx2">
            <a:lumMod val="60000"/>
            <a:lumOff val="40000"/>
          </a:schemeClr>
        </a:solidFill>
      </dgm:spPr>
      <dgm:t>
        <a:bodyPr/>
        <a:lstStyle/>
        <a:p>
          <a:r>
            <a:rPr lang="en-US" b="1" baseline="0" dirty="0">
              <a:solidFill>
                <a:schemeClr val="bg1"/>
              </a:solidFill>
              <a:latin typeface="Calibri" panose="020F0502020204030204" pitchFamily="34" charset="0"/>
              <a:cs typeface="Calibri" panose="020F0502020204030204" pitchFamily="34" charset="0"/>
            </a:rPr>
            <a:t>4.3.1 Determining the scope of the QMS</a:t>
          </a:r>
          <a:endParaRPr lang="en-US" dirty="0">
            <a:solidFill>
              <a:schemeClr val="bg1"/>
            </a:solidFill>
            <a:latin typeface="Calibri" panose="020F0502020204030204" pitchFamily="34" charset="0"/>
            <a:cs typeface="Calibri" panose="020F0502020204030204" pitchFamily="34" charset="0"/>
          </a:endParaRPr>
        </a:p>
      </dgm:t>
    </dgm:pt>
    <dgm:pt modelId="{2274EA2E-B2B1-48DA-AF3E-227E45AA2FA6}" type="parTrans" cxnId="{993DA104-D4D5-44FE-AC71-4BB5DB74A0CA}">
      <dgm:prSet/>
      <dgm:spPr/>
      <dgm:t>
        <a:bodyPr/>
        <a:lstStyle/>
        <a:p>
          <a:endParaRPr lang="en-US"/>
        </a:p>
      </dgm:t>
    </dgm:pt>
    <dgm:pt modelId="{85AA2F1E-9686-49F7-8329-E6EBB5177342}" type="sibTrans" cxnId="{993DA104-D4D5-44FE-AC71-4BB5DB74A0CA}">
      <dgm:prSet/>
      <dgm:spPr/>
      <dgm:t>
        <a:bodyPr/>
        <a:lstStyle/>
        <a:p>
          <a:endParaRPr lang="en-US"/>
        </a:p>
      </dgm:t>
    </dgm:pt>
    <dgm:pt modelId="{7226249A-29FE-4F60-A44D-E00EB5E1447B}">
      <dgm:prSet/>
      <dgm:spPr/>
      <dgm:t>
        <a:bodyPr/>
        <a:lstStyle/>
        <a:p>
          <a:pPr>
            <a:buFont typeface="Wingdings" panose="05000000000000000000" pitchFamily="2" charset="2"/>
            <a:buChar char="Ø"/>
          </a:pPr>
          <a:r>
            <a:rPr lang="en-US" b="0" baseline="0" dirty="0">
              <a:latin typeface="Calibri" panose="020F0502020204030204" pitchFamily="34" charset="0"/>
              <a:cs typeface="Calibri" panose="020F0502020204030204" pitchFamily="34" charset="0"/>
            </a:rPr>
            <a:t>The requirement related to supporting functions was revised to include in scope and not just the audit.</a:t>
          </a:r>
          <a:endParaRPr lang="en-US" b="0" dirty="0">
            <a:latin typeface="Calibri" panose="020F0502020204030204" pitchFamily="34" charset="0"/>
            <a:cs typeface="Calibri" panose="020F0502020204030204" pitchFamily="34" charset="0"/>
          </a:endParaRPr>
        </a:p>
      </dgm:t>
    </dgm:pt>
    <dgm:pt modelId="{B54AF1B8-0B31-4585-91A5-6F6F0D49FCE2}" type="parTrans" cxnId="{95D409FC-CD87-476A-83C1-8479638779BD}">
      <dgm:prSet/>
      <dgm:spPr/>
      <dgm:t>
        <a:bodyPr/>
        <a:lstStyle/>
        <a:p>
          <a:endParaRPr lang="en-US"/>
        </a:p>
      </dgm:t>
    </dgm:pt>
    <dgm:pt modelId="{CEA6134F-E0BE-44ED-BA17-A2A509D4C62A}" type="sibTrans" cxnId="{95D409FC-CD87-476A-83C1-8479638779BD}">
      <dgm:prSet/>
      <dgm:spPr/>
      <dgm:t>
        <a:bodyPr/>
        <a:lstStyle/>
        <a:p>
          <a:endParaRPr lang="en-US"/>
        </a:p>
      </dgm:t>
    </dgm:pt>
    <dgm:pt modelId="{E07AB3D8-6F27-47D1-8547-4000CA394884}">
      <dgm:prSet/>
      <dgm:spPr/>
      <dgm:t>
        <a:bodyPr/>
        <a:lstStyle/>
        <a:p>
          <a:pPr>
            <a:buFont typeface="Wingdings" panose="05000000000000000000" pitchFamily="2" charset="2"/>
            <a:buChar char="Ø"/>
          </a:pPr>
          <a:r>
            <a:rPr lang="en-US" b="0" baseline="0" dirty="0">
              <a:latin typeface="Calibri" panose="020F0502020204030204" pitchFamily="34" charset="0"/>
              <a:cs typeface="Calibri" panose="020F0502020204030204" pitchFamily="34" charset="0"/>
            </a:rPr>
            <a:t>Also, any exclusions for D&amp;D, have to be retained as documented information</a:t>
          </a:r>
          <a:endParaRPr lang="en-US" b="0" dirty="0">
            <a:latin typeface="Calibri" panose="020F0502020204030204" pitchFamily="34" charset="0"/>
            <a:cs typeface="Calibri" panose="020F0502020204030204" pitchFamily="34" charset="0"/>
          </a:endParaRPr>
        </a:p>
      </dgm:t>
    </dgm:pt>
    <dgm:pt modelId="{DFC0598E-3C22-4732-9892-B9A0E8F7AC0B}" type="parTrans" cxnId="{6C32F5A0-E5B8-47E0-BE67-E83B8FB4163F}">
      <dgm:prSet/>
      <dgm:spPr/>
      <dgm:t>
        <a:bodyPr/>
        <a:lstStyle/>
        <a:p>
          <a:endParaRPr lang="en-US"/>
        </a:p>
      </dgm:t>
    </dgm:pt>
    <dgm:pt modelId="{736AA64D-9F94-4438-B2F4-BC11523B0A68}" type="sibTrans" cxnId="{6C32F5A0-E5B8-47E0-BE67-E83B8FB4163F}">
      <dgm:prSet/>
      <dgm:spPr/>
      <dgm:t>
        <a:bodyPr/>
        <a:lstStyle/>
        <a:p>
          <a:endParaRPr lang="en-US"/>
        </a:p>
      </dgm:t>
    </dgm:pt>
    <dgm:pt modelId="{F1712E67-04BE-49EB-8402-044A7D15DE41}" type="pres">
      <dgm:prSet presAssocID="{0F777191-339A-449E-8FA5-C528B4EB12B7}" presName="Name0" presStyleCnt="0">
        <dgm:presLayoutVars>
          <dgm:dir/>
          <dgm:animLvl val="lvl"/>
          <dgm:resizeHandles val="exact"/>
        </dgm:presLayoutVars>
      </dgm:prSet>
      <dgm:spPr/>
    </dgm:pt>
    <dgm:pt modelId="{90DA7F0E-065B-4C8D-AE2D-BCE5C41D94BE}" type="pres">
      <dgm:prSet presAssocID="{371B48F7-D1E9-4FC7-BF98-A7A595717111}" presName="composite" presStyleCnt="0"/>
      <dgm:spPr/>
    </dgm:pt>
    <dgm:pt modelId="{172CD40B-18D1-484E-9947-66B58FB23E86}" type="pres">
      <dgm:prSet presAssocID="{371B48F7-D1E9-4FC7-BF98-A7A595717111}" presName="parTx" presStyleLbl="node1" presStyleIdx="0" presStyleCnt="1" custLinFactNeighborX="-2" custLinFactNeighborY="1100">
        <dgm:presLayoutVars>
          <dgm:chMax val="0"/>
          <dgm:chPref val="0"/>
          <dgm:bulletEnabled val="1"/>
        </dgm:presLayoutVars>
      </dgm:prSet>
      <dgm:spPr/>
    </dgm:pt>
    <dgm:pt modelId="{712B9405-CADE-4648-9384-9453FB193816}" type="pres">
      <dgm:prSet presAssocID="{371B48F7-D1E9-4FC7-BF98-A7A595717111}" presName="desTx" presStyleLbl="revTx" presStyleIdx="0" presStyleCnt="1">
        <dgm:presLayoutVars>
          <dgm:bulletEnabled val="1"/>
        </dgm:presLayoutVars>
      </dgm:prSet>
      <dgm:spPr/>
    </dgm:pt>
  </dgm:ptLst>
  <dgm:cxnLst>
    <dgm:cxn modelId="{993DA104-D4D5-44FE-AC71-4BB5DB74A0CA}" srcId="{0F777191-339A-449E-8FA5-C528B4EB12B7}" destId="{371B48F7-D1E9-4FC7-BF98-A7A595717111}" srcOrd="0" destOrd="0" parTransId="{2274EA2E-B2B1-48DA-AF3E-227E45AA2FA6}" sibTransId="{85AA2F1E-9686-49F7-8329-E6EBB5177342}"/>
    <dgm:cxn modelId="{4698D80C-52C2-49B2-94EE-4C5054F57CAC}" type="presOf" srcId="{7226249A-29FE-4F60-A44D-E00EB5E1447B}" destId="{712B9405-CADE-4648-9384-9453FB193816}" srcOrd="0" destOrd="0" presId="urn:microsoft.com/office/officeart/2005/8/layout/chevron1"/>
    <dgm:cxn modelId="{6C32F5A0-E5B8-47E0-BE67-E83B8FB4163F}" srcId="{371B48F7-D1E9-4FC7-BF98-A7A595717111}" destId="{E07AB3D8-6F27-47D1-8547-4000CA394884}" srcOrd="1" destOrd="0" parTransId="{DFC0598E-3C22-4732-9892-B9A0E8F7AC0B}" sibTransId="{736AA64D-9F94-4438-B2F4-BC11523B0A68}"/>
    <dgm:cxn modelId="{8610FEA0-1FF0-4775-BD30-C55371D03686}" type="presOf" srcId="{E07AB3D8-6F27-47D1-8547-4000CA394884}" destId="{712B9405-CADE-4648-9384-9453FB193816}" srcOrd="0" destOrd="1" presId="urn:microsoft.com/office/officeart/2005/8/layout/chevron1"/>
    <dgm:cxn modelId="{4824B6CA-71FC-438E-9EE8-5C6883C6DF61}" type="presOf" srcId="{0F777191-339A-449E-8FA5-C528B4EB12B7}" destId="{F1712E67-04BE-49EB-8402-044A7D15DE41}" srcOrd="0" destOrd="0" presId="urn:microsoft.com/office/officeart/2005/8/layout/chevron1"/>
    <dgm:cxn modelId="{587237DA-1C2E-4CCD-A62D-083CBBCB9E5C}" type="presOf" srcId="{371B48F7-D1E9-4FC7-BF98-A7A595717111}" destId="{172CD40B-18D1-484E-9947-66B58FB23E86}" srcOrd="0" destOrd="0" presId="urn:microsoft.com/office/officeart/2005/8/layout/chevron1"/>
    <dgm:cxn modelId="{95D409FC-CD87-476A-83C1-8479638779BD}" srcId="{371B48F7-D1E9-4FC7-BF98-A7A595717111}" destId="{7226249A-29FE-4F60-A44D-E00EB5E1447B}" srcOrd="0" destOrd="0" parTransId="{B54AF1B8-0B31-4585-91A5-6F6F0D49FCE2}" sibTransId="{CEA6134F-E0BE-44ED-BA17-A2A509D4C62A}"/>
    <dgm:cxn modelId="{298715D5-B2F1-476E-92A6-29F6BE7C0A88}" type="presParOf" srcId="{F1712E67-04BE-49EB-8402-044A7D15DE41}" destId="{90DA7F0E-065B-4C8D-AE2D-BCE5C41D94BE}" srcOrd="0" destOrd="0" presId="urn:microsoft.com/office/officeart/2005/8/layout/chevron1"/>
    <dgm:cxn modelId="{A5735686-0461-4E27-B9D8-3C3B40AC9CC9}" type="presParOf" srcId="{90DA7F0E-065B-4C8D-AE2D-BCE5C41D94BE}" destId="{172CD40B-18D1-484E-9947-66B58FB23E86}" srcOrd="0" destOrd="0" presId="urn:microsoft.com/office/officeart/2005/8/layout/chevron1"/>
    <dgm:cxn modelId="{1FE36E03-D3F3-4A0B-BAE7-6F4B1E99F1E5}" type="presParOf" srcId="{90DA7F0E-065B-4C8D-AE2D-BCE5C41D94BE}" destId="{712B9405-CADE-4648-9384-9453FB193816}"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093904-268D-4962-8F84-D3C3D6281CFA}"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9F0FEFFA-2C42-4FFC-9359-0B2F8B2DAF77}">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4.3.2 Customer Specific Requirements</a:t>
          </a:r>
          <a:endParaRPr lang="en-US" dirty="0">
            <a:latin typeface="Calibri" panose="020F0502020204030204" pitchFamily="34" charset="0"/>
            <a:cs typeface="Calibri" panose="020F0502020204030204" pitchFamily="34" charset="0"/>
          </a:endParaRPr>
        </a:p>
      </dgm:t>
    </dgm:pt>
    <dgm:pt modelId="{97FC4808-36C2-4995-8F0A-33DD270DFF19}" type="parTrans" cxnId="{ECD0781E-8EDD-49A7-8460-AF3C1A6B218C}">
      <dgm:prSet/>
      <dgm:spPr/>
      <dgm:t>
        <a:bodyPr/>
        <a:lstStyle/>
        <a:p>
          <a:endParaRPr lang="en-US"/>
        </a:p>
      </dgm:t>
    </dgm:pt>
    <dgm:pt modelId="{F2470620-F300-466C-B405-E9768E7312B9}" type="sibTrans" cxnId="{ECD0781E-8EDD-49A7-8460-AF3C1A6B218C}">
      <dgm:prSet/>
      <dgm:spPr/>
      <dgm:t>
        <a:bodyPr/>
        <a:lstStyle/>
        <a:p>
          <a:endParaRPr lang="en-US"/>
        </a:p>
      </dgm:t>
    </dgm:pt>
    <dgm:pt modelId="{87A593C1-70D3-42F0-8EFC-AA030775F31C}">
      <dgm:prSet/>
      <dgm:spPr/>
      <dgm:t>
        <a:bodyPr/>
        <a:lstStyle/>
        <a:p>
          <a:pPr>
            <a:buFont typeface="Wingdings" panose="05000000000000000000" pitchFamily="2" charset="2"/>
            <a:buChar char="Ø"/>
          </a:pPr>
          <a:r>
            <a:rPr lang="en-US" b="0" baseline="0" dirty="0">
              <a:latin typeface="Calibri" panose="020F0502020204030204" pitchFamily="34" charset="0"/>
              <a:cs typeface="Calibri" panose="020F0502020204030204" pitchFamily="34" charset="0"/>
            </a:rPr>
            <a:t>The requirement now also requires the need to EVALUATE CSR’s and include them in your QMS.</a:t>
          </a:r>
          <a:endParaRPr lang="en-US" b="0" dirty="0">
            <a:latin typeface="Calibri" panose="020F0502020204030204" pitchFamily="34" charset="0"/>
            <a:cs typeface="Calibri" panose="020F0502020204030204" pitchFamily="34" charset="0"/>
          </a:endParaRPr>
        </a:p>
      </dgm:t>
    </dgm:pt>
    <dgm:pt modelId="{8B88CF0D-0994-478D-BFBC-D9E4E1451741}" type="parTrans" cxnId="{29A1B11F-6E89-4CA7-8BA4-398D6AB587DB}">
      <dgm:prSet/>
      <dgm:spPr/>
      <dgm:t>
        <a:bodyPr/>
        <a:lstStyle/>
        <a:p>
          <a:endParaRPr lang="en-US"/>
        </a:p>
      </dgm:t>
    </dgm:pt>
    <dgm:pt modelId="{E5EE06FC-4F55-4A1F-954C-5EF7BFC5522C}" type="sibTrans" cxnId="{29A1B11F-6E89-4CA7-8BA4-398D6AB587DB}">
      <dgm:prSet/>
      <dgm:spPr/>
      <dgm:t>
        <a:bodyPr/>
        <a:lstStyle/>
        <a:p>
          <a:endParaRPr lang="en-US"/>
        </a:p>
      </dgm:t>
    </dgm:pt>
    <dgm:pt modelId="{8890C4AC-A168-4927-A14D-F2567DB7408F}">
      <dgm:prSet/>
      <dgm:spPr/>
      <dgm:t>
        <a:bodyPr/>
        <a:lstStyle/>
        <a:p>
          <a:pPr>
            <a:buFont typeface="Wingdings" panose="05000000000000000000" pitchFamily="2" charset="2"/>
            <a:buChar char="Ø"/>
          </a:pPr>
          <a:r>
            <a:rPr lang="en-US" b="0" baseline="0" dirty="0">
              <a:latin typeface="Calibri" panose="020F0502020204030204" pitchFamily="34" charset="0"/>
              <a:cs typeface="Calibri" panose="020F0502020204030204" pitchFamily="34" charset="0"/>
            </a:rPr>
            <a:t>Requires that you evaluate each customer specific requirements and determine where it applies in your QMS, as applicable</a:t>
          </a:r>
          <a:r>
            <a:rPr lang="en-US" b="1" baseline="0"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dgm:t>
    </dgm:pt>
    <dgm:pt modelId="{CB03ACD8-E7C1-42F7-8B56-CBBCDD481CBC}" type="parTrans" cxnId="{77B0B309-C06E-4F44-B98F-D5FD5216FFD6}">
      <dgm:prSet/>
      <dgm:spPr/>
      <dgm:t>
        <a:bodyPr/>
        <a:lstStyle/>
        <a:p>
          <a:endParaRPr lang="en-US"/>
        </a:p>
      </dgm:t>
    </dgm:pt>
    <dgm:pt modelId="{12E8DBF8-F8CC-40CE-AB5C-38B1FFB06EA2}" type="sibTrans" cxnId="{77B0B309-C06E-4F44-B98F-D5FD5216FFD6}">
      <dgm:prSet/>
      <dgm:spPr/>
      <dgm:t>
        <a:bodyPr/>
        <a:lstStyle/>
        <a:p>
          <a:endParaRPr lang="en-US"/>
        </a:p>
      </dgm:t>
    </dgm:pt>
    <dgm:pt modelId="{E740146C-C95B-4F6A-A02F-F71A69D79E16}" type="pres">
      <dgm:prSet presAssocID="{F8093904-268D-4962-8F84-D3C3D6281CFA}" presName="Name0" presStyleCnt="0">
        <dgm:presLayoutVars>
          <dgm:dir/>
          <dgm:animLvl val="lvl"/>
          <dgm:resizeHandles val="exact"/>
        </dgm:presLayoutVars>
      </dgm:prSet>
      <dgm:spPr/>
    </dgm:pt>
    <dgm:pt modelId="{E038A074-9C65-4A6D-AAFB-FB154CA182B6}" type="pres">
      <dgm:prSet presAssocID="{9F0FEFFA-2C42-4FFC-9359-0B2F8B2DAF77}" presName="composite" presStyleCnt="0"/>
      <dgm:spPr/>
    </dgm:pt>
    <dgm:pt modelId="{A09A0F53-C5DC-4690-AD84-810C896B9A54}" type="pres">
      <dgm:prSet presAssocID="{9F0FEFFA-2C42-4FFC-9359-0B2F8B2DAF77}" presName="parTx" presStyleLbl="node1" presStyleIdx="0" presStyleCnt="1">
        <dgm:presLayoutVars>
          <dgm:chMax val="0"/>
          <dgm:chPref val="0"/>
          <dgm:bulletEnabled val="1"/>
        </dgm:presLayoutVars>
      </dgm:prSet>
      <dgm:spPr/>
    </dgm:pt>
    <dgm:pt modelId="{82DA0ED7-83B3-40A8-A8F6-85045D59260A}" type="pres">
      <dgm:prSet presAssocID="{9F0FEFFA-2C42-4FFC-9359-0B2F8B2DAF77}" presName="desTx" presStyleLbl="revTx" presStyleIdx="0" presStyleCnt="1">
        <dgm:presLayoutVars>
          <dgm:bulletEnabled val="1"/>
        </dgm:presLayoutVars>
      </dgm:prSet>
      <dgm:spPr/>
    </dgm:pt>
  </dgm:ptLst>
  <dgm:cxnLst>
    <dgm:cxn modelId="{BE63FC04-7DB9-40B0-8E08-87E8A38842CC}" type="presOf" srcId="{87A593C1-70D3-42F0-8EFC-AA030775F31C}" destId="{82DA0ED7-83B3-40A8-A8F6-85045D59260A}" srcOrd="0" destOrd="0" presId="urn:microsoft.com/office/officeart/2005/8/layout/chevron1"/>
    <dgm:cxn modelId="{77B0B309-C06E-4F44-B98F-D5FD5216FFD6}" srcId="{9F0FEFFA-2C42-4FFC-9359-0B2F8B2DAF77}" destId="{8890C4AC-A168-4927-A14D-F2567DB7408F}" srcOrd="1" destOrd="0" parTransId="{CB03ACD8-E7C1-42F7-8B56-CBBCDD481CBC}" sibTransId="{12E8DBF8-F8CC-40CE-AB5C-38B1FFB06EA2}"/>
    <dgm:cxn modelId="{ECD0781E-8EDD-49A7-8460-AF3C1A6B218C}" srcId="{F8093904-268D-4962-8F84-D3C3D6281CFA}" destId="{9F0FEFFA-2C42-4FFC-9359-0B2F8B2DAF77}" srcOrd="0" destOrd="0" parTransId="{97FC4808-36C2-4995-8F0A-33DD270DFF19}" sibTransId="{F2470620-F300-466C-B405-E9768E7312B9}"/>
    <dgm:cxn modelId="{29A1B11F-6E89-4CA7-8BA4-398D6AB587DB}" srcId="{9F0FEFFA-2C42-4FFC-9359-0B2F8B2DAF77}" destId="{87A593C1-70D3-42F0-8EFC-AA030775F31C}" srcOrd="0" destOrd="0" parTransId="{8B88CF0D-0994-478D-BFBC-D9E4E1451741}" sibTransId="{E5EE06FC-4F55-4A1F-954C-5EF7BFC5522C}"/>
    <dgm:cxn modelId="{3CCAA29F-7042-4E95-9934-97A5AC1D6AE9}" type="presOf" srcId="{9F0FEFFA-2C42-4FFC-9359-0B2F8B2DAF77}" destId="{A09A0F53-C5DC-4690-AD84-810C896B9A54}" srcOrd="0" destOrd="0" presId="urn:microsoft.com/office/officeart/2005/8/layout/chevron1"/>
    <dgm:cxn modelId="{9EE199CE-6EEC-4A02-B532-5245D0E1189F}" type="presOf" srcId="{F8093904-268D-4962-8F84-D3C3D6281CFA}" destId="{E740146C-C95B-4F6A-A02F-F71A69D79E16}" srcOrd="0" destOrd="0" presId="urn:microsoft.com/office/officeart/2005/8/layout/chevron1"/>
    <dgm:cxn modelId="{340FE0EC-A160-47FE-AF45-76F7B07E0363}" type="presOf" srcId="{8890C4AC-A168-4927-A14D-F2567DB7408F}" destId="{82DA0ED7-83B3-40A8-A8F6-85045D59260A}" srcOrd="0" destOrd="1" presId="urn:microsoft.com/office/officeart/2005/8/layout/chevron1"/>
    <dgm:cxn modelId="{AD97567F-4F60-4875-9A02-098E6C4D144F}" type="presParOf" srcId="{E740146C-C95B-4F6A-A02F-F71A69D79E16}" destId="{E038A074-9C65-4A6D-AAFB-FB154CA182B6}" srcOrd="0" destOrd="0" presId="urn:microsoft.com/office/officeart/2005/8/layout/chevron1"/>
    <dgm:cxn modelId="{B260D06D-5FB1-421B-AC83-5F0D74BF74A6}" type="presParOf" srcId="{E038A074-9C65-4A6D-AAFB-FB154CA182B6}" destId="{A09A0F53-C5DC-4690-AD84-810C896B9A54}" srcOrd="0" destOrd="0" presId="urn:microsoft.com/office/officeart/2005/8/layout/chevron1"/>
    <dgm:cxn modelId="{ACEBA9AC-8687-4216-9AC1-36A6C5CC00EA}" type="presParOf" srcId="{E038A074-9C65-4A6D-AAFB-FB154CA182B6}" destId="{82DA0ED7-83B3-40A8-A8F6-85045D59260A}"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custT="1"/>
      <dgm:spPr>
        <a:solidFill>
          <a:schemeClr val="tx2">
            <a:lumMod val="60000"/>
            <a:lumOff val="40000"/>
          </a:schemeClr>
        </a:solidFill>
      </dgm:spPr>
      <dgm:t>
        <a:bodyPr/>
        <a:lstStyle/>
        <a:p>
          <a:r>
            <a:rPr lang="en-US" sz="2400" b="1" baseline="0" dirty="0">
              <a:latin typeface="Calibri" panose="020F0502020204030204" pitchFamily="34" charset="0"/>
              <a:cs typeface="Calibri" panose="020F0502020204030204" pitchFamily="34" charset="0"/>
            </a:rPr>
            <a:t>4.4.1.2 Product Safety</a:t>
          </a:r>
          <a:endParaRPr lang="en-US" sz="2400"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custT="1"/>
      <dgm:spPr/>
      <dgm:t>
        <a:bodyPr/>
        <a:lstStyle/>
        <a:p>
          <a:r>
            <a:rPr lang="en-US" sz="2400" b="0" baseline="0" dirty="0">
              <a:latin typeface="Calibri" panose="020F0502020204030204" pitchFamily="34" charset="0"/>
              <a:cs typeface="Calibri" panose="020F0502020204030204" pitchFamily="34" charset="0"/>
            </a:rPr>
            <a:t>This new section addresses current issues in the automotive industry related to product/process safety.   </a:t>
          </a:r>
          <a:endParaRPr lang="en-US" sz="2400" b="0" dirty="0">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A77BD4B1-B327-42C5-8034-0C4650D0579F}">
      <dgm:prSet custT="1"/>
      <dgm:spPr/>
      <dgm:t>
        <a:bodyPr/>
        <a:lstStyle/>
        <a:p>
          <a:r>
            <a:rPr lang="en-US" sz="2400" b="0" baseline="0" dirty="0">
              <a:latin typeface="Calibri" panose="020F0502020204030204" pitchFamily="34" charset="0"/>
              <a:cs typeface="Calibri" panose="020F0502020204030204" pitchFamily="34" charset="0"/>
            </a:rPr>
            <a:t>Requires a documented process to manage </a:t>
          </a:r>
          <a:r>
            <a:rPr lang="en-US" sz="2400" b="1" baseline="0" dirty="0">
              <a:solidFill>
                <a:schemeClr val="accent1"/>
              </a:solidFill>
              <a:latin typeface="Calibri" panose="020F0502020204030204" pitchFamily="34" charset="0"/>
              <a:cs typeface="Calibri" panose="020F0502020204030204" pitchFamily="34" charset="0"/>
            </a:rPr>
            <a:t>product safety related products and processes</a:t>
          </a:r>
          <a:r>
            <a:rPr lang="en-US" sz="2400" b="0" baseline="0" dirty="0">
              <a:latin typeface="Calibri" panose="020F0502020204030204" pitchFamily="34" charset="0"/>
              <a:cs typeface="Calibri" panose="020F0502020204030204" pitchFamily="34" charset="0"/>
            </a:rPr>
            <a:t> and includes: </a:t>
          </a:r>
          <a:endParaRPr lang="en-US" sz="2400" b="0" dirty="0">
            <a:latin typeface="Calibri" panose="020F0502020204030204" pitchFamily="34" charset="0"/>
            <a:cs typeface="Calibri" panose="020F0502020204030204" pitchFamily="34" charset="0"/>
          </a:endParaRPr>
        </a:p>
      </dgm:t>
    </dgm:pt>
    <dgm:pt modelId="{D5347412-860E-4A1F-94AD-3E969A3AE7BB}" type="parTrans" cxnId="{CDCC953A-F329-4059-BA16-F2DF7B30154C}">
      <dgm:prSet/>
      <dgm:spPr/>
      <dgm:t>
        <a:bodyPr/>
        <a:lstStyle/>
        <a:p>
          <a:endParaRPr lang="en-US"/>
        </a:p>
      </dgm:t>
    </dgm:pt>
    <dgm:pt modelId="{ADDEBF63-8A62-4BE7-A1CE-8312375D7A97}" type="sibTrans" cxnId="{CDCC953A-F329-4059-BA16-F2DF7B30154C}">
      <dgm:prSet/>
      <dgm:spPr/>
      <dgm:t>
        <a:bodyPr/>
        <a:lstStyle/>
        <a:p>
          <a:endParaRPr lang="en-US"/>
        </a:p>
      </dgm:t>
    </dgm:pt>
    <dgm:pt modelId="{877191AC-E525-4CF4-B29F-A12677458B3B}">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Identification of legal requirements </a:t>
          </a:r>
        </a:p>
      </dgm:t>
    </dgm:pt>
    <dgm:pt modelId="{047C7592-BE3D-495A-AF4A-1339F6EEB694}" type="parTrans" cxnId="{D603D8A0-4850-4796-89CA-7A2CACB20280}">
      <dgm:prSet/>
      <dgm:spPr/>
      <dgm:t>
        <a:bodyPr/>
        <a:lstStyle/>
        <a:p>
          <a:endParaRPr lang="en-US"/>
        </a:p>
      </dgm:t>
    </dgm:pt>
    <dgm:pt modelId="{7B4218DC-1428-438C-8296-3AD27DA16BF7}" type="sibTrans" cxnId="{D603D8A0-4850-4796-89CA-7A2CACB20280}">
      <dgm:prSet/>
      <dgm:spPr/>
      <dgm:t>
        <a:bodyPr/>
        <a:lstStyle/>
        <a:p>
          <a:endParaRPr lang="en-US"/>
        </a:p>
      </dgm:t>
    </dgm:pt>
    <dgm:pt modelId="{C173A529-F886-460F-AAD1-92E5AA2BE372}">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Identification and controls of safety characteristics</a:t>
          </a:r>
        </a:p>
      </dgm:t>
    </dgm:pt>
    <dgm:pt modelId="{7D1AFDB2-453F-4AB8-A128-0418D79AA0F7}" type="parTrans" cxnId="{8F7EDC31-F865-4294-8A63-A5999E379901}">
      <dgm:prSet/>
      <dgm:spPr/>
      <dgm:t>
        <a:bodyPr/>
        <a:lstStyle/>
        <a:p>
          <a:endParaRPr lang="en-US"/>
        </a:p>
      </dgm:t>
    </dgm:pt>
    <dgm:pt modelId="{C3E6821B-F8F9-4D84-A1A4-5BC12B955544}" type="sibTrans" cxnId="{8F7EDC31-F865-4294-8A63-A5999E379901}">
      <dgm:prSet/>
      <dgm:spPr/>
      <dgm:t>
        <a:bodyPr/>
        <a:lstStyle/>
        <a:p>
          <a:endParaRPr lang="en-US"/>
        </a:p>
      </dgm:t>
    </dgm:pt>
    <dgm:pt modelId="{1BBE2BE6-A29E-47E4-97B4-615DF7F7A37F}">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Defining responsibilities for escalation process, reaction plans and flow of information</a:t>
          </a:r>
        </a:p>
      </dgm:t>
    </dgm:pt>
    <dgm:pt modelId="{2D128AAF-DD8B-4889-93C2-599CABF267F4}" type="parTrans" cxnId="{4EDF4F9A-18D9-46FD-BE71-EA6C7343240B}">
      <dgm:prSet/>
      <dgm:spPr/>
      <dgm:t>
        <a:bodyPr/>
        <a:lstStyle/>
        <a:p>
          <a:endParaRPr lang="en-US"/>
        </a:p>
      </dgm:t>
    </dgm:pt>
    <dgm:pt modelId="{B10AB98B-7DFD-451F-82B4-53A2DA328211}" type="sibTrans" cxnId="{4EDF4F9A-18D9-46FD-BE71-EA6C7343240B}">
      <dgm:prSet/>
      <dgm:spPr/>
      <dgm:t>
        <a:bodyPr/>
        <a:lstStyle/>
        <a:p>
          <a:endParaRPr lang="en-US"/>
        </a:p>
      </dgm:t>
    </dgm:pt>
    <dgm:pt modelId="{1BF417D7-7638-40D1-9E42-C31F880D8762}">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Special approvals of FMEAS and Control Plans</a:t>
          </a:r>
        </a:p>
      </dgm:t>
    </dgm:pt>
    <dgm:pt modelId="{7C948284-CF28-434B-812C-E6BC5989F352}" type="parTrans" cxnId="{10FA7B4B-DBE8-41D7-ABFB-6E0690D0320C}">
      <dgm:prSet/>
      <dgm:spPr/>
      <dgm:t>
        <a:bodyPr/>
        <a:lstStyle/>
        <a:p>
          <a:endParaRPr lang="en-US"/>
        </a:p>
      </dgm:t>
    </dgm:pt>
    <dgm:pt modelId="{E7FE2058-068B-4213-B03B-81CC75A68752}" type="sibTrans" cxnId="{10FA7B4B-DBE8-41D7-ABFB-6E0690D0320C}">
      <dgm:prSet/>
      <dgm:spPr/>
      <dgm:t>
        <a:bodyPr/>
        <a:lstStyle/>
        <a:p>
          <a:endParaRPr lang="en-US"/>
        </a:p>
      </dgm:t>
    </dgm:pt>
    <dgm:pt modelId="{B7A4C270-F750-4DBC-869A-E75300B35186}">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Product Traceability</a:t>
          </a:r>
        </a:p>
      </dgm:t>
    </dgm:pt>
    <dgm:pt modelId="{A806D83E-4401-4488-8E3B-F8D5028D501E}" type="parTrans" cxnId="{7AE82182-984D-4E13-96BB-D80575728475}">
      <dgm:prSet/>
      <dgm:spPr/>
      <dgm:t>
        <a:bodyPr/>
        <a:lstStyle/>
        <a:p>
          <a:endParaRPr lang="en-US"/>
        </a:p>
      </dgm:t>
    </dgm:pt>
    <dgm:pt modelId="{8CB65698-E4AB-4CF0-9B4B-BB5E54F4C8A9}" type="sibTrans" cxnId="{7AE82182-984D-4E13-96BB-D80575728475}">
      <dgm:prSet/>
      <dgm:spPr/>
      <dgm:t>
        <a:bodyPr/>
        <a:lstStyle/>
        <a:p>
          <a:endParaRPr lang="en-US"/>
        </a:p>
      </dgm:t>
    </dgm:pt>
    <dgm:pt modelId="{C5C69E10-1FF7-4A2D-A4A3-E01D060007D5}">
      <dgm:prSet custT="1"/>
      <dgm:spPr/>
      <dgm:t>
        <a:bodyPr/>
        <a:lstStyle/>
        <a:p>
          <a:pPr>
            <a:buFont typeface="Wingdings" panose="05000000000000000000" pitchFamily="2" charset="2"/>
            <a:buChar char="Ø"/>
          </a:pPr>
          <a:r>
            <a:rPr lang="en-US" sz="2400" b="0" dirty="0">
              <a:latin typeface="Calibri" panose="020F0502020204030204" pitchFamily="34" charset="0"/>
              <a:cs typeface="Calibri" panose="020F0502020204030204" pitchFamily="34" charset="0"/>
            </a:rPr>
            <a:t>Cascading requirements to supply chain</a:t>
          </a:r>
        </a:p>
      </dgm:t>
    </dgm:pt>
    <dgm:pt modelId="{AFBF5A86-1F16-40D6-B615-46312B95E262}" type="parTrans" cxnId="{0FB23EA9-FE73-4E78-84C8-6AE9182B7D79}">
      <dgm:prSet/>
      <dgm:spPr/>
      <dgm:t>
        <a:bodyPr/>
        <a:lstStyle/>
        <a:p>
          <a:endParaRPr lang="en-US"/>
        </a:p>
      </dgm:t>
    </dgm:pt>
    <dgm:pt modelId="{6A028E60-9A00-4DE2-9E1D-8453F1710F6E}" type="sibTrans" cxnId="{0FB23EA9-FE73-4E78-84C8-6AE9182B7D79}">
      <dgm:prSet/>
      <dgm:spPr/>
      <dgm:t>
        <a:bodyPr/>
        <a:lstStyle/>
        <a:p>
          <a:endParaRPr lang="en-US"/>
        </a:p>
      </dgm:t>
    </dgm:pt>
    <dgm:pt modelId="{0ED06778-9F4E-4F3E-A797-B8E12D7BFC95}">
      <dgm:prSet custT="1"/>
      <dgm:spPr/>
      <dgm:t>
        <a:bodyPr/>
        <a:lstStyle/>
        <a:p>
          <a:endParaRPr lang="en-US" sz="2400" b="0" dirty="0">
            <a:latin typeface="Calibri" panose="020F0502020204030204" pitchFamily="34" charset="0"/>
            <a:cs typeface="Calibri" panose="020F0502020204030204" pitchFamily="34" charset="0"/>
          </a:endParaRPr>
        </a:p>
      </dgm:t>
    </dgm:pt>
    <dgm:pt modelId="{3BCE004C-96BC-45B8-B700-390C7119ABF3}" type="parTrans" cxnId="{A19C69B7-B16A-4CEB-AFD1-D428380F0F80}">
      <dgm:prSet/>
      <dgm:spPr/>
      <dgm:t>
        <a:bodyPr/>
        <a:lstStyle/>
        <a:p>
          <a:endParaRPr lang="en-US"/>
        </a:p>
      </dgm:t>
    </dgm:pt>
    <dgm:pt modelId="{E57BB895-9466-48F2-BBBC-F612390C6245}" type="sibTrans" cxnId="{A19C69B7-B16A-4CEB-AFD1-D428380F0F80}">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Y="225887" custLinFactNeighborX="-5047" custLinFactNeighborY="-27514">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25000" custScaleY="93371">
        <dgm:presLayoutVars>
          <dgm:bulletEnabled val="1"/>
        </dgm:presLayoutVars>
      </dgm:prSet>
      <dgm:spPr/>
    </dgm:pt>
  </dgm:ptLst>
  <dgm:cxnLst>
    <dgm:cxn modelId="{797E3206-22D6-435B-BF54-D57A535400C2}" srcId="{52FE66A6-9DF8-48A4-8BE3-296EE0DF9A1A}" destId="{F2B3E19D-DC7C-4B95-9BAB-00C25E53F6DD}" srcOrd="1" destOrd="0" parTransId="{5BD36D81-D9AC-438A-9A00-7991222FC93B}" sibTransId="{1FD81146-37D9-42CB-B18E-D5D3B732C907}"/>
    <dgm:cxn modelId="{98D0120D-D441-4AE4-BF0A-BC64B7E5B986}" type="presOf" srcId="{A77BD4B1-B327-42C5-8034-0C4650D0579F}" destId="{78E3FCA2-2556-4D81-AFD6-BB24811236E5}" srcOrd="0" destOrd="2" presId="urn:microsoft.com/office/officeart/2005/8/layout/chevron1"/>
    <dgm:cxn modelId="{D492DD0D-FEAF-4DF4-ACE5-6F8ED64452C7}" type="presOf" srcId="{0ED06778-9F4E-4F3E-A797-B8E12D7BFC95}" destId="{78E3FCA2-2556-4D81-AFD6-BB24811236E5}" srcOrd="0" destOrd="0" presId="urn:microsoft.com/office/officeart/2005/8/layout/chevron1"/>
    <dgm:cxn modelId="{54795F2D-0064-4794-95E8-D36B662A8627}" type="presOf" srcId="{52FE66A6-9DF8-48A4-8BE3-296EE0DF9A1A}" destId="{2752F388-306C-4A14-9FCA-396F3F210499}" srcOrd="0" destOrd="0" presId="urn:microsoft.com/office/officeart/2005/8/layout/chevron1"/>
    <dgm:cxn modelId="{8F7EDC31-F865-4294-8A63-A5999E379901}" srcId="{A77BD4B1-B327-42C5-8034-0C4650D0579F}" destId="{C173A529-F886-460F-AAD1-92E5AA2BE372}" srcOrd="1" destOrd="0" parTransId="{7D1AFDB2-453F-4AB8-A128-0418D79AA0F7}" sibTransId="{C3E6821B-F8F9-4D84-A1A4-5BC12B955544}"/>
    <dgm:cxn modelId="{DC75EA32-5E44-463F-AFBB-FCB33BD7634B}" type="presOf" srcId="{C5C69E10-1FF7-4A2D-A4A3-E01D060007D5}" destId="{78E3FCA2-2556-4D81-AFD6-BB24811236E5}" srcOrd="0" destOrd="8" presId="urn:microsoft.com/office/officeart/2005/8/layout/chevron1"/>
    <dgm:cxn modelId="{CDCC953A-F329-4059-BA16-F2DF7B30154C}" srcId="{52FE66A6-9DF8-48A4-8BE3-296EE0DF9A1A}" destId="{A77BD4B1-B327-42C5-8034-0C4650D0579F}" srcOrd="2" destOrd="0" parTransId="{D5347412-860E-4A1F-94AD-3E969A3AE7BB}" sibTransId="{ADDEBF63-8A62-4BE7-A1CE-8312375D7A97}"/>
    <dgm:cxn modelId="{C7F6CD5B-6AB0-47E0-BA7D-3BBD2B22BABF}" type="presOf" srcId="{877191AC-E525-4CF4-B29F-A12677458B3B}" destId="{78E3FCA2-2556-4D81-AFD6-BB24811236E5}" srcOrd="0" destOrd="3" presId="urn:microsoft.com/office/officeart/2005/8/layout/chevron1"/>
    <dgm:cxn modelId="{BEA47548-9920-4572-B7CB-B3E6AF21F38F}" srcId="{55A05380-5A4A-4E23-AC71-D995FE9B1DB2}" destId="{52FE66A6-9DF8-48A4-8BE3-296EE0DF9A1A}" srcOrd="0" destOrd="0" parTransId="{538D5BE8-5DDC-4522-8B2C-5D9547DF19DA}" sibTransId="{F9986574-0A2F-430A-870C-CDBA9472814C}"/>
    <dgm:cxn modelId="{2E1F9F68-F9E4-46DB-A3B5-45028A7D108A}" type="presOf" srcId="{B7A4C270-F750-4DBC-869A-E75300B35186}" destId="{78E3FCA2-2556-4D81-AFD6-BB24811236E5}" srcOrd="0" destOrd="7" presId="urn:microsoft.com/office/officeart/2005/8/layout/chevron1"/>
    <dgm:cxn modelId="{5C6D724B-F3F0-47A2-A30D-1C3F6D804034}" type="presOf" srcId="{1BBE2BE6-A29E-47E4-97B4-615DF7F7A37F}" destId="{78E3FCA2-2556-4D81-AFD6-BB24811236E5}" srcOrd="0" destOrd="5" presId="urn:microsoft.com/office/officeart/2005/8/layout/chevron1"/>
    <dgm:cxn modelId="{10FA7B4B-DBE8-41D7-ABFB-6E0690D0320C}" srcId="{A77BD4B1-B327-42C5-8034-0C4650D0579F}" destId="{1BF417D7-7638-40D1-9E42-C31F880D8762}" srcOrd="3" destOrd="0" parTransId="{7C948284-CF28-434B-812C-E6BC5989F352}" sibTransId="{E7FE2058-068B-4213-B03B-81CC75A68752}"/>
    <dgm:cxn modelId="{546ECD78-8611-4B17-830C-E73A5886EB59}" type="presOf" srcId="{F2B3E19D-DC7C-4B95-9BAB-00C25E53F6DD}" destId="{78E3FCA2-2556-4D81-AFD6-BB24811236E5}" srcOrd="0" destOrd="1" presId="urn:microsoft.com/office/officeart/2005/8/layout/chevron1"/>
    <dgm:cxn modelId="{7AE82182-984D-4E13-96BB-D80575728475}" srcId="{A77BD4B1-B327-42C5-8034-0C4650D0579F}" destId="{B7A4C270-F750-4DBC-869A-E75300B35186}" srcOrd="4" destOrd="0" parTransId="{A806D83E-4401-4488-8E3B-F8D5028D501E}" sibTransId="{8CB65698-E4AB-4CF0-9B4B-BB5E54F4C8A9}"/>
    <dgm:cxn modelId="{4EDF4F9A-18D9-46FD-BE71-EA6C7343240B}" srcId="{A77BD4B1-B327-42C5-8034-0C4650D0579F}" destId="{1BBE2BE6-A29E-47E4-97B4-615DF7F7A37F}" srcOrd="2" destOrd="0" parTransId="{2D128AAF-DD8B-4889-93C2-599CABF267F4}" sibTransId="{B10AB98B-7DFD-451F-82B4-53A2DA328211}"/>
    <dgm:cxn modelId="{D603D8A0-4850-4796-89CA-7A2CACB20280}" srcId="{A77BD4B1-B327-42C5-8034-0C4650D0579F}" destId="{877191AC-E525-4CF4-B29F-A12677458B3B}" srcOrd="0" destOrd="0" parTransId="{047C7592-BE3D-495A-AF4A-1339F6EEB694}" sibTransId="{7B4218DC-1428-438C-8296-3AD27DA16BF7}"/>
    <dgm:cxn modelId="{0FB23EA9-FE73-4E78-84C8-6AE9182B7D79}" srcId="{A77BD4B1-B327-42C5-8034-0C4650D0579F}" destId="{C5C69E10-1FF7-4A2D-A4A3-E01D060007D5}" srcOrd="5" destOrd="0" parTransId="{AFBF5A86-1F16-40D6-B615-46312B95E262}" sibTransId="{6A028E60-9A00-4DE2-9E1D-8453F1710F6E}"/>
    <dgm:cxn modelId="{9B4FE0B1-F7CC-4001-8367-0B94B050D10C}" type="presOf" srcId="{1BF417D7-7638-40D1-9E42-C31F880D8762}" destId="{78E3FCA2-2556-4D81-AFD6-BB24811236E5}" srcOrd="0" destOrd="6" presId="urn:microsoft.com/office/officeart/2005/8/layout/chevron1"/>
    <dgm:cxn modelId="{A19C69B7-B16A-4CEB-AFD1-D428380F0F80}" srcId="{52FE66A6-9DF8-48A4-8BE3-296EE0DF9A1A}" destId="{0ED06778-9F4E-4F3E-A797-B8E12D7BFC95}" srcOrd="0" destOrd="0" parTransId="{3BCE004C-96BC-45B8-B700-390C7119ABF3}" sibTransId="{E57BB895-9466-48F2-BBBC-F612390C6245}"/>
    <dgm:cxn modelId="{B2B34FB9-B9D2-4DE9-85F1-DB1ED35A8277}" type="presOf" srcId="{55A05380-5A4A-4E23-AC71-D995FE9B1DB2}" destId="{D7066B28-A6BB-46F8-AD35-F71209A86AC2}" srcOrd="0" destOrd="0" presId="urn:microsoft.com/office/officeart/2005/8/layout/chevron1"/>
    <dgm:cxn modelId="{587680CF-3310-4A71-9F06-6EE7A0D40E69}" type="presOf" srcId="{C173A529-F886-460F-AAD1-92E5AA2BE372}" destId="{78E3FCA2-2556-4D81-AFD6-BB24811236E5}" srcOrd="0" destOrd="4"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4.4.1.2 Corporate Responsibility</a:t>
          </a:r>
          <a:endParaRPr lang="en-US"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dgm:spPr/>
      <dgm:t>
        <a:bodyPr/>
        <a:lstStyle/>
        <a:p>
          <a:pPr>
            <a:buFont typeface="Wingdings" panose="05000000000000000000" pitchFamily="2" charset="2"/>
            <a:buChar char="Ø"/>
          </a:pPr>
          <a:r>
            <a:rPr lang="en-US" b="0" baseline="0" dirty="0">
              <a:solidFill>
                <a:schemeClr val="tx1"/>
              </a:solidFill>
              <a:latin typeface="Calibri" panose="020F0502020204030204" pitchFamily="34" charset="0"/>
              <a:cs typeface="Calibri" panose="020F0502020204030204" pitchFamily="34" charset="0"/>
            </a:rPr>
            <a:t>ISO 9001:2015 expanded the concept of Management Responsibility and Commitment into leadership behaviors.</a:t>
          </a:r>
          <a:endParaRPr lang="en-US"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A77BD4B1-B327-42C5-8034-0C4650D0579F}">
      <dgm:prSet/>
      <dgm:spPr/>
      <dgm:t>
        <a:bodyPr/>
        <a:lstStyle/>
        <a:p>
          <a:pPr>
            <a:buFont typeface="Wingdings" panose="05000000000000000000" pitchFamily="2" charset="2"/>
            <a:buChar char="Ø"/>
          </a:pPr>
          <a:r>
            <a:rPr lang="en-US" b="0" baseline="0" dirty="0">
              <a:solidFill>
                <a:schemeClr val="tx1"/>
              </a:solidFill>
              <a:latin typeface="Calibri" panose="020F0502020204030204" pitchFamily="34" charset="0"/>
              <a:cs typeface="Calibri" panose="020F0502020204030204" pitchFamily="34" charset="0"/>
            </a:rPr>
            <a:t>IATF now requires a Corporate Responsibility Policy to address increasing governmental and market expectations in social and environmental matters.</a:t>
          </a:r>
          <a:endParaRPr lang="en-US" b="0" dirty="0">
            <a:solidFill>
              <a:schemeClr val="tx1"/>
            </a:solidFill>
            <a:latin typeface="Calibri" panose="020F0502020204030204" pitchFamily="34" charset="0"/>
            <a:cs typeface="Calibri" panose="020F0502020204030204" pitchFamily="34" charset="0"/>
          </a:endParaRPr>
        </a:p>
      </dgm:t>
    </dgm:pt>
    <dgm:pt modelId="{D5347412-860E-4A1F-94AD-3E969A3AE7BB}" type="parTrans" cxnId="{CDCC953A-F329-4059-BA16-F2DF7B30154C}">
      <dgm:prSet/>
      <dgm:spPr/>
      <dgm:t>
        <a:bodyPr/>
        <a:lstStyle/>
        <a:p>
          <a:endParaRPr lang="en-US"/>
        </a:p>
      </dgm:t>
    </dgm:pt>
    <dgm:pt modelId="{ADDEBF63-8A62-4BE7-A1CE-8312375D7A97}" type="sibTrans" cxnId="{CDCC953A-F329-4059-BA16-F2DF7B30154C}">
      <dgm:prSet/>
      <dgm:spPr/>
      <dgm:t>
        <a:bodyPr/>
        <a:lstStyle/>
        <a:p>
          <a:endParaRPr lang="en-US"/>
        </a:p>
      </dgm:t>
    </dgm:pt>
    <dgm:pt modelId="{2680628C-E324-4E79-90B1-FAECAFF28ED9}">
      <dgm:prSet/>
      <dgm:spPr/>
      <dgm:t>
        <a:bodyPr/>
        <a:lstStyle/>
        <a:p>
          <a:pPr>
            <a:buFont typeface="Wingdings" panose="05000000000000000000" pitchFamily="2" charset="2"/>
            <a:buChar char="Ø"/>
          </a:pPr>
          <a:r>
            <a:rPr lang="en-US" b="0" baseline="0" dirty="0">
              <a:solidFill>
                <a:schemeClr val="tx1"/>
              </a:solidFill>
              <a:latin typeface="Calibri" panose="020F0502020204030204" pitchFamily="34" charset="0"/>
              <a:cs typeface="Calibri" panose="020F0502020204030204" pitchFamily="34" charset="0"/>
            </a:rPr>
            <a:t> Requires policies that address Ethics, Code of Conduct and an Anti-Bribery.</a:t>
          </a:r>
          <a:endParaRPr lang="en-US" b="0" dirty="0">
            <a:solidFill>
              <a:schemeClr val="tx1"/>
            </a:solidFill>
            <a:latin typeface="Calibri" panose="020F0502020204030204" pitchFamily="34" charset="0"/>
            <a:cs typeface="Calibri" panose="020F0502020204030204" pitchFamily="34" charset="0"/>
          </a:endParaRPr>
        </a:p>
      </dgm:t>
    </dgm:pt>
    <dgm:pt modelId="{53A2344A-582C-404D-AF44-C823CD1998A1}" type="parTrans" cxnId="{6EF0785E-F3C6-4B2D-8B51-1F3FB20B14DC}">
      <dgm:prSet/>
      <dgm:spPr/>
      <dgm:t>
        <a:bodyPr/>
        <a:lstStyle/>
        <a:p>
          <a:endParaRPr lang="en-US"/>
        </a:p>
      </dgm:t>
    </dgm:pt>
    <dgm:pt modelId="{4F0A2BF8-9F45-4B07-9A88-D5718E6DE39B}" type="sibTrans" cxnId="{6EF0785E-F3C6-4B2D-8B51-1F3FB20B14DC}">
      <dgm:prSet/>
      <dgm:spPr/>
      <dgm:t>
        <a:bodyPr/>
        <a:lstStyle/>
        <a:p>
          <a:endParaRPr lang="en-US"/>
        </a:p>
      </dgm:t>
    </dgm:pt>
    <dgm:pt modelId="{C99ED9B4-BFE2-4384-B604-5785D3BD71DD}">
      <dgm:prSet/>
      <dgm:spPr/>
      <dgm:t>
        <a:bodyPr/>
        <a:lstStyle/>
        <a:p>
          <a:pPr>
            <a:buFont typeface="Wingdings" panose="05000000000000000000" pitchFamily="2" charset="2"/>
            <a:buNone/>
          </a:pPr>
          <a:endParaRPr lang="en-US" b="0" dirty="0">
            <a:solidFill>
              <a:schemeClr val="tx1"/>
            </a:solidFill>
            <a:latin typeface="Calibri" panose="020F0502020204030204" pitchFamily="34" charset="0"/>
            <a:cs typeface="Calibri" panose="020F0502020204030204" pitchFamily="34" charset="0"/>
          </a:endParaRPr>
        </a:p>
      </dgm:t>
    </dgm:pt>
    <dgm:pt modelId="{BCD7ED84-7EF4-43B5-9CCE-2E518C80E5D4}" type="parTrans" cxnId="{E624F8B5-418F-4191-9648-9F87BDD23E2E}">
      <dgm:prSet/>
      <dgm:spPr/>
      <dgm:t>
        <a:bodyPr/>
        <a:lstStyle/>
        <a:p>
          <a:endParaRPr lang="en-US"/>
        </a:p>
      </dgm:t>
    </dgm:pt>
    <dgm:pt modelId="{EEC3349F-FDF9-4EBE-A016-A3F1A4F962EB}" type="sibTrans" cxnId="{E624F8B5-418F-4191-9648-9F87BDD23E2E}">
      <dgm:prSet/>
      <dgm:spPr/>
      <dgm:t>
        <a:bodyPr/>
        <a:lstStyle/>
        <a:p>
          <a:endParaRPr lang="en-US"/>
        </a:p>
      </dgm:t>
    </dgm:pt>
    <dgm:pt modelId="{0800939B-174B-4428-96AE-CE89D7122329}">
      <dgm:prSet/>
      <dgm:spPr/>
      <dgm:t>
        <a:bodyPr/>
        <a:lstStyle/>
        <a:p>
          <a:pPr>
            <a:buFont typeface="Wingdings" panose="05000000000000000000" pitchFamily="2" charset="2"/>
            <a:buNone/>
          </a:pPr>
          <a:endParaRPr lang="en-US" b="0" dirty="0">
            <a:solidFill>
              <a:schemeClr val="tx1"/>
            </a:solidFill>
            <a:latin typeface="Calibri" panose="020F0502020204030204" pitchFamily="34" charset="0"/>
            <a:cs typeface="Calibri" panose="020F0502020204030204" pitchFamily="34" charset="0"/>
          </a:endParaRPr>
        </a:p>
      </dgm:t>
    </dgm:pt>
    <dgm:pt modelId="{EBC4C846-8997-4C06-8B15-EF7B5EDAAE09}" type="parTrans" cxnId="{F2706E48-A644-4546-B9FA-094BAC44FF57}">
      <dgm:prSet/>
      <dgm:spPr/>
      <dgm:t>
        <a:bodyPr/>
        <a:lstStyle/>
        <a:p>
          <a:endParaRPr lang="en-US"/>
        </a:p>
      </dgm:t>
    </dgm:pt>
    <dgm:pt modelId="{1A1EE0AA-A83D-4686-9540-D8A5554ECB10}" type="sibTrans" cxnId="{F2706E48-A644-4546-B9FA-094BAC44FF57}">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LinFactNeighborX="-10056" custLinFactNeighborY="-1976">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25000">
        <dgm:presLayoutVars>
          <dgm:bulletEnabled val="1"/>
        </dgm:presLayoutVars>
      </dgm:prSet>
      <dgm:spPr/>
    </dgm:pt>
  </dgm:ptLst>
  <dgm:cxnLst>
    <dgm:cxn modelId="{797E3206-22D6-435B-BF54-D57A535400C2}" srcId="{52FE66A6-9DF8-48A4-8BE3-296EE0DF9A1A}" destId="{F2B3E19D-DC7C-4B95-9BAB-00C25E53F6DD}" srcOrd="0" destOrd="0" parTransId="{5BD36D81-D9AC-438A-9A00-7991222FC93B}" sibTransId="{1FD81146-37D9-42CB-B18E-D5D3B732C907}"/>
    <dgm:cxn modelId="{98D0120D-D441-4AE4-BF0A-BC64B7E5B986}" type="presOf" srcId="{A77BD4B1-B327-42C5-8034-0C4650D0579F}" destId="{78E3FCA2-2556-4D81-AFD6-BB24811236E5}" srcOrd="0" destOrd="2" presId="urn:microsoft.com/office/officeart/2005/8/layout/chevron1"/>
    <dgm:cxn modelId="{54795F2D-0064-4794-95E8-D36B662A8627}" type="presOf" srcId="{52FE66A6-9DF8-48A4-8BE3-296EE0DF9A1A}" destId="{2752F388-306C-4A14-9FCA-396F3F210499}" srcOrd="0" destOrd="0" presId="urn:microsoft.com/office/officeart/2005/8/layout/chevron1"/>
    <dgm:cxn modelId="{CDCC953A-F329-4059-BA16-F2DF7B30154C}" srcId="{52FE66A6-9DF8-48A4-8BE3-296EE0DF9A1A}" destId="{A77BD4B1-B327-42C5-8034-0C4650D0579F}" srcOrd="2" destOrd="0" parTransId="{D5347412-860E-4A1F-94AD-3E969A3AE7BB}" sibTransId="{ADDEBF63-8A62-4BE7-A1CE-8312375D7A97}"/>
    <dgm:cxn modelId="{6EF0785E-F3C6-4B2D-8B51-1F3FB20B14DC}" srcId="{52FE66A6-9DF8-48A4-8BE3-296EE0DF9A1A}" destId="{2680628C-E324-4E79-90B1-FAECAFF28ED9}" srcOrd="4" destOrd="0" parTransId="{53A2344A-582C-404D-AF44-C823CD1998A1}" sibTransId="{4F0A2BF8-9F45-4B07-9A88-D5718E6DE39B}"/>
    <dgm:cxn modelId="{B504F645-E1B0-47A7-B1FD-859EF28BFA21}" type="presOf" srcId="{C99ED9B4-BFE2-4384-B604-5785D3BD71DD}" destId="{78E3FCA2-2556-4D81-AFD6-BB24811236E5}" srcOrd="0" destOrd="3" presId="urn:microsoft.com/office/officeart/2005/8/layout/chevron1"/>
    <dgm:cxn modelId="{F2706E48-A644-4546-B9FA-094BAC44FF57}" srcId="{52FE66A6-9DF8-48A4-8BE3-296EE0DF9A1A}" destId="{0800939B-174B-4428-96AE-CE89D7122329}" srcOrd="1" destOrd="0" parTransId="{EBC4C846-8997-4C06-8B15-EF7B5EDAAE09}" sibTransId="{1A1EE0AA-A83D-4686-9540-D8A5554ECB10}"/>
    <dgm:cxn modelId="{BEA47548-9920-4572-B7CB-B3E6AF21F38F}" srcId="{55A05380-5A4A-4E23-AC71-D995FE9B1DB2}" destId="{52FE66A6-9DF8-48A4-8BE3-296EE0DF9A1A}" srcOrd="0" destOrd="0" parTransId="{538D5BE8-5DDC-4522-8B2C-5D9547DF19DA}" sibTransId="{F9986574-0A2F-430A-870C-CDBA9472814C}"/>
    <dgm:cxn modelId="{546ECD78-8611-4B17-830C-E73A5886EB59}" type="presOf" srcId="{F2B3E19D-DC7C-4B95-9BAB-00C25E53F6DD}" destId="{78E3FCA2-2556-4D81-AFD6-BB24811236E5}" srcOrd="0" destOrd="0" presId="urn:microsoft.com/office/officeart/2005/8/layout/chevron1"/>
    <dgm:cxn modelId="{E624F8B5-418F-4191-9648-9F87BDD23E2E}" srcId="{52FE66A6-9DF8-48A4-8BE3-296EE0DF9A1A}" destId="{C99ED9B4-BFE2-4384-B604-5785D3BD71DD}" srcOrd="3" destOrd="0" parTransId="{BCD7ED84-7EF4-43B5-9CCE-2E518C80E5D4}" sibTransId="{EEC3349F-FDF9-4EBE-A016-A3F1A4F962EB}"/>
    <dgm:cxn modelId="{B2B34FB9-B9D2-4DE9-85F1-DB1ED35A8277}" type="presOf" srcId="{55A05380-5A4A-4E23-AC71-D995FE9B1DB2}" destId="{D7066B28-A6BB-46F8-AD35-F71209A86AC2}" srcOrd="0" destOrd="0" presId="urn:microsoft.com/office/officeart/2005/8/layout/chevron1"/>
    <dgm:cxn modelId="{DB69D5C3-CF44-4901-A42A-35D9B207DD8B}" type="presOf" srcId="{0800939B-174B-4428-96AE-CE89D7122329}" destId="{78E3FCA2-2556-4D81-AFD6-BB24811236E5}" srcOrd="0" destOrd="1" presId="urn:microsoft.com/office/officeart/2005/8/layout/chevron1"/>
    <dgm:cxn modelId="{C9D735FF-1446-4FCE-9E53-50BBA6A0742D}" type="presOf" srcId="{2680628C-E324-4E79-90B1-FAECAFF28ED9}" destId="{78E3FCA2-2556-4D81-AFD6-BB24811236E5}" srcOrd="0" destOrd="4"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custT="1"/>
      <dgm:spPr>
        <a:solidFill>
          <a:schemeClr val="tx2">
            <a:lumMod val="60000"/>
            <a:lumOff val="40000"/>
          </a:schemeClr>
        </a:solidFill>
      </dgm:spPr>
      <dgm:t>
        <a:bodyPr/>
        <a:lstStyle/>
        <a:p>
          <a:r>
            <a:rPr lang="en-US" sz="2400" b="1" baseline="0" dirty="0">
              <a:latin typeface="Calibri" panose="020F0502020204030204" pitchFamily="34" charset="0"/>
              <a:cs typeface="Calibri" panose="020F0502020204030204" pitchFamily="34" charset="0"/>
            </a:rPr>
            <a:t>5.1.1.2 Process Effectiveness and Efficiency</a:t>
          </a:r>
          <a:endParaRPr lang="en-US" sz="2400"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custT="1"/>
      <dgm:spPr/>
      <dgm:t>
        <a:bodyPr/>
        <a:lstStyle/>
        <a:p>
          <a:pPr>
            <a:buFont typeface="Wingdings" panose="05000000000000000000" pitchFamily="2" charset="2"/>
            <a:buChar char="Ø"/>
          </a:pPr>
          <a:r>
            <a:rPr lang="en-US" sz="2400" b="0" baseline="0" dirty="0">
              <a:solidFill>
                <a:schemeClr val="tx1"/>
              </a:solidFill>
              <a:latin typeface="Calibri" panose="020F0502020204030204" pitchFamily="34" charset="0"/>
              <a:cs typeface="Calibri" panose="020F0502020204030204" pitchFamily="34" charset="0"/>
            </a:rPr>
            <a:t>This requirement from TS was strengthened to ensure that the results of the process review activities are now included in Management Review.</a:t>
          </a:r>
          <a:endParaRPr lang="en-US" sz="2400"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2680628C-E324-4E79-90B1-FAECAFF28ED9}">
      <dgm:prSet custT="1"/>
      <dgm:spPr/>
      <dgm:t>
        <a:bodyPr/>
        <a:lstStyle/>
        <a:p>
          <a:pPr>
            <a:buFont typeface="Wingdings" panose="05000000000000000000" pitchFamily="2" charset="2"/>
            <a:buChar char="Ø"/>
          </a:pPr>
          <a:r>
            <a:rPr lang="en-US" sz="2400" b="0" baseline="0" dirty="0">
              <a:solidFill>
                <a:schemeClr val="tx1"/>
              </a:solidFill>
              <a:latin typeface="Calibri" panose="020F0502020204030204" pitchFamily="34" charset="0"/>
              <a:cs typeface="Calibri" panose="020F0502020204030204" pitchFamily="34" charset="0"/>
            </a:rPr>
            <a:t> This information shall be part of the Management Review process to determine the overall effectiveness of each process</a:t>
          </a:r>
          <a:r>
            <a:rPr lang="en-US" sz="2400" b="1" baseline="0" dirty="0">
              <a:solidFill>
                <a:schemeClr val="tx1"/>
              </a:solidFill>
              <a:latin typeface="Calibri" panose="020F0502020204030204" pitchFamily="34" charset="0"/>
              <a:cs typeface="Calibri" panose="020F0502020204030204" pitchFamily="34" charset="0"/>
            </a:rPr>
            <a:t>. </a:t>
          </a:r>
          <a:endParaRPr lang="en-US" sz="2400" b="1" dirty="0">
            <a:solidFill>
              <a:schemeClr val="tx1"/>
            </a:solidFill>
            <a:latin typeface="Calibri" panose="020F0502020204030204" pitchFamily="34" charset="0"/>
            <a:cs typeface="Calibri" panose="020F0502020204030204" pitchFamily="34" charset="0"/>
          </a:endParaRPr>
        </a:p>
      </dgm:t>
    </dgm:pt>
    <dgm:pt modelId="{53A2344A-582C-404D-AF44-C823CD1998A1}" type="parTrans" cxnId="{6EF0785E-F3C6-4B2D-8B51-1F3FB20B14DC}">
      <dgm:prSet/>
      <dgm:spPr/>
      <dgm:t>
        <a:bodyPr/>
        <a:lstStyle/>
        <a:p>
          <a:endParaRPr lang="en-US"/>
        </a:p>
      </dgm:t>
    </dgm:pt>
    <dgm:pt modelId="{4F0A2BF8-9F45-4B07-9A88-D5718E6DE39B}" type="sibTrans" cxnId="{6EF0785E-F3C6-4B2D-8B51-1F3FB20B14DC}">
      <dgm:prSet/>
      <dgm:spPr/>
      <dgm:t>
        <a:bodyPr/>
        <a:lstStyle/>
        <a:p>
          <a:endParaRPr lang="en-US"/>
        </a:p>
      </dgm:t>
    </dgm:pt>
    <dgm:pt modelId="{544B412E-FA7A-49BA-BF72-CF00886F0340}">
      <dgm:prSet custT="1"/>
      <dgm:spPr/>
      <dgm:t>
        <a:bodyPr/>
        <a:lstStyle/>
        <a:p>
          <a:pPr>
            <a:buFont typeface="Wingdings" panose="05000000000000000000" pitchFamily="2" charset="2"/>
            <a:buChar char="Ø"/>
          </a:pPr>
          <a:r>
            <a:rPr lang="en-US" sz="2400" b="0" dirty="0">
              <a:solidFill>
                <a:schemeClr val="tx1"/>
              </a:solidFill>
              <a:latin typeface="Calibri" panose="020F0502020204030204" pitchFamily="34" charset="0"/>
              <a:cs typeface="Calibri" panose="020F0502020204030204" pitchFamily="34" charset="0"/>
            </a:rPr>
            <a:t>Requires methods/KPI’s to evaluate processes and identify improvements.</a:t>
          </a:r>
        </a:p>
      </dgm:t>
    </dgm:pt>
    <dgm:pt modelId="{E3AE94D7-48AA-45BA-9F76-DA56247BDE3C}" type="parTrans" cxnId="{863ED8AA-B9A2-4159-B796-ED344A6F39C5}">
      <dgm:prSet/>
      <dgm:spPr/>
      <dgm:t>
        <a:bodyPr/>
        <a:lstStyle/>
        <a:p>
          <a:endParaRPr lang="en-US"/>
        </a:p>
      </dgm:t>
    </dgm:pt>
    <dgm:pt modelId="{29F1D57C-B64A-42BA-AAB1-75B71D98089A}" type="sibTrans" cxnId="{863ED8AA-B9A2-4159-B796-ED344A6F39C5}">
      <dgm:prSet/>
      <dgm:spPr/>
      <dgm:t>
        <a:bodyPr/>
        <a:lstStyle/>
        <a:p>
          <a:endParaRPr lang="en-US"/>
        </a:p>
      </dgm:t>
    </dgm:pt>
    <dgm:pt modelId="{871885F8-CEB7-476C-8697-B87517716708}">
      <dgm:prSet custT="1"/>
      <dgm:spPr/>
      <dgm:t>
        <a:bodyPr/>
        <a:lstStyle/>
        <a:p>
          <a:pPr>
            <a:buFont typeface="Wingdings" panose="05000000000000000000" pitchFamily="2" charset="2"/>
            <a:buNone/>
          </a:pPr>
          <a:endParaRPr lang="en-US" sz="2400" b="0" dirty="0">
            <a:solidFill>
              <a:schemeClr val="tx1"/>
            </a:solidFill>
            <a:latin typeface="Calibri" panose="020F0502020204030204" pitchFamily="34" charset="0"/>
            <a:cs typeface="Calibri" panose="020F0502020204030204" pitchFamily="34" charset="0"/>
          </a:endParaRPr>
        </a:p>
      </dgm:t>
    </dgm:pt>
    <dgm:pt modelId="{6B785C37-BB7E-438A-9280-CC64FF54134C}" type="parTrans" cxnId="{CD460D90-B9CB-42A1-86EB-0B38F4B715CA}">
      <dgm:prSet/>
      <dgm:spPr/>
      <dgm:t>
        <a:bodyPr/>
        <a:lstStyle/>
        <a:p>
          <a:endParaRPr lang="en-US"/>
        </a:p>
      </dgm:t>
    </dgm:pt>
    <dgm:pt modelId="{63EA0194-5D27-483D-B28C-003559376B46}" type="sibTrans" cxnId="{CD460D90-B9CB-42A1-86EB-0B38F4B715CA}">
      <dgm:prSet/>
      <dgm:spPr/>
      <dgm:t>
        <a:bodyPr/>
        <a:lstStyle/>
        <a:p>
          <a:endParaRPr lang="en-US"/>
        </a:p>
      </dgm:t>
    </dgm:pt>
    <dgm:pt modelId="{5EB1B87D-8785-4FB0-A546-100749C956D3}">
      <dgm:prSet custT="1"/>
      <dgm:spPr/>
      <dgm:t>
        <a:bodyPr/>
        <a:lstStyle/>
        <a:p>
          <a:pPr>
            <a:buFont typeface="Wingdings" panose="05000000000000000000" pitchFamily="2" charset="2"/>
            <a:buNone/>
          </a:pPr>
          <a:endParaRPr lang="en-US" sz="2400" b="0" dirty="0">
            <a:solidFill>
              <a:schemeClr val="tx1"/>
            </a:solidFill>
            <a:latin typeface="Calibri" panose="020F0502020204030204" pitchFamily="34" charset="0"/>
            <a:cs typeface="Calibri" panose="020F0502020204030204" pitchFamily="34" charset="0"/>
          </a:endParaRPr>
        </a:p>
      </dgm:t>
    </dgm:pt>
    <dgm:pt modelId="{5CDBC270-85E4-4F63-B1D0-7260854DF71C}" type="parTrans" cxnId="{85D6737D-56C8-40DE-9884-DE5BA30D4EB4}">
      <dgm:prSet/>
      <dgm:spPr/>
      <dgm:t>
        <a:bodyPr/>
        <a:lstStyle/>
        <a:p>
          <a:endParaRPr lang="en-US"/>
        </a:p>
      </dgm:t>
    </dgm:pt>
    <dgm:pt modelId="{6F260CBD-F907-47F2-8294-14E5B40EFA6B}" type="sibTrans" cxnId="{85D6737D-56C8-40DE-9884-DE5BA30D4EB4}">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X="162980" custScaleY="100000" custLinFactNeighborX="-16331" custLinFactNeighborY="-75939">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203302" custLinFactNeighborX="4693" custLinFactNeighborY="-17541">
        <dgm:presLayoutVars>
          <dgm:bulletEnabled val="1"/>
        </dgm:presLayoutVars>
      </dgm:prSet>
      <dgm:spPr/>
    </dgm:pt>
  </dgm:ptLst>
  <dgm:cxnLst>
    <dgm:cxn modelId="{797E3206-22D6-435B-BF54-D57A535400C2}" srcId="{52FE66A6-9DF8-48A4-8BE3-296EE0DF9A1A}" destId="{F2B3E19D-DC7C-4B95-9BAB-00C25E53F6DD}" srcOrd="0" destOrd="0" parTransId="{5BD36D81-D9AC-438A-9A00-7991222FC93B}" sibTransId="{1FD81146-37D9-42CB-B18E-D5D3B732C907}"/>
    <dgm:cxn modelId="{54795F2D-0064-4794-95E8-D36B662A8627}" type="presOf" srcId="{52FE66A6-9DF8-48A4-8BE3-296EE0DF9A1A}" destId="{2752F388-306C-4A14-9FCA-396F3F210499}" srcOrd="0" destOrd="0" presId="urn:microsoft.com/office/officeart/2005/8/layout/chevron1"/>
    <dgm:cxn modelId="{6EF0785E-F3C6-4B2D-8B51-1F3FB20B14DC}" srcId="{52FE66A6-9DF8-48A4-8BE3-296EE0DF9A1A}" destId="{2680628C-E324-4E79-90B1-FAECAFF28ED9}" srcOrd="4" destOrd="0" parTransId="{53A2344A-582C-404D-AF44-C823CD1998A1}" sibTransId="{4F0A2BF8-9F45-4B07-9A88-D5718E6DE39B}"/>
    <dgm:cxn modelId="{BEA47548-9920-4572-B7CB-B3E6AF21F38F}" srcId="{55A05380-5A4A-4E23-AC71-D995FE9B1DB2}" destId="{52FE66A6-9DF8-48A4-8BE3-296EE0DF9A1A}" srcOrd="0" destOrd="0" parTransId="{538D5BE8-5DDC-4522-8B2C-5D9547DF19DA}" sibTransId="{F9986574-0A2F-430A-870C-CDBA9472814C}"/>
    <dgm:cxn modelId="{B4420E6B-1FFD-4352-8FFE-D420882CBDC1}" type="presOf" srcId="{5EB1B87D-8785-4FB0-A546-100749C956D3}" destId="{78E3FCA2-2556-4D81-AFD6-BB24811236E5}" srcOrd="0" destOrd="3" presId="urn:microsoft.com/office/officeart/2005/8/layout/chevron1"/>
    <dgm:cxn modelId="{546ECD78-8611-4B17-830C-E73A5886EB59}" type="presOf" srcId="{F2B3E19D-DC7C-4B95-9BAB-00C25E53F6DD}" destId="{78E3FCA2-2556-4D81-AFD6-BB24811236E5}" srcOrd="0" destOrd="0" presId="urn:microsoft.com/office/officeart/2005/8/layout/chevron1"/>
    <dgm:cxn modelId="{85D6737D-56C8-40DE-9884-DE5BA30D4EB4}" srcId="{52FE66A6-9DF8-48A4-8BE3-296EE0DF9A1A}" destId="{5EB1B87D-8785-4FB0-A546-100749C956D3}" srcOrd="3" destOrd="0" parTransId="{5CDBC270-85E4-4F63-B1D0-7260854DF71C}" sibTransId="{6F260CBD-F907-47F2-8294-14E5B40EFA6B}"/>
    <dgm:cxn modelId="{CD460D90-B9CB-42A1-86EB-0B38F4B715CA}" srcId="{52FE66A6-9DF8-48A4-8BE3-296EE0DF9A1A}" destId="{871885F8-CEB7-476C-8697-B87517716708}" srcOrd="1" destOrd="0" parTransId="{6B785C37-BB7E-438A-9280-CC64FF54134C}" sibTransId="{63EA0194-5D27-483D-B28C-003559376B46}"/>
    <dgm:cxn modelId="{863ED8AA-B9A2-4159-B796-ED344A6F39C5}" srcId="{52FE66A6-9DF8-48A4-8BE3-296EE0DF9A1A}" destId="{544B412E-FA7A-49BA-BF72-CF00886F0340}" srcOrd="2" destOrd="0" parTransId="{E3AE94D7-48AA-45BA-9F76-DA56247BDE3C}" sibTransId="{29F1D57C-B64A-42BA-AAB1-75B71D98089A}"/>
    <dgm:cxn modelId="{B2B34FB9-B9D2-4DE9-85F1-DB1ED35A8277}" type="presOf" srcId="{55A05380-5A4A-4E23-AC71-D995FE9B1DB2}" destId="{D7066B28-A6BB-46F8-AD35-F71209A86AC2}" srcOrd="0" destOrd="0" presId="urn:microsoft.com/office/officeart/2005/8/layout/chevron1"/>
    <dgm:cxn modelId="{107617C6-DEB3-4775-B369-5F890562DAFA}" type="presOf" srcId="{544B412E-FA7A-49BA-BF72-CF00886F0340}" destId="{78E3FCA2-2556-4D81-AFD6-BB24811236E5}" srcOrd="0" destOrd="2" presId="urn:microsoft.com/office/officeart/2005/8/layout/chevron1"/>
    <dgm:cxn modelId="{8E007DD3-A499-4CA3-9323-664DD544D48F}" type="presOf" srcId="{871885F8-CEB7-476C-8697-B87517716708}" destId="{78E3FCA2-2556-4D81-AFD6-BB24811236E5}" srcOrd="0" destOrd="1" presId="urn:microsoft.com/office/officeart/2005/8/layout/chevron1"/>
    <dgm:cxn modelId="{C9D735FF-1446-4FCE-9E53-50BBA6A0742D}" type="presOf" srcId="{2680628C-E324-4E79-90B1-FAECAFF28ED9}" destId="{78E3FCA2-2556-4D81-AFD6-BB24811236E5}" srcOrd="0" destOrd="4"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5.1.1.3 Process Owners</a:t>
          </a:r>
          <a:endParaRPr lang="en-US"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dgm:spPr/>
      <dgm:t>
        <a:bodyPr/>
        <a:lstStyle/>
        <a:p>
          <a:pPr>
            <a:buFont typeface="Wingdings" panose="05000000000000000000" pitchFamily="2" charset="2"/>
            <a:buChar char="Ø"/>
          </a:pPr>
          <a:r>
            <a:rPr lang="en-US" b="0" baseline="0" dirty="0">
              <a:solidFill>
                <a:schemeClr val="tx1"/>
              </a:solidFill>
              <a:latin typeface="Calibri" panose="020F0502020204030204" pitchFamily="34" charset="0"/>
              <a:cs typeface="Calibri" panose="020F0502020204030204" pitchFamily="34" charset="0"/>
            </a:rPr>
            <a:t>Now requires that top management identify individual process owners.</a:t>
          </a:r>
          <a:endParaRPr lang="en-US"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544B412E-FA7A-49BA-BF72-CF00886F0340}">
      <dgm:prSet/>
      <dgm:spPr/>
      <dgm:t>
        <a:bodyPr/>
        <a:lstStyle/>
        <a:p>
          <a:pPr>
            <a:buFont typeface="Wingdings" panose="05000000000000000000" pitchFamily="2" charset="2"/>
            <a:buChar char="Ø"/>
          </a:pPr>
          <a:r>
            <a:rPr lang="en-US" b="0" dirty="0">
              <a:solidFill>
                <a:schemeClr val="tx1"/>
              </a:solidFill>
              <a:latin typeface="Calibri" panose="020F0502020204030204" pitchFamily="34" charset="0"/>
              <a:cs typeface="Calibri" panose="020F0502020204030204" pitchFamily="34" charset="0"/>
            </a:rPr>
            <a:t>Process owners are responsible for the ensuring activities are performed in order to achieve desired output (objective).</a:t>
          </a:r>
        </a:p>
      </dgm:t>
    </dgm:pt>
    <dgm:pt modelId="{E3AE94D7-48AA-45BA-9F76-DA56247BDE3C}" type="parTrans" cxnId="{863ED8AA-B9A2-4159-B796-ED344A6F39C5}">
      <dgm:prSet/>
      <dgm:spPr/>
      <dgm:t>
        <a:bodyPr/>
        <a:lstStyle/>
        <a:p>
          <a:endParaRPr lang="en-US"/>
        </a:p>
      </dgm:t>
    </dgm:pt>
    <dgm:pt modelId="{29F1D57C-B64A-42BA-AAB1-75B71D98089A}" type="sibTrans" cxnId="{863ED8AA-B9A2-4159-B796-ED344A6F39C5}">
      <dgm:prSet/>
      <dgm:spPr/>
      <dgm:t>
        <a:bodyPr/>
        <a:lstStyle/>
        <a:p>
          <a:endParaRPr lang="en-US"/>
        </a:p>
      </dgm:t>
    </dgm:pt>
    <dgm:pt modelId="{833CD286-932C-4AA9-A99F-8225225B9DD1}">
      <dgm:prSet/>
      <dgm:spPr/>
      <dgm:t>
        <a:bodyPr/>
        <a:lstStyle/>
        <a:p>
          <a:pPr>
            <a:buFont typeface="Wingdings" panose="05000000000000000000" pitchFamily="2" charset="2"/>
            <a:buChar char="Ø"/>
          </a:pPr>
          <a:r>
            <a:rPr lang="en-US" b="0" dirty="0">
              <a:solidFill>
                <a:schemeClr val="tx1"/>
              </a:solidFill>
              <a:latin typeface="Calibri" panose="020F0502020204030204" pitchFamily="34" charset="0"/>
              <a:cs typeface="Calibri" panose="020F0502020204030204" pitchFamily="34" charset="0"/>
            </a:rPr>
            <a:t>Intent is that process owners understand their roles and are competent.</a:t>
          </a:r>
        </a:p>
      </dgm:t>
    </dgm:pt>
    <dgm:pt modelId="{56AD9A57-19BF-41A4-96C2-85EBFF799036}" type="parTrans" cxnId="{D94FDA8F-2771-4D08-8FB7-03F2617192C6}">
      <dgm:prSet/>
      <dgm:spPr/>
      <dgm:t>
        <a:bodyPr/>
        <a:lstStyle/>
        <a:p>
          <a:endParaRPr lang="en-US"/>
        </a:p>
      </dgm:t>
    </dgm:pt>
    <dgm:pt modelId="{E52417F3-2415-4575-A84A-C7A7F3E43FF6}" type="sibTrans" cxnId="{D94FDA8F-2771-4D08-8FB7-03F2617192C6}">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Y="82519" custLinFactNeighborX="-15815" custLinFactNeighborY="-24258">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40737">
        <dgm:presLayoutVars>
          <dgm:bulletEnabled val="1"/>
        </dgm:presLayoutVars>
      </dgm:prSet>
      <dgm:spPr/>
    </dgm:pt>
  </dgm:ptLst>
  <dgm:cxnLst>
    <dgm:cxn modelId="{797E3206-22D6-435B-BF54-D57A535400C2}" srcId="{52FE66A6-9DF8-48A4-8BE3-296EE0DF9A1A}" destId="{F2B3E19D-DC7C-4B95-9BAB-00C25E53F6DD}" srcOrd="0" destOrd="0" parTransId="{5BD36D81-D9AC-438A-9A00-7991222FC93B}" sibTransId="{1FD81146-37D9-42CB-B18E-D5D3B732C907}"/>
    <dgm:cxn modelId="{54795F2D-0064-4794-95E8-D36B662A8627}" type="presOf" srcId="{52FE66A6-9DF8-48A4-8BE3-296EE0DF9A1A}" destId="{2752F388-306C-4A14-9FCA-396F3F210499}" srcOrd="0" destOrd="0" presId="urn:microsoft.com/office/officeart/2005/8/layout/chevron1"/>
    <dgm:cxn modelId="{BEA47548-9920-4572-B7CB-B3E6AF21F38F}" srcId="{55A05380-5A4A-4E23-AC71-D995FE9B1DB2}" destId="{52FE66A6-9DF8-48A4-8BE3-296EE0DF9A1A}" srcOrd="0" destOrd="0" parTransId="{538D5BE8-5DDC-4522-8B2C-5D9547DF19DA}" sibTransId="{F9986574-0A2F-430A-870C-CDBA9472814C}"/>
    <dgm:cxn modelId="{845C274A-0A68-4E2C-9ABF-31FF6EA104C1}" type="presOf" srcId="{833CD286-932C-4AA9-A99F-8225225B9DD1}" destId="{78E3FCA2-2556-4D81-AFD6-BB24811236E5}" srcOrd="0" destOrd="1" presId="urn:microsoft.com/office/officeart/2005/8/layout/chevron1"/>
    <dgm:cxn modelId="{546ECD78-8611-4B17-830C-E73A5886EB59}" type="presOf" srcId="{F2B3E19D-DC7C-4B95-9BAB-00C25E53F6DD}" destId="{78E3FCA2-2556-4D81-AFD6-BB24811236E5}" srcOrd="0" destOrd="0" presId="urn:microsoft.com/office/officeart/2005/8/layout/chevron1"/>
    <dgm:cxn modelId="{D94FDA8F-2771-4D08-8FB7-03F2617192C6}" srcId="{52FE66A6-9DF8-48A4-8BE3-296EE0DF9A1A}" destId="{833CD286-932C-4AA9-A99F-8225225B9DD1}" srcOrd="1" destOrd="0" parTransId="{56AD9A57-19BF-41A4-96C2-85EBFF799036}" sibTransId="{E52417F3-2415-4575-A84A-C7A7F3E43FF6}"/>
    <dgm:cxn modelId="{863ED8AA-B9A2-4159-B796-ED344A6F39C5}" srcId="{52FE66A6-9DF8-48A4-8BE3-296EE0DF9A1A}" destId="{544B412E-FA7A-49BA-BF72-CF00886F0340}" srcOrd="2" destOrd="0" parTransId="{E3AE94D7-48AA-45BA-9F76-DA56247BDE3C}" sibTransId="{29F1D57C-B64A-42BA-AAB1-75B71D98089A}"/>
    <dgm:cxn modelId="{B2B34FB9-B9D2-4DE9-85F1-DB1ED35A8277}" type="presOf" srcId="{55A05380-5A4A-4E23-AC71-D995FE9B1DB2}" destId="{D7066B28-A6BB-46F8-AD35-F71209A86AC2}" srcOrd="0" destOrd="0" presId="urn:microsoft.com/office/officeart/2005/8/layout/chevron1"/>
    <dgm:cxn modelId="{107617C6-DEB3-4775-B369-5F890562DAFA}" type="presOf" srcId="{544B412E-FA7A-49BA-BF72-CF00886F0340}" destId="{78E3FCA2-2556-4D81-AFD6-BB24811236E5}" srcOrd="0" destOrd="2"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44B412E-FA7A-49BA-BF72-CF00886F0340}">
      <dgm:prSet custT="1"/>
      <dgm:spPr/>
      <dgm:t>
        <a:bodyPr/>
        <a:lstStyle/>
        <a:p>
          <a:pPr>
            <a:buFont typeface="Wingdings" panose="05000000000000000000" pitchFamily="2" charset="2"/>
            <a:buChar char="Ø"/>
          </a:pPr>
          <a:r>
            <a:rPr lang="en-US" sz="2000" b="0" dirty="0">
              <a:solidFill>
                <a:schemeClr val="tx1"/>
              </a:solidFill>
              <a:latin typeface="Calibri" panose="020F0502020204030204" pitchFamily="34" charset="0"/>
              <a:cs typeface="Calibri" panose="020F0502020204030204" pitchFamily="34" charset="0"/>
            </a:rPr>
            <a:t>Process owners are responsible for the ensuring activities are performed in order to achieve desired output (objective).</a:t>
          </a:r>
        </a:p>
      </dgm:t>
    </dgm:pt>
    <dgm:pt modelId="{E3AE94D7-48AA-45BA-9F76-DA56247BDE3C}" type="parTrans" cxnId="{863ED8AA-B9A2-4159-B796-ED344A6F39C5}">
      <dgm:prSet/>
      <dgm:spPr/>
      <dgm:t>
        <a:bodyPr/>
        <a:lstStyle/>
        <a:p>
          <a:endParaRPr lang="en-US"/>
        </a:p>
      </dgm:t>
    </dgm:pt>
    <dgm:pt modelId="{29F1D57C-B64A-42BA-AAB1-75B71D98089A}" type="sibTrans" cxnId="{863ED8AA-B9A2-4159-B796-ED344A6F39C5}">
      <dgm:prSet/>
      <dgm:spPr/>
      <dgm:t>
        <a:bodyPr/>
        <a:lstStyle/>
        <a:p>
          <a:endParaRPr lang="en-US"/>
        </a:p>
      </dgm:t>
    </dgm:pt>
    <dgm:pt modelId="{833CD286-932C-4AA9-A99F-8225225B9DD1}">
      <dgm:prSet custT="1"/>
      <dgm:spPr/>
      <dgm:t>
        <a:bodyPr/>
        <a:lstStyle/>
        <a:p>
          <a:pPr>
            <a:buFont typeface="Wingdings" panose="05000000000000000000" pitchFamily="2" charset="2"/>
            <a:buChar char="Ø"/>
          </a:pPr>
          <a:r>
            <a:rPr lang="en-US" sz="2000" b="0" dirty="0">
              <a:solidFill>
                <a:schemeClr val="tx1"/>
              </a:solidFill>
              <a:latin typeface="Calibri" panose="020F0502020204030204" pitchFamily="34" charset="0"/>
              <a:cs typeface="Calibri" panose="020F0502020204030204" pitchFamily="34" charset="0"/>
            </a:rPr>
            <a:t>Intent is that process owners understand their roles and are competent</a:t>
          </a:r>
        </a:p>
      </dgm:t>
    </dgm:pt>
    <dgm:pt modelId="{56AD9A57-19BF-41A4-96C2-85EBFF799036}" type="parTrans" cxnId="{D94FDA8F-2771-4D08-8FB7-03F2617192C6}">
      <dgm:prSet/>
      <dgm:spPr/>
      <dgm:t>
        <a:bodyPr/>
        <a:lstStyle/>
        <a:p>
          <a:endParaRPr lang="en-US"/>
        </a:p>
      </dgm:t>
    </dgm:pt>
    <dgm:pt modelId="{E52417F3-2415-4575-A84A-C7A7F3E43FF6}" type="sibTrans" cxnId="{D94FDA8F-2771-4D08-8FB7-03F2617192C6}">
      <dgm:prSet/>
      <dgm:spPr/>
      <dgm:t>
        <a:bodyPr/>
        <a:lstStyle/>
        <a:p>
          <a:endParaRPr lang="en-US"/>
        </a:p>
      </dgm:t>
    </dgm:pt>
    <dgm:pt modelId="{2F52930D-DF90-4D97-BBF4-258DC050C627}">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Corrective Action</a:t>
          </a:r>
          <a:endParaRPr lang="en-US" sz="2000" b="0" dirty="0">
            <a:solidFill>
              <a:schemeClr val="tx1"/>
            </a:solidFill>
            <a:latin typeface="Calibri" panose="020F0502020204030204" pitchFamily="34" charset="0"/>
            <a:cs typeface="Calibri" panose="020F0502020204030204" pitchFamily="34" charset="0"/>
          </a:endParaRPr>
        </a:p>
      </dgm:t>
    </dgm:pt>
    <dgm:pt modelId="{7E7399C3-7CCB-4ECE-BCA8-96C822C1BCBE}" type="parTrans" cxnId="{61EC8A98-DB28-4D0E-AE89-F976B88D1C8B}">
      <dgm:prSet/>
      <dgm:spPr/>
      <dgm:t>
        <a:bodyPr/>
        <a:lstStyle/>
        <a:p>
          <a:endParaRPr lang="en-US"/>
        </a:p>
      </dgm:t>
    </dgm:pt>
    <dgm:pt modelId="{3203D7B8-13CB-4E18-ADCD-F2525FA94CCF}" type="sibTrans" cxnId="{61EC8A98-DB28-4D0E-AE89-F976B88D1C8B}">
      <dgm:prSet/>
      <dgm:spPr/>
      <dgm:t>
        <a:bodyPr/>
        <a:lstStyle/>
        <a:p>
          <a:endParaRPr lang="en-US"/>
        </a:p>
      </dgm:t>
    </dgm:pt>
    <dgm:pt modelId="{3BE91EAE-315F-4015-84B7-D92B397735A7}">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Logistics</a:t>
          </a:r>
          <a:endParaRPr lang="en-US" sz="2000" b="0" dirty="0">
            <a:solidFill>
              <a:schemeClr val="tx1"/>
            </a:solidFill>
            <a:latin typeface="Calibri" panose="020F0502020204030204" pitchFamily="34" charset="0"/>
            <a:cs typeface="Calibri" panose="020F0502020204030204" pitchFamily="34" charset="0"/>
          </a:endParaRPr>
        </a:p>
      </dgm:t>
    </dgm:pt>
    <dgm:pt modelId="{B85D2A72-0D5D-4B86-A1C7-25F327E81D11}" type="parTrans" cxnId="{06C8EC67-DEBA-4B30-BF8A-3B1A49DD4CE4}">
      <dgm:prSet/>
      <dgm:spPr/>
      <dgm:t>
        <a:bodyPr/>
        <a:lstStyle/>
        <a:p>
          <a:endParaRPr lang="en-US"/>
        </a:p>
      </dgm:t>
    </dgm:pt>
    <dgm:pt modelId="{EE8C6757-96D9-407E-9AD1-C5821ABA8CB2}" type="sibTrans" cxnId="{06C8EC67-DEBA-4B30-BF8A-3B1A49DD4CE4}">
      <dgm:prSet/>
      <dgm:spPr/>
      <dgm:t>
        <a:bodyPr/>
        <a:lstStyle/>
        <a:p>
          <a:endParaRPr lang="en-US"/>
        </a:p>
      </dgm:t>
    </dgm:pt>
    <dgm:pt modelId="{6F1E3A86-89AC-4302-A062-BFF28EFFB76E}">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Capacity Planning</a:t>
          </a:r>
          <a:endParaRPr lang="en-US" sz="2000" b="0" dirty="0">
            <a:solidFill>
              <a:schemeClr val="tx1"/>
            </a:solidFill>
            <a:latin typeface="Calibri" panose="020F0502020204030204" pitchFamily="34" charset="0"/>
            <a:cs typeface="Calibri" panose="020F0502020204030204" pitchFamily="34" charset="0"/>
          </a:endParaRPr>
        </a:p>
      </dgm:t>
    </dgm:pt>
    <dgm:pt modelId="{50C4EC42-F4CB-4243-B818-A18C860EE561}" type="parTrans" cxnId="{9CA0BB9A-3E3B-4DF1-B4F8-B6018417F5FC}">
      <dgm:prSet/>
      <dgm:spPr/>
      <dgm:t>
        <a:bodyPr/>
        <a:lstStyle/>
        <a:p>
          <a:endParaRPr lang="en-US"/>
        </a:p>
      </dgm:t>
    </dgm:pt>
    <dgm:pt modelId="{F30B133F-5E77-4F28-8FFD-5F797B54B214}" type="sibTrans" cxnId="{9CA0BB9A-3E3B-4DF1-B4F8-B6018417F5FC}">
      <dgm:prSet/>
      <dgm:spPr/>
      <dgm:t>
        <a:bodyPr/>
        <a:lstStyle/>
        <a:p>
          <a:endParaRPr lang="en-US"/>
        </a:p>
      </dgm:t>
    </dgm:pt>
    <dgm:pt modelId="{1154CF48-7E8F-4038-842D-A4488F1ED0F7}">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Now requires that top management identify individual process owners.</a:t>
          </a:r>
          <a:endParaRPr lang="en-US" sz="2000" b="0" dirty="0">
            <a:solidFill>
              <a:schemeClr val="tx1"/>
            </a:solidFill>
            <a:latin typeface="Calibri" panose="020F0502020204030204" pitchFamily="34" charset="0"/>
            <a:cs typeface="Calibri" panose="020F0502020204030204" pitchFamily="34" charset="0"/>
          </a:endParaRPr>
        </a:p>
      </dgm:t>
    </dgm:pt>
    <dgm:pt modelId="{74FBF4F2-3732-463A-836D-09800E83A9FA}" type="parTrans" cxnId="{7590E5AE-FD0B-4A40-82F3-63CD1067E8FA}">
      <dgm:prSet/>
      <dgm:spPr/>
      <dgm:t>
        <a:bodyPr/>
        <a:lstStyle/>
        <a:p>
          <a:endParaRPr lang="en-US"/>
        </a:p>
      </dgm:t>
    </dgm:pt>
    <dgm:pt modelId="{F57E042D-8D05-46F8-908F-E3F9586F4BE3}" type="sibTrans" cxnId="{7590E5AE-FD0B-4A40-82F3-63CD1067E8FA}">
      <dgm:prSet/>
      <dgm:spPr/>
      <dgm:t>
        <a:bodyPr/>
        <a:lstStyle/>
        <a:p>
          <a:endParaRPr lang="en-US"/>
        </a:p>
      </dgm:t>
    </dgm:pt>
    <dgm:pt modelId="{F2B3E19D-DC7C-4B95-9BAB-00C25E53F6DD}">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Requires that top management identify and document R&amp;A for certain activities including:</a:t>
          </a:r>
          <a:endParaRPr lang="en-US" sz="2000" b="0" dirty="0">
            <a:solidFill>
              <a:schemeClr val="tx1"/>
            </a:solidFill>
            <a:latin typeface="Calibri" panose="020F0502020204030204" pitchFamily="34" charset="0"/>
            <a:cs typeface="Calibri" panose="020F0502020204030204" pitchFamily="34" charset="0"/>
          </a:endParaRPr>
        </a:p>
      </dgm:t>
    </dgm:pt>
    <dgm:pt modelId="{1FD81146-37D9-42CB-B18E-D5D3B732C907}" type="sibTrans" cxnId="{797E3206-22D6-435B-BF54-D57A535400C2}">
      <dgm:prSet/>
      <dgm:spPr/>
      <dgm:t>
        <a:bodyPr/>
        <a:lstStyle/>
        <a:p>
          <a:endParaRPr lang="en-US"/>
        </a:p>
      </dgm:t>
    </dgm:pt>
    <dgm:pt modelId="{5BD36D81-D9AC-438A-9A00-7991222FC93B}" type="parTrans" cxnId="{797E3206-22D6-435B-BF54-D57A535400C2}">
      <dgm:prSet/>
      <dgm:spPr/>
      <dgm:t>
        <a:bodyPr/>
        <a:lstStyle/>
        <a:p>
          <a:endParaRPr lang="en-US"/>
        </a:p>
      </dgm:t>
    </dgm:pt>
    <dgm:pt modelId="{4CBF94A3-12F5-4834-8E0B-A5EB39F8EA74}">
      <dgm:prSet custT="1"/>
      <dgm:spPr/>
      <dgm:t>
        <a:bodyPr/>
        <a:lstStyle/>
        <a:p>
          <a:pPr>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Customer Portals/Scorecards</a:t>
          </a:r>
          <a:endParaRPr lang="en-US" sz="2000" b="0" dirty="0">
            <a:solidFill>
              <a:schemeClr val="tx1"/>
            </a:solidFill>
            <a:latin typeface="Calibri" panose="020F0502020204030204" pitchFamily="34" charset="0"/>
            <a:cs typeface="Calibri" panose="020F0502020204030204" pitchFamily="34" charset="0"/>
          </a:endParaRPr>
        </a:p>
      </dgm:t>
    </dgm:pt>
    <dgm:pt modelId="{96F38686-565E-4481-83B3-4E9BF67024A5}" type="sibTrans" cxnId="{D4FA44AF-5B56-4794-9301-5A9C6F6F712B}">
      <dgm:prSet/>
      <dgm:spPr/>
      <dgm:t>
        <a:bodyPr/>
        <a:lstStyle/>
        <a:p>
          <a:endParaRPr lang="en-US"/>
        </a:p>
      </dgm:t>
    </dgm:pt>
    <dgm:pt modelId="{5A2CEE27-B913-445D-B5F1-A96A5625960D}" type="parTrans" cxnId="{D4FA44AF-5B56-4794-9301-5A9C6F6F712B}">
      <dgm:prSet/>
      <dgm:spPr/>
      <dgm:t>
        <a:bodyPr/>
        <a:lstStyle/>
        <a:p>
          <a:endParaRPr lang="en-US"/>
        </a:p>
      </dgm:t>
    </dgm:pt>
    <dgm:pt modelId="{52FE66A6-9DF8-48A4-8BE3-296EE0DF9A1A}">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5.3.1 Organizational Roles, R&amp;A</a:t>
          </a:r>
          <a:endParaRPr lang="en-US" dirty="0">
            <a:latin typeface="Calibri" panose="020F0502020204030204" pitchFamily="34" charset="0"/>
            <a:cs typeface="Calibri" panose="020F0502020204030204" pitchFamily="34" charset="0"/>
          </a:endParaRPr>
        </a:p>
      </dgm:t>
    </dgm:pt>
    <dgm:pt modelId="{F9986574-0A2F-430A-870C-CDBA9472814C}" type="sibTrans" cxnId="{BEA47548-9920-4572-B7CB-B3E6AF21F38F}">
      <dgm:prSet/>
      <dgm:spPr/>
      <dgm:t>
        <a:bodyPr/>
        <a:lstStyle/>
        <a:p>
          <a:endParaRPr lang="en-US"/>
        </a:p>
      </dgm:t>
    </dgm:pt>
    <dgm:pt modelId="{538D5BE8-5DDC-4522-8B2C-5D9547DF19DA}" type="parTrans" cxnId="{BEA47548-9920-4572-B7CB-B3E6AF21F38F}">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LinFactNeighborX="-17127" custLinFactNeighborY="-22161">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40737" custScaleY="101472">
        <dgm:presLayoutVars>
          <dgm:bulletEnabled val="1"/>
        </dgm:presLayoutVars>
      </dgm:prSet>
      <dgm:spPr/>
    </dgm:pt>
  </dgm:ptLst>
  <dgm:cxnLst>
    <dgm:cxn modelId="{481F8E04-EC11-43FA-BAAF-A1A66B9BA14C}" type="presOf" srcId="{1154CF48-7E8F-4038-842D-A4488F1ED0F7}" destId="{78E3FCA2-2556-4D81-AFD6-BB24811236E5}" srcOrd="0" destOrd="5" presId="urn:microsoft.com/office/officeart/2005/8/layout/chevron1"/>
    <dgm:cxn modelId="{797E3206-22D6-435B-BF54-D57A535400C2}" srcId="{52FE66A6-9DF8-48A4-8BE3-296EE0DF9A1A}" destId="{F2B3E19D-DC7C-4B95-9BAB-00C25E53F6DD}" srcOrd="0" destOrd="0" parTransId="{5BD36D81-D9AC-438A-9A00-7991222FC93B}" sibTransId="{1FD81146-37D9-42CB-B18E-D5D3B732C907}"/>
    <dgm:cxn modelId="{54795F2D-0064-4794-95E8-D36B662A8627}" type="presOf" srcId="{52FE66A6-9DF8-48A4-8BE3-296EE0DF9A1A}" destId="{2752F388-306C-4A14-9FCA-396F3F210499}" srcOrd="0" destOrd="0" presId="urn:microsoft.com/office/officeart/2005/8/layout/chevron1"/>
    <dgm:cxn modelId="{6EF11B3F-8EB3-4B2A-B9A2-488D0C795465}" type="presOf" srcId="{3BE91EAE-315F-4015-84B7-D92B397735A7}" destId="{78E3FCA2-2556-4D81-AFD6-BB24811236E5}" srcOrd="0" destOrd="3" presId="urn:microsoft.com/office/officeart/2005/8/layout/chevron1"/>
    <dgm:cxn modelId="{3B7E285E-04DA-40A5-8769-A93086489CEA}" type="presOf" srcId="{4CBF94A3-12F5-4834-8E0B-A5EB39F8EA74}" destId="{78E3FCA2-2556-4D81-AFD6-BB24811236E5}" srcOrd="0" destOrd="1" presId="urn:microsoft.com/office/officeart/2005/8/layout/chevron1"/>
    <dgm:cxn modelId="{06C8EC67-DEBA-4B30-BF8A-3B1A49DD4CE4}" srcId="{52FE66A6-9DF8-48A4-8BE3-296EE0DF9A1A}" destId="{3BE91EAE-315F-4015-84B7-D92B397735A7}" srcOrd="3" destOrd="0" parTransId="{B85D2A72-0D5D-4B86-A1C7-25F327E81D11}" sibTransId="{EE8C6757-96D9-407E-9AD1-C5821ABA8CB2}"/>
    <dgm:cxn modelId="{BEA47548-9920-4572-B7CB-B3E6AF21F38F}" srcId="{55A05380-5A4A-4E23-AC71-D995FE9B1DB2}" destId="{52FE66A6-9DF8-48A4-8BE3-296EE0DF9A1A}" srcOrd="0" destOrd="0" parTransId="{538D5BE8-5DDC-4522-8B2C-5D9547DF19DA}" sibTransId="{F9986574-0A2F-430A-870C-CDBA9472814C}"/>
    <dgm:cxn modelId="{845C274A-0A68-4E2C-9ABF-31FF6EA104C1}" type="presOf" srcId="{833CD286-932C-4AA9-A99F-8225225B9DD1}" destId="{78E3FCA2-2556-4D81-AFD6-BB24811236E5}" srcOrd="0" destOrd="6" presId="urn:microsoft.com/office/officeart/2005/8/layout/chevron1"/>
    <dgm:cxn modelId="{83BB8055-4161-4869-B7AD-4CC740193EA0}" type="presOf" srcId="{6F1E3A86-89AC-4302-A062-BFF28EFFB76E}" destId="{78E3FCA2-2556-4D81-AFD6-BB24811236E5}" srcOrd="0" destOrd="4" presId="urn:microsoft.com/office/officeart/2005/8/layout/chevron1"/>
    <dgm:cxn modelId="{546ECD78-8611-4B17-830C-E73A5886EB59}" type="presOf" srcId="{F2B3E19D-DC7C-4B95-9BAB-00C25E53F6DD}" destId="{78E3FCA2-2556-4D81-AFD6-BB24811236E5}" srcOrd="0" destOrd="0" presId="urn:microsoft.com/office/officeart/2005/8/layout/chevron1"/>
    <dgm:cxn modelId="{D94FDA8F-2771-4D08-8FB7-03F2617192C6}" srcId="{52FE66A6-9DF8-48A4-8BE3-296EE0DF9A1A}" destId="{833CD286-932C-4AA9-A99F-8225225B9DD1}" srcOrd="6" destOrd="0" parTransId="{56AD9A57-19BF-41A4-96C2-85EBFF799036}" sibTransId="{E52417F3-2415-4575-A84A-C7A7F3E43FF6}"/>
    <dgm:cxn modelId="{61EC8A98-DB28-4D0E-AE89-F976B88D1C8B}" srcId="{52FE66A6-9DF8-48A4-8BE3-296EE0DF9A1A}" destId="{2F52930D-DF90-4D97-BBF4-258DC050C627}" srcOrd="2" destOrd="0" parTransId="{7E7399C3-7CCB-4ECE-BCA8-96C822C1BCBE}" sibTransId="{3203D7B8-13CB-4E18-ADCD-F2525FA94CCF}"/>
    <dgm:cxn modelId="{9CA0BB9A-3E3B-4DF1-B4F8-B6018417F5FC}" srcId="{52FE66A6-9DF8-48A4-8BE3-296EE0DF9A1A}" destId="{6F1E3A86-89AC-4302-A062-BFF28EFFB76E}" srcOrd="4" destOrd="0" parTransId="{50C4EC42-F4CB-4243-B818-A18C860EE561}" sibTransId="{F30B133F-5E77-4F28-8FFD-5F797B54B214}"/>
    <dgm:cxn modelId="{863ED8AA-B9A2-4159-B796-ED344A6F39C5}" srcId="{52FE66A6-9DF8-48A4-8BE3-296EE0DF9A1A}" destId="{544B412E-FA7A-49BA-BF72-CF00886F0340}" srcOrd="7" destOrd="0" parTransId="{E3AE94D7-48AA-45BA-9F76-DA56247BDE3C}" sibTransId="{29F1D57C-B64A-42BA-AAB1-75B71D98089A}"/>
    <dgm:cxn modelId="{7590E5AE-FD0B-4A40-82F3-63CD1067E8FA}" srcId="{52FE66A6-9DF8-48A4-8BE3-296EE0DF9A1A}" destId="{1154CF48-7E8F-4038-842D-A4488F1ED0F7}" srcOrd="5" destOrd="0" parTransId="{74FBF4F2-3732-463A-836D-09800E83A9FA}" sibTransId="{F57E042D-8D05-46F8-908F-E3F9586F4BE3}"/>
    <dgm:cxn modelId="{D4FA44AF-5B56-4794-9301-5A9C6F6F712B}" srcId="{52FE66A6-9DF8-48A4-8BE3-296EE0DF9A1A}" destId="{4CBF94A3-12F5-4834-8E0B-A5EB39F8EA74}" srcOrd="1" destOrd="0" parTransId="{5A2CEE27-B913-445D-B5F1-A96A5625960D}" sibTransId="{96F38686-565E-4481-83B3-4E9BF67024A5}"/>
    <dgm:cxn modelId="{B2B34FB9-B9D2-4DE9-85F1-DB1ED35A8277}" type="presOf" srcId="{55A05380-5A4A-4E23-AC71-D995FE9B1DB2}" destId="{D7066B28-A6BB-46F8-AD35-F71209A86AC2}" srcOrd="0" destOrd="0" presId="urn:microsoft.com/office/officeart/2005/8/layout/chevron1"/>
    <dgm:cxn modelId="{1E2811C3-5420-4E43-AC2F-861314E94A2E}" type="presOf" srcId="{2F52930D-DF90-4D97-BBF4-258DC050C627}" destId="{78E3FCA2-2556-4D81-AFD6-BB24811236E5}" srcOrd="0" destOrd="2" presId="urn:microsoft.com/office/officeart/2005/8/layout/chevron1"/>
    <dgm:cxn modelId="{107617C6-DEB3-4775-B369-5F890562DAFA}" type="presOf" srcId="{544B412E-FA7A-49BA-BF72-CF00886F0340}" destId="{78E3FCA2-2556-4D81-AFD6-BB24811236E5}" srcOrd="0" destOrd="7"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custT="1"/>
      <dgm:spPr>
        <a:solidFill>
          <a:schemeClr val="tx2">
            <a:lumMod val="60000"/>
            <a:lumOff val="40000"/>
          </a:schemeClr>
        </a:solidFill>
      </dgm:spPr>
      <dgm:t>
        <a:bodyPr/>
        <a:lstStyle/>
        <a:p>
          <a:r>
            <a:rPr lang="en-US" sz="2800" b="1" baseline="0" dirty="0">
              <a:latin typeface="Calibri" panose="020F0502020204030204" pitchFamily="34" charset="0"/>
              <a:cs typeface="Calibri" panose="020F0502020204030204" pitchFamily="34" charset="0"/>
            </a:rPr>
            <a:t>6.1.2. Risk Analysis</a:t>
          </a:r>
          <a:endParaRPr lang="en-US" sz="2800"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custT="1"/>
      <dgm:spPr/>
      <dgm:t>
        <a:bodyPr/>
        <a:lstStyle/>
        <a:p>
          <a:pPr marL="171450" indent="0" algn="l">
            <a:buFont typeface="Wingdings" panose="05000000000000000000" pitchFamily="2" charset="2"/>
            <a:buChar char="Ø"/>
          </a:pPr>
          <a:r>
            <a:rPr lang="en-US" sz="2400" b="0" baseline="0" dirty="0">
              <a:solidFill>
                <a:schemeClr val="tx1"/>
              </a:solidFill>
              <a:latin typeface="Calibri" panose="020F0502020204030204" pitchFamily="34" charset="0"/>
              <a:cs typeface="Calibri" panose="020F0502020204030204" pitchFamily="34" charset="0"/>
            </a:rPr>
            <a:t>Although, TS 16949 required companies to identify, analyze and consider ACTUAL and POTENTIAL risks in various area through APQP, IATF requires that risk be reviewed in several areas within the QMS, including:</a:t>
          </a:r>
          <a:endParaRPr lang="en-US" sz="2400"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833CD286-932C-4AA9-A99F-8225225B9DD1}">
      <dgm:prSet custT="1"/>
      <dgm:spPr/>
      <dgm:t>
        <a:bodyPr/>
        <a:lstStyle/>
        <a:p>
          <a:pPr marL="171450" indent="0" algn="l">
            <a:buFont typeface="Wingdings" panose="05000000000000000000" pitchFamily="2" charset="2"/>
            <a:buChar char="Ø"/>
          </a:pPr>
          <a:r>
            <a:rPr lang="en-US" sz="2400" b="0" dirty="0">
              <a:solidFill>
                <a:schemeClr val="tx1"/>
              </a:solidFill>
              <a:latin typeface="Calibri" panose="020F0502020204030204" pitchFamily="34" charset="0"/>
              <a:cs typeface="Calibri" panose="020F0502020204030204" pitchFamily="34" charset="0"/>
            </a:rPr>
            <a:t>Need to consider lessons learned, product audits, field returns, complaints, scrap and rework in the analysis of risks.</a:t>
          </a:r>
        </a:p>
      </dgm:t>
    </dgm:pt>
    <dgm:pt modelId="{56AD9A57-19BF-41A4-96C2-85EBFF799036}" type="parTrans" cxnId="{D94FDA8F-2771-4D08-8FB7-03F2617192C6}">
      <dgm:prSet/>
      <dgm:spPr/>
      <dgm:t>
        <a:bodyPr/>
        <a:lstStyle/>
        <a:p>
          <a:endParaRPr lang="en-US"/>
        </a:p>
      </dgm:t>
    </dgm:pt>
    <dgm:pt modelId="{E52417F3-2415-4575-A84A-C7A7F3E43FF6}" type="sibTrans" cxnId="{D94FDA8F-2771-4D08-8FB7-03F2617192C6}">
      <dgm:prSet/>
      <dgm:spPr/>
      <dgm:t>
        <a:bodyPr/>
        <a:lstStyle/>
        <a:p>
          <a:endParaRPr lang="en-US"/>
        </a:p>
      </dgm:t>
    </dgm:pt>
    <dgm:pt modelId="{3BE91EAE-315F-4015-84B7-D92B397735A7}">
      <dgm:prSet custT="1"/>
      <dgm:spPr/>
      <dgm:t>
        <a:bodyPr/>
        <a:lstStyle/>
        <a:p>
          <a:pPr marL="687388" indent="-288925" algn="l">
            <a:buFont typeface="Wingdings" panose="05000000000000000000" pitchFamily="2" charset="2"/>
            <a:buChar char="§"/>
          </a:pPr>
          <a:r>
            <a:rPr lang="en-US" sz="2400" b="0" dirty="0">
              <a:solidFill>
                <a:schemeClr val="tx1"/>
              </a:solidFill>
              <a:latin typeface="Calibri" panose="020F0502020204030204" pitchFamily="34" charset="0"/>
              <a:cs typeface="Calibri" panose="020F0502020204030204" pitchFamily="34" charset="0"/>
            </a:rPr>
            <a:t>Design and Development</a:t>
          </a:r>
        </a:p>
      </dgm:t>
    </dgm:pt>
    <dgm:pt modelId="{B85D2A72-0D5D-4B86-A1C7-25F327E81D11}" type="parTrans" cxnId="{06C8EC67-DEBA-4B30-BF8A-3B1A49DD4CE4}">
      <dgm:prSet/>
      <dgm:spPr/>
      <dgm:t>
        <a:bodyPr/>
        <a:lstStyle/>
        <a:p>
          <a:endParaRPr lang="en-US"/>
        </a:p>
      </dgm:t>
    </dgm:pt>
    <dgm:pt modelId="{EE8C6757-96D9-407E-9AD1-C5821ABA8CB2}" type="sibTrans" cxnId="{06C8EC67-DEBA-4B30-BF8A-3B1A49DD4CE4}">
      <dgm:prSet/>
      <dgm:spPr/>
      <dgm:t>
        <a:bodyPr/>
        <a:lstStyle/>
        <a:p>
          <a:endParaRPr lang="en-US"/>
        </a:p>
      </dgm:t>
    </dgm:pt>
    <dgm:pt modelId="{6F1E3A86-89AC-4302-A062-BFF28EFFB76E}">
      <dgm:prSet custT="1"/>
      <dgm:spPr/>
      <dgm:t>
        <a:bodyPr/>
        <a:lstStyle/>
        <a:p>
          <a:pPr marL="687388" indent="-288925" algn="l">
            <a:buFont typeface="Wingdings" panose="05000000000000000000" pitchFamily="2" charset="2"/>
            <a:buChar char="§"/>
          </a:pPr>
          <a:r>
            <a:rPr lang="en-US" sz="2400" b="0" baseline="0" dirty="0">
              <a:solidFill>
                <a:schemeClr val="tx1"/>
              </a:solidFill>
              <a:latin typeface="Calibri" panose="020F0502020204030204" pitchFamily="34" charset="0"/>
              <a:cs typeface="Calibri" panose="020F0502020204030204" pitchFamily="34" charset="0"/>
            </a:rPr>
            <a:t>Facility Layout</a:t>
          </a:r>
          <a:endParaRPr lang="en-US" sz="2400" b="0" dirty="0">
            <a:solidFill>
              <a:schemeClr val="tx1"/>
            </a:solidFill>
            <a:latin typeface="Calibri" panose="020F0502020204030204" pitchFamily="34" charset="0"/>
            <a:cs typeface="Calibri" panose="020F0502020204030204" pitchFamily="34" charset="0"/>
          </a:endParaRPr>
        </a:p>
      </dgm:t>
    </dgm:pt>
    <dgm:pt modelId="{50C4EC42-F4CB-4243-B818-A18C860EE561}" type="parTrans" cxnId="{9CA0BB9A-3E3B-4DF1-B4F8-B6018417F5FC}">
      <dgm:prSet/>
      <dgm:spPr/>
      <dgm:t>
        <a:bodyPr/>
        <a:lstStyle/>
        <a:p>
          <a:endParaRPr lang="en-US"/>
        </a:p>
      </dgm:t>
    </dgm:pt>
    <dgm:pt modelId="{F30B133F-5E77-4F28-8FFD-5F797B54B214}" type="sibTrans" cxnId="{9CA0BB9A-3E3B-4DF1-B4F8-B6018417F5FC}">
      <dgm:prSet/>
      <dgm:spPr/>
      <dgm:t>
        <a:bodyPr/>
        <a:lstStyle/>
        <a:p>
          <a:endParaRPr lang="en-US"/>
        </a:p>
      </dgm:t>
    </dgm:pt>
    <dgm:pt modelId="{1154CF48-7E8F-4038-842D-A4488F1ED0F7}">
      <dgm:prSet custT="1"/>
      <dgm:spPr/>
      <dgm:t>
        <a:bodyPr/>
        <a:lstStyle/>
        <a:p>
          <a:pPr marL="687388" indent="-288925" algn="l">
            <a:buFont typeface="Wingdings" panose="05000000000000000000" pitchFamily="2" charset="2"/>
            <a:buChar char="§"/>
          </a:pPr>
          <a:r>
            <a:rPr lang="en-US" sz="2400" b="0" baseline="0" dirty="0">
              <a:solidFill>
                <a:schemeClr val="tx1"/>
              </a:solidFill>
              <a:latin typeface="Calibri" panose="020F0502020204030204" pitchFamily="34" charset="0"/>
              <a:cs typeface="Calibri" panose="020F0502020204030204" pitchFamily="34" charset="0"/>
            </a:rPr>
            <a:t>Contingency Plans</a:t>
          </a:r>
          <a:endParaRPr lang="en-US" sz="2400" b="0" dirty="0">
            <a:solidFill>
              <a:schemeClr val="tx1"/>
            </a:solidFill>
            <a:latin typeface="Calibri" panose="020F0502020204030204" pitchFamily="34" charset="0"/>
            <a:cs typeface="Calibri" panose="020F0502020204030204" pitchFamily="34" charset="0"/>
          </a:endParaRPr>
        </a:p>
      </dgm:t>
    </dgm:pt>
    <dgm:pt modelId="{74FBF4F2-3732-463A-836D-09800E83A9FA}" type="parTrans" cxnId="{7590E5AE-FD0B-4A40-82F3-63CD1067E8FA}">
      <dgm:prSet/>
      <dgm:spPr/>
      <dgm:t>
        <a:bodyPr/>
        <a:lstStyle/>
        <a:p>
          <a:endParaRPr lang="en-US"/>
        </a:p>
      </dgm:t>
    </dgm:pt>
    <dgm:pt modelId="{F57E042D-8D05-46F8-908F-E3F9586F4BE3}" type="sibTrans" cxnId="{7590E5AE-FD0B-4A40-82F3-63CD1067E8FA}">
      <dgm:prSet/>
      <dgm:spPr/>
      <dgm:t>
        <a:bodyPr/>
        <a:lstStyle/>
        <a:p>
          <a:endParaRPr lang="en-US"/>
        </a:p>
      </dgm:t>
    </dgm:pt>
    <dgm:pt modelId="{ADD4933E-A236-4069-B869-43B207B9F61F}">
      <dgm:prSet custT="1"/>
      <dgm:spPr/>
      <dgm:t>
        <a:bodyPr/>
        <a:lstStyle/>
        <a:p>
          <a:pPr marL="687388" indent="-288925" algn="l">
            <a:buFont typeface="Wingdings" panose="05000000000000000000" pitchFamily="2" charset="2"/>
            <a:buChar char="§"/>
          </a:pPr>
          <a:r>
            <a:rPr lang="en-US" sz="2400" b="0" baseline="0" dirty="0">
              <a:solidFill>
                <a:schemeClr val="tx1"/>
              </a:solidFill>
              <a:latin typeface="Calibri" panose="020F0502020204030204" pitchFamily="34" charset="0"/>
              <a:cs typeface="Calibri" panose="020F0502020204030204" pitchFamily="34" charset="0"/>
            </a:rPr>
            <a:t>Individual Processes</a:t>
          </a:r>
          <a:endParaRPr lang="en-US" sz="2400" b="0" dirty="0">
            <a:solidFill>
              <a:schemeClr val="tx1"/>
            </a:solidFill>
            <a:latin typeface="Calibri" panose="020F0502020204030204" pitchFamily="34" charset="0"/>
            <a:cs typeface="Calibri" panose="020F0502020204030204" pitchFamily="34" charset="0"/>
          </a:endParaRPr>
        </a:p>
      </dgm:t>
    </dgm:pt>
    <dgm:pt modelId="{D4F49D65-AAF6-46BE-8BFB-A69E0A932168}" type="parTrans" cxnId="{4FE6E588-9746-41A0-A7CC-1E04BF9A911B}">
      <dgm:prSet/>
      <dgm:spPr/>
      <dgm:t>
        <a:bodyPr/>
        <a:lstStyle/>
        <a:p>
          <a:endParaRPr lang="en-US"/>
        </a:p>
      </dgm:t>
    </dgm:pt>
    <dgm:pt modelId="{A8C33732-907B-4265-833D-1B9A90381E51}" type="sibTrans" cxnId="{4FE6E588-9746-41A0-A7CC-1E04BF9A911B}">
      <dgm:prSet/>
      <dgm:spPr/>
      <dgm:t>
        <a:bodyPr/>
        <a:lstStyle/>
        <a:p>
          <a:endParaRPr lang="en-US"/>
        </a:p>
      </dgm:t>
    </dgm:pt>
    <dgm:pt modelId="{4D0ACAE4-ECAD-4B6B-ACAE-579E25F5379E}">
      <dgm:prSet custT="1"/>
      <dgm:spPr/>
      <dgm:t>
        <a:bodyPr/>
        <a:lstStyle/>
        <a:p>
          <a:pPr marL="687388" indent="-288925" algn="l">
            <a:buFont typeface="Wingdings" panose="05000000000000000000" pitchFamily="2" charset="2"/>
            <a:buChar char="§"/>
          </a:pPr>
          <a:r>
            <a:rPr lang="en-US" sz="2400" b="0" dirty="0">
              <a:solidFill>
                <a:schemeClr val="tx1"/>
              </a:solidFill>
              <a:latin typeface="Calibri" panose="020F0502020204030204" pitchFamily="34" charset="0"/>
              <a:cs typeface="Calibri" panose="020F0502020204030204" pitchFamily="34" charset="0"/>
            </a:rPr>
            <a:t>Supplier Selection/Control</a:t>
          </a:r>
        </a:p>
      </dgm:t>
    </dgm:pt>
    <dgm:pt modelId="{5EE60E51-AAB5-4C98-82CD-A8B512B4859F}" type="parTrans" cxnId="{81BCE85F-D1E0-4691-AF23-2917B61A8BDD}">
      <dgm:prSet/>
      <dgm:spPr/>
      <dgm:t>
        <a:bodyPr/>
        <a:lstStyle/>
        <a:p>
          <a:endParaRPr lang="en-US"/>
        </a:p>
      </dgm:t>
    </dgm:pt>
    <dgm:pt modelId="{76298204-6121-4235-A501-EB3D9DF9E80A}" type="sibTrans" cxnId="{81BCE85F-D1E0-4691-AF23-2917B61A8BDD}">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X="115515" custLinFactNeighborX="-16331" custLinFactNeighborY="-14774">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40737">
        <dgm:presLayoutVars>
          <dgm:bulletEnabled val="1"/>
        </dgm:presLayoutVars>
      </dgm:prSet>
      <dgm:spPr/>
    </dgm:pt>
  </dgm:ptLst>
  <dgm:cxnLst>
    <dgm:cxn modelId="{481F8E04-EC11-43FA-BAAF-A1A66B9BA14C}" type="presOf" srcId="{1154CF48-7E8F-4038-842D-A4488F1ED0F7}" destId="{78E3FCA2-2556-4D81-AFD6-BB24811236E5}" srcOrd="0" destOrd="4" presId="urn:microsoft.com/office/officeart/2005/8/layout/chevron1"/>
    <dgm:cxn modelId="{797E3206-22D6-435B-BF54-D57A535400C2}" srcId="{52FE66A6-9DF8-48A4-8BE3-296EE0DF9A1A}" destId="{F2B3E19D-DC7C-4B95-9BAB-00C25E53F6DD}" srcOrd="0" destOrd="0" parTransId="{5BD36D81-D9AC-438A-9A00-7991222FC93B}" sibTransId="{1FD81146-37D9-42CB-B18E-D5D3B732C907}"/>
    <dgm:cxn modelId="{54795F2D-0064-4794-95E8-D36B662A8627}" type="presOf" srcId="{52FE66A6-9DF8-48A4-8BE3-296EE0DF9A1A}" destId="{2752F388-306C-4A14-9FCA-396F3F210499}" srcOrd="0" destOrd="0" presId="urn:microsoft.com/office/officeart/2005/8/layout/chevron1"/>
    <dgm:cxn modelId="{6EF11B3F-8EB3-4B2A-B9A2-488D0C795465}" type="presOf" srcId="{3BE91EAE-315F-4015-84B7-D92B397735A7}" destId="{78E3FCA2-2556-4D81-AFD6-BB24811236E5}" srcOrd="0" destOrd="2" presId="urn:microsoft.com/office/officeart/2005/8/layout/chevron1"/>
    <dgm:cxn modelId="{81BCE85F-D1E0-4691-AF23-2917B61A8BDD}" srcId="{52FE66A6-9DF8-48A4-8BE3-296EE0DF9A1A}" destId="{4D0ACAE4-ECAD-4B6B-ACAE-579E25F5379E}" srcOrd="5" destOrd="0" parTransId="{5EE60E51-AAB5-4C98-82CD-A8B512B4859F}" sibTransId="{76298204-6121-4235-A501-EB3D9DF9E80A}"/>
    <dgm:cxn modelId="{06C8EC67-DEBA-4B30-BF8A-3B1A49DD4CE4}" srcId="{52FE66A6-9DF8-48A4-8BE3-296EE0DF9A1A}" destId="{3BE91EAE-315F-4015-84B7-D92B397735A7}" srcOrd="2" destOrd="0" parTransId="{B85D2A72-0D5D-4B86-A1C7-25F327E81D11}" sibTransId="{EE8C6757-96D9-407E-9AD1-C5821ABA8CB2}"/>
    <dgm:cxn modelId="{BEA47548-9920-4572-B7CB-B3E6AF21F38F}" srcId="{55A05380-5A4A-4E23-AC71-D995FE9B1DB2}" destId="{52FE66A6-9DF8-48A4-8BE3-296EE0DF9A1A}" srcOrd="0" destOrd="0" parTransId="{538D5BE8-5DDC-4522-8B2C-5D9547DF19DA}" sibTransId="{F9986574-0A2F-430A-870C-CDBA9472814C}"/>
    <dgm:cxn modelId="{845C274A-0A68-4E2C-9ABF-31FF6EA104C1}" type="presOf" srcId="{833CD286-932C-4AA9-A99F-8225225B9DD1}" destId="{78E3FCA2-2556-4D81-AFD6-BB24811236E5}" srcOrd="0" destOrd="6" presId="urn:microsoft.com/office/officeart/2005/8/layout/chevron1"/>
    <dgm:cxn modelId="{83BB8055-4161-4869-B7AD-4CC740193EA0}" type="presOf" srcId="{6F1E3A86-89AC-4302-A062-BFF28EFFB76E}" destId="{78E3FCA2-2556-4D81-AFD6-BB24811236E5}" srcOrd="0" destOrd="3" presId="urn:microsoft.com/office/officeart/2005/8/layout/chevron1"/>
    <dgm:cxn modelId="{546ECD78-8611-4B17-830C-E73A5886EB59}" type="presOf" srcId="{F2B3E19D-DC7C-4B95-9BAB-00C25E53F6DD}" destId="{78E3FCA2-2556-4D81-AFD6-BB24811236E5}" srcOrd="0" destOrd="0" presId="urn:microsoft.com/office/officeart/2005/8/layout/chevron1"/>
    <dgm:cxn modelId="{4FE6E588-9746-41A0-A7CC-1E04BF9A911B}" srcId="{52FE66A6-9DF8-48A4-8BE3-296EE0DF9A1A}" destId="{ADD4933E-A236-4069-B869-43B207B9F61F}" srcOrd="1" destOrd="0" parTransId="{D4F49D65-AAF6-46BE-8BFB-A69E0A932168}" sibTransId="{A8C33732-907B-4265-833D-1B9A90381E51}"/>
    <dgm:cxn modelId="{D94FDA8F-2771-4D08-8FB7-03F2617192C6}" srcId="{52FE66A6-9DF8-48A4-8BE3-296EE0DF9A1A}" destId="{833CD286-932C-4AA9-A99F-8225225B9DD1}" srcOrd="6" destOrd="0" parTransId="{56AD9A57-19BF-41A4-96C2-85EBFF799036}" sibTransId="{E52417F3-2415-4575-A84A-C7A7F3E43FF6}"/>
    <dgm:cxn modelId="{9CA0BB9A-3E3B-4DF1-B4F8-B6018417F5FC}" srcId="{52FE66A6-9DF8-48A4-8BE3-296EE0DF9A1A}" destId="{6F1E3A86-89AC-4302-A062-BFF28EFFB76E}" srcOrd="3" destOrd="0" parTransId="{50C4EC42-F4CB-4243-B818-A18C860EE561}" sibTransId="{F30B133F-5E77-4F28-8FFD-5F797B54B214}"/>
    <dgm:cxn modelId="{A01087AE-0A43-4D64-9FB9-2AB717FA9571}" type="presOf" srcId="{4D0ACAE4-ECAD-4B6B-ACAE-579E25F5379E}" destId="{78E3FCA2-2556-4D81-AFD6-BB24811236E5}" srcOrd="0" destOrd="5" presId="urn:microsoft.com/office/officeart/2005/8/layout/chevron1"/>
    <dgm:cxn modelId="{7590E5AE-FD0B-4A40-82F3-63CD1067E8FA}" srcId="{52FE66A6-9DF8-48A4-8BE3-296EE0DF9A1A}" destId="{1154CF48-7E8F-4038-842D-A4488F1ED0F7}" srcOrd="4" destOrd="0" parTransId="{74FBF4F2-3732-463A-836D-09800E83A9FA}" sibTransId="{F57E042D-8D05-46F8-908F-E3F9586F4BE3}"/>
    <dgm:cxn modelId="{B2B34FB9-B9D2-4DE9-85F1-DB1ED35A8277}" type="presOf" srcId="{55A05380-5A4A-4E23-AC71-D995FE9B1DB2}" destId="{D7066B28-A6BB-46F8-AD35-F71209A86AC2}" srcOrd="0" destOrd="0" presId="urn:microsoft.com/office/officeart/2005/8/layout/chevron1"/>
    <dgm:cxn modelId="{0A75FEE8-9498-4AB9-9C25-EE4CE31F3E6F}" type="presOf" srcId="{ADD4933E-A236-4069-B869-43B207B9F61F}" destId="{78E3FCA2-2556-4D81-AFD6-BB24811236E5}" srcOrd="0" destOrd="1" presId="urn:microsoft.com/office/officeart/2005/8/layout/chevron1"/>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6.1.3. Contingency Plans</a:t>
          </a:r>
          <a:endParaRPr lang="en-US"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custT="1"/>
      <dgm:spPr/>
      <dgm:t>
        <a:bodyPr/>
        <a:lstStyle/>
        <a:p>
          <a:pPr marL="171450" indent="0" algn="l">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This requirement has been strengthened in IATF.</a:t>
          </a:r>
          <a:endParaRPr lang="en-US" sz="2000"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3BE91EAE-315F-4015-84B7-D92B397735A7}">
      <dgm:prSet custT="1"/>
      <dgm:spPr/>
      <dgm:t>
        <a:bodyPr/>
        <a:lstStyle/>
        <a:p>
          <a:pPr marL="687388" indent="-171450" algn="l">
            <a:buFont typeface="Wingdings" panose="05000000000000000000" pitchFamily="2" charset="2"/>
            <a:buChar char="§"/>
          </a:pPr>
          <a:r>
            <a:rPr lang="en-US" sz="2000" b="0" dirty="0">
              <a:solidFill>
                <a:schemeClr val="tx1"/>
              </a:solidFill>
              <a:latin typeface="Calibri" panose="020F0502020204030204" pitchFamily="34" charset="0"/>
              <a:cs typeface="Calibri" panose="020F0502020204030204" pitchFamily="34" charset="0"/>
            </a:rPr>
            <a:t>Natural Disasters</a:t>
          </a:r>
        </a:p>
      </dgm:t>
    </dgm:pt>
    <dgm:pt modelId="{B85D2A72-0D5D-4B86-A1C7-25F327E81D11}" type="parTrans" cxnId="{06C8EC67-DEBA-4B30-BF8A-3B1A49DD4CE4}">
      <dgm:prSet/>
      <dgm:spPr/>
      <dgm:t>
        <a:bodyPr/>
        <a:lstStyle/>
        <a:p>
          <a:endParaRPr lang="en-US"/>
        </a:p>
      </dgm:t>
    </dgm:pt>
    <dgm:pt modelId="{EE8C6757-96D9-407E-9AD1-C5821ABA8CB2}" type="sibTrans" cxnId="{06C8EC67-DEBA-4B30-BF8A-3B1A49DD4CE4}">
      <dgm:prSet/>
      <dgm:spPr/>
      <dgm:t>
        <a:bodyPr/>
        <a:lstStyle/>
        <a:p>
          <a:endParaRPr lang="en-US"/>
        </a:p>
      </dgm:t>
    </dgm:pt>
    <dgm:pt modelId="{6F1E3A86-89AC-4302-A062-BFF28EFFB76E}">
      <dgm:prSet custT="1"/>
      <dgm:spPr/>
      <dgm:t>
        <a:bodyPr/>
        <a:lstStyle/>
        <a:p>
          <a:pPr marL="687388" indent="-171450" algn="l">
            <a:buFont typeface="Wingdings" panose="05000000000000000000" pitchFamily="2" charset="2"/>
            <a:buChar char="§"/>
          </a:pPr>
          <a:r>
            <a:rPr lang="en-US" sz="2000" b="0" baseline="0" dirty="0">
              <a:solidFill>
                <a:schemeClr val="tx1"/>
              </a:solidFill>
              <a:latin typeface="Calibri" panose="020F0502020204030204" pitchFamily="34" charset="0"/>
              <a:cs typeface="Calibri" panose="020F0502020204030204" pitchFamily="34" charset="0"/>
            </a:rPr>
            <a:t>Infrastructure Disruptions</a:t>
          </a:r>
          <a:endParaRPr lang="en-US" sz="2000" b="0" dirty="0">
            <a:solidFill>
              <a:schemeClr val="tx1"/>
            </a:solidFill>
            <a:latin typeface="Calibri" panose="020F0502020204030204" pitchFamily="34" charset="0"/>
            <a:cs typeface="Calibri" panose="020F0502020204030204" pitchFamily="34" charset="0"/>
          </a:endParaRPr>
        </a:p>
      </dgm:t>
    </dgm:pt>
    <dgm:pt modelId="{50C4EC42-F4CB-4243-B818-A18C860EE561}" type="parTrans" cxnId="{9CA0BB9A-3E3B-4DF1-B4F8-B6018417F5FC}">
      <dgm:prSet/>
      <dgm:spPr/>
      <dgm:t>
        <a:bodyPr/>
        <a:lstStyle/>
        <a:p>
          <a:endParaRPr lang="en-US"/>
        </a:p>
      </dgm:t>
    </dgm:pt>
    <dgm:pt modelId="{F30B133F-5E77-4F28-8FFD-5F797B54B214}" type="sibTrans" cxnId="{9CA0BB9A-3E3B-4DF1-B4F8-B6018417F5FC}">
      <dgm:prSet/>
      <dgm:spPr/>
      <dgm:t>
        <a:bodyPr/>
        <a:lstStyle/>
        <a:p>
          <a:endParaRPr lang="en-US"/>
        </a:p>
      </dgm:t>
    </dgm:pt>
    <dgm:pt modelId="{1154CF48-7E8F-4038-842D-A4488F1ED0F7}">
      <dgm:prSet custT="1"/>
      <dgm:spPr/>
      <dgm:t>
        <a:bodyPr/>
        <a:lstStyle/>
        <a:p>
          <a:pPr marL="687388" indent="-171450" algn="l">
            <a:buFont typeface="Wingdings" panose="05000000000000000000" pitchFamily="2" charset="2"/>
            <a:buChar char="§"/>
          </a:pPr>
          <a:r>
            <a:rPr lang="en-US" sz="2000" b="0" baseline="0" dirty="0">
              <a:solidFill>
                <a:schemeClr val="tx1"/>
              </a:solidFill>
              <a:latin typeface="Calibri" panose="020F0502020204030204" pitchFamily="34" charset="0"/>
              <a:cs typeface="Calibri" panose="020F0502020204030204" pitchFamily="34" charset="0"/>
            </a:rPr>
            <a:t>Labor Disruptions</a:t>
          </a:r>
          <a:endParaRPr lang="en-US" sz="2000" b="0" dirty="0">
            <a:solidFill>
              <a:schemeClr val="tx1"/>
            </a:solidFill>
            <a:latin typeface="Calibri" panose="020F0502020204030204" pitchFamily="34" charset="0"/>
            <a:cs typeface="Calibri" panose="020F0502020204030204" pitchFamily="34" charset="0"/>
          </a:endParaRPr>
        </a:p>
      </dgm:t>
    </dgm:pt>
    <dgm:pt modelId="{74FBF4F2-3732-463A-836D-09800E83A9FA}" type="parTrans" cxnId="{7590E5AE-FD0B-4A40-82F3-63CD1067E8FA}">
      <dgm:prSet/>
      <dgm:spPr/>
      <dgm:t>
        <a:bodyPr/>
        <a:lstStyle/>
        <a:p>
          <a:endParaRPr lang="en-US"/>
        </a:p>
      </dgm:t>
    </dgm:pt>
    <dgm:pt modelId="{F57E042D-8D05-46F8-908F-E3F9586F4BE3}" type="sibTrans" cxnId="{7590E5AE-FD0B-4A40-82F3-63CD1067E8FA}">
      <dgm:prSet/>
      <dgm:spPr/>
      <dgm:t>
        <a:bodyPr/>
        <a:lstStyle/>
        <a:p>
          <a:endParaRPr lang="en-US"/>
        </a:p>
      </dgm:t>
    </dgm:pt>
    <dgm:pt modelId="{ADD4933E-A236-4069-B869-43B207B9F61F}">
      <dgm:prSet custT="1"/>
      <dgm:spPr/>
      <dgm:t>
        <a:bodyPr/>
        <a:lstStyle/>
        <a:p>
          <a:pPr marL="687388" indent="-171450" algn="l">
            <a:buFont typeface="Wingdings" panose="05000000000000000000" pitchFamily="2" charset="2"/>
            <a:buChar char="§"/>
          </a:pPr>
          <a:r>
            <a:rPr lang="en-US" sz="2000" b="0" baseline="0" dirty="0">
              <a:solidFill>
                <a:schemeClr val="tx1"/>
              </a:solidFill>
              <a:latin typeface="Calibri" panose="020F0502020204030204" pitchFamily="34" charset="0"/>
              <a:cs typeface="Calibri" panose="020F0502020204030204" pitchFamily="34" charset="0"/>
            </a:rPr>
            <a:t>Interruption of supplied products, processes or services</a:t>
          </a:r>
          <a:endParaRPr lang="en-US" sz="2000" b="0" dirty="0">
            <a:solidFill>
              <a:schemeClr val="tx1"/>
            </a:solidFill>
            <a:latin typeface="Calibri" panose="020F0502020204030204" pitchFamily="34" charset="0"/>
            <a:cs typeface="Calibri" panose="020F0502020204030204" pitchFamily="34" charset="0"/>
          </a:endParaRPr>
        </a:p>
      </dgm:t>
    </dgm:pt>
    <dgm:pt modelId="{D4F49D65-AAF6-46BE-8BFB-A69E0A932168}" type="parTrans" cxnId="{4FE6E588-9746-41A0-A7CC-1E04BF9A911B}">
      <dgm:prSet/>
      <dgm:spPr/>
      <dgm:t>
        <a:bodyPr/>
        <a:lstStyle/>
        <a:p>
          <a:endParaRPr lang="en-US"/>
        </a:p>
      </dgm:t>
    </dgm:pt>
    <dgm:pt modelId="{A8C33732-907B-4265-833D-1B9A90381E51}" type="sibTrans" cxnId="{4FE6E588-9746-41A0-A7CC-1E04BF9A911B}">
      <dgm:prSet/>
      <dgm:spPr/>
      <dgm:t>
        <a:bodyPr/>
        <a:lstStyle/>
        <a:p>
          <a:endParaRPr lang="en-US"/>
        </a:p>
      </dgm:t>
    </dgm:pt>
    <dgm:pt modelId="{4D0ACAE4-ECAD-4B6B-ACAE-579E25F5379E}">
      <dgm:prSet custT="1"/>
      <dgm:spPr/>
      <dgm:t>
        <a:bodyPr/>
        <a:lstStyle/>
        <a:p>
          <a:pPr marL="687388" indent="-171450" algn="l">
            <a:buFont typeface="Wingdings" panose="05000000000000000000" pitchFamily="2" charset="2"/>
            <a:buChar char="§"/>
          </a:pPr>
          <a:r>
            <a:rPr lang="en-US" sz="2000" b="0" dirty="0">
              <a:solidFill>
                <a:schemeClr val="tx1"/>
              </a:solidFill>
              <a:latin typeface="Calibri" panose="020F0502020204030204" pitchFamily="34" charset="0"/>
              <a:cs typeface="Calibri" panose="020F0502020204030204" pitchFamily="34" charset="0"/>
            </a:rPr>
            <a:t>IT Disruptions/Cyber Attacks</a:t>
          </a:r>
        </a:p>
      </dgm:t>
    </dgm:pt>
    <dgm:pt modelId="{5EE60E51-AAB5-4C98-82CD-A8B512B4859F}" type="parTrans" cxnId="{81BCE85F-D1E0-4691-AF23-2917B61A8BDD}">
      <dgm:prSet/>
      <dgm:spPr/>
      <dgm:t>
        <a:bodyPr/>
        <a:lstStyle/>
        <a:p>
          <a:endParaRPr lang="en-US"/>
        </a:p>
      </dgm:t>
    </dgm:pt>
    <dgm:pt modelId="{76298204-6121-4235-A501-EB3D9DF9E80A}" type="sibTrans" cxnId="{81BCE85F-D1E0-4691-AF23-2917B61A8BDD}">
      <dgm:prSet/>
      <dgm:spPr/>
      <dgm:t>
        <a:bodyPr/>
        <a:lstStyle/>
        <a:p>
          <a:endParaRPr lang="en-US"/>
        </a:p>
      </dgm:t>
    </dgm:pt>
    <dgm:pt modelId="{9DAAFB35-15CD-44EC-AE5B-29B51E68838E}">
      <dgm:prSet custT="1"/>
      <dgm:spPr/>
      <dgm:t>
        <a:bodyPr/>
        <a:lstStyle/>
        <a:p>
          <a:pPr marL="171450" indent="0" algn="l">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Contingency Plans need to be defined</a:t>
          </a:r>
          <a:endParaRPr lang="en-US" sz="2000" b="0" dirty="0">
            <a:solidFill>
              <a:schemeClr val="tx1"/>
            </a:solidFill>
            <a:latin typeface="Calibri" panose="020F0502020204030204" pitchFamily="34" charset="0"/>
            <a:cs typeface="Calibri" panose="020F0502020204030204" pitchFamily="34" charset="0"/>
          </a:endParaRPr>
        </a:p>
      </dgm:t>
    </dgm:pt>
    <dgm:pt modelId="{80CD5803-BC07-48A5-BEE8-3E8A1872F1B4}" type="parTrans" cxnId="{B90EFC1C-98D5-4EEE-B090-1B41C6C93F42}">
      <dgm:prSet/>
      <dgm:spPr/>
      <dgm:t>
        <a:bodyPr/>
        <a:lstStyle/>
        <a:p>
          <a:endParaRPr lang="en-US"/>
        </a:p>
      </dgm:t>
    </dgm:pt>
    <dgm:pt modelId="{6A636119-8F68-44A9-BF2B-45F8216DCF48}" type="sibTrans" cxnId="{B90EFC1C-98D5-4EEE-B090-1B41C6C93F42}">
      <dgm:prSet/>
      <dgm:spPr/>
      <dgm:t>
        <a:bodyPr/>
        <a:lstStyle/>
        <a:p>
          <a:endParaRPr lang="en-US"/>
        </a:p>
      </dgm:t>
    </dgm:pt>
    <dgm:pt modelId="{3B8545C2-559E-45A2-8BBB-AD62CFE91B03}">
      <dgm:prSet custT="1"/>
      <dgm:spPr/>
      <dgm:t>
        <a:bodyPr/>
        <a:lstStyle/>
        <a:p>
          <a:pPr marL="171450" indent="0" algn="l">
            <a:buFont typeface="Wingdings" panose="05000000000000000000" pitchFamily="2" charset="2"/>
            <a:buChar char="Ø"/>
          </a:pPr>
          <a:r>
            <a:rPr lang="en-US" sz="2000" b="0" baseline="0" dirty="0">
              <a:solidFill>
                <a:schemeClr val="tx1"/>
              </a:solidFill>
              <a:latin typeface="Calibri" panose="020F0502020204030204" pitchFamily="34" charset="0"/>
              <a:cs typeface="Calibri" panose="020F0502020204030204" pitchFamily="34" charset="0"/>
            </a:rPr>
            <a:t>Includes notification to customer and interested parties</a:t>
          </a:r>
          <a:endParaRPr lang="en-US" sz="2000" b="0" dirty="0">
            <a:solidFill>
              <a:schemeClr val="tx1"/>
            </a:solidFill>
            <a:latin typeface="Calibri" panose="020F0502020204030204" pitchFamily="34" charset="0"/>
            <a:cs typeface="Calibri" panose="020F0502020204030204" pitchFamily="34" charset="0"/>
          </a:endParaRPr>
        </a:p>
      </dgm:t>
    </dgm:pt>
    <dgm:pt modelId="{9217A237-3616-4F04-9B07-AC9F54EB0B1A}" type="parTrans" cxnId="{8833BFF1-6EE6-4A8F-AEAC-EF45F895D76A}">
      <dgm:prSet/>
      <dgm:spPr/>
      <dgm:t>
        <a:bodyPr/>
        <a:lstStyle/>
        <a:p>
          <a:endParaRPr lang="en-US"/>
        </a:p>
      </dgm:t>
    </dgm:pt>
    <dgm:pt modelId="{F9900ABE-8BFE-4CF8-928A-D3B7B08A2AD6}" type="sibTrans" cxnId="{8833BFF1-6EE6-4A8F-AEAC-EF45F895D76A}">
      <dgm:prSet/>
      <dgm:spPr/>
      <dgm:t>
        <a:bodyPr/>
        <a:lstStyle/>
        <a:p>
          <a:endParaRPr lang="en-US"/>
        </a:p>
      </dgm:t>
    </dgm:pt>
    <dgm:pt modelId="{6A6A2FAB-B7B4-4B06-85C8-9EC9A285DD04}">
      <dgm:prSet custT="1"/>
      <dgm:spPr/>
      <dgm:t>
        <a:bodyPr/>
        <a:lstStyle/>
        <a:p>
          <a:pPr marL="171450" indent="0" algn="l">
            <a:buFont typeface="Wingdings" panose="05000000000000000000" pitchFamily="2" charset="2"/>
            <a:buChar char="Ø"/>
          </a:pPr>
          <a:r>
            <a:rPr lang="en-US" sz="2000" b="0" dirty="0">
              <a:solidFill>
                <a:schemeClr val="tx1"/>
              </a:solidFill>
              <a:latin typeface="Calibri" panose="020F0502020204030204" pitchFamily="34" charset="0"/>
              <a:cs typeface="Calibri" panose="020F0502020204030204" pitchFamily="34" charset="0"/>
            </a:rPr>
            <a:t>Requires conducting a risk analysis on the potential issues/emergencies</a:t>
          </a:r>
        </a:p>
      </dgm:t>
    </dgm:pt>
    <dgm:pt modelId="{B1045AF5-1C5C-4B02-AE33-6210B9B936CC}" type="parTrans" cxnId="{36A6AE9B-AA4D-4286-9E56-7FA6806EEC1C}">
      <dgm:prSet/>
      <dgm:spPr/>
      <dgm:t>
        <a:bodyPr/>
        <a:lstStyle/>
        <a:p>
          <a:endParaRPr lang="en-US"/>
        </a:p>
      </dgm:t>
    </dgm:pt>
    <dgm:pt modelId="{18845E98-B113-4482-B7D2-795A02994594}" type="sibTrans" cxnId="{36A6AE9B-AA4D-4286-9E56-7FA6806EEC1C}">
      <dgm:prSet/>
      <dgm:spPr/>
      <dgm:t>
        <a:bodyPr/>
        <a:lstStyle/>
        <a:p>
          <a:endParaRPr lang="en-US"/>
        </a:p>
      </dgm:t>
    </dgm:pt>
    <dgm:pt modelId="{5F2FD2EF-968E-4AE4-8927-48A4243793DB}">
      <dgm:prSet custT="1"/>
      <dgm:spPr/>
      <dgm:t>
        <a:bodyPr/>
        <a:lstStyle/>
        <a:p>
          <a:pPr marL="171450" indent="0" algn="l">
            <a:buFont typeface="Wingdings" panose="05000000000000000000" pitchFamily="2" charset="2"/>
            <a:buChar char="Ø"/>
          </a:pPr>
          <a:r>
            <a:rPr lang="en-US" sz="2000" b="0" dirty="0">
              <a:solidFill>
                <a:schemeClr val="tx1"/>
              </a:solidFill>
              <a:latin typeface="Calibri" panose="020F0502020204030204" pitchFamily="34" charset="0"/>
              <a:cs typeface="Calibri" panose="020F0502020204030204" pitchFamily="34" charset="0"/>
            </a:rPr>
            <a:t>Examples include:</a:t>
          </a:r>
        </a:p>
      </dgm:t>
    </dgm:pt>
    <dgm:pt modelId="{AE25CC5D-1E9F-48D1-9051-A9DD16084CDE}" type="parTrans" cxnId="{B9F536E6-E68D-47B9-A606-E3532DC25B67}">
      <dgm:prSet/>
      <dgm:spPr/>
      <dgm:t>
        <a:bodyPr/>
        <a:lstStyle/>
        <a:p>
          <a:endParaRPr lang="en-US"/>
        </a:p>
      </dgm:t>
    </dgm:pt>
    <dgm:pt modelId="{B3D513DF-45C8-4E00-B165-2E9696C553A6}" type="sibTrans" cxnId="{B9F536E6-E68D-47B9-A606-E3532DC25B67}">
      <dgm:prSet/>
      <dgm:spPr/>
      <dgm:t>
        <a:bodyPr/>
        <a:lstStyle/>
        <a:p>
          <a:endParaRPr lang="en-US"/>
        </a:p>
      </dgm:t>
    </dgm:pt>
    <dgm:pt modelId="{7DFBC256-3B77-4D30-AAE8-A0E0E93A9C3C}">
      <dgm:prSet custT="1"/>
      <dgm:spPr/>
      <dgm:t>
        <a:bodyPr/>
        <a:lstStyle/>
        <a:p>
          <a:pPr marL="171450" indent="0" algn="l">
            <a:buFont typeface="Wingdings" panose="05000000000000000000" pitchFamily="2" charset="2"/>
            <a:buChar char="Ø"/>
          </a:pPr>
          <a:r>
            <a:rPr lang="en-US" sz="2000" b="0" dirty="0">
              <a:solidFill>
                <a:schemeClr val="tx1"/>
              </a:solidFill>
              <a:latin typeface="Calibri" panose="020F0502020204030204" pitchFamily="34" charset="0"/>
              <a:cs typeface="Calibri" panose="020F0502020204030204" pitchFamily="34" charset="0"/>
            </a:rPr>
            <a:t>Need to be updated and tested where feasible.</a:t>
          </a:r>
        </a:p>
      </dgm:t>
    </dgm:pt>
    <dgm:pt modelId="{B197E9F6-D656-4172-8552-90056DE72CDF}" type="parTrans" cxnId="{A3757BB3-5E41-453F-93D2-84043D86F856}">
      <dgm:prSet/>
      <dgm:spPr/>
    </dgm:pt>
    <dgm:pt modelId="{AD9CED99-1B55-4F7E-8742-13A6180D86B3}" type="sibTrans" cxnId="{A3757BB3-5E41-453F-93D2-84043D86F856}">
      <dgm:prSet/>
      <dgm:spPr/>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X="108405" custScaleY="91810" custLinFactNeighborX="-7122" custLinFactNeighborY="-10511">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40737">
        <dgm:presLayoutVars>
          <dgm:bulletEnabled val="1"/>
        </dgm:presLayoutVars>
      </dgm:prSet>
      <dgm:spPr/>
    </dgm:pt>
  </dgm:ptLst>
  <dgm:cxnLst>
    <dgm:cxn modelId="{481F8E04-EC11-43FA-BAAF-A1A66B9BA14C}" type="presOf" srcId="{1154CF48-7E8F-4038-842D-A4488F1ED0F7}" destId="{78E3FCA2-2556-4D81-AFD6-BB24811236E5}" srcOrd="0" destOrd="9" presId="urn:microsoft.com/office/officeart/2005/8/layout/chevron1"/>
    <dgm:cxn modelId="{797E3206-22D6-435B-BF54-D57A535400C2}" srcId="{52FE66A6-9DF8-48A4-8BE3-296EE0DF9A1A}" destId="{F2B3E19D-DC7C-4B95-9BAB-00C25E53F6DD}" srcOrd="0" destOrd="0" parTransId="{5BD36D81-D9AC-438A-9A00-7991222FC93B}" sibTransId="{1FD81146-37D9-42CB-B18E-D5D3B732C907}"/>
    <dgm:cxn modelId="{B90EFC1C-98D5-4EEE-B090-1B41C6C93F42}" srcId="{52FE66A6-9DF8-48A4-8BE3-296EE0DF9A1A}" destId="{9DAAFB35-15CD-44EC-AE5B-29B51E68838E}" srcOrd="1" destOrd="0" parTransId="{80CD5803-BC07-48A5-BEE8-3E8A1872F1B4}" sibTransId="{6A636119-8F68-44A9-BF2B-45F8216DCF48}"/>
    <dgm:cxn modelId="{54795F2D-0064-4794-95E8-D36B662A8627}" type="presOf" srcId="{52FE66A6-9DF8-48A4-8BE3-296EE0DF9A1A}" destId="{2752F388-306C-4A14-9FCA-396F3F210499}" srcOrd="0" destOrd="0" presId="urn:microsoft.com/office/officeart/2005/8/layout/chevron1"/>
    <dgm:cxn modelId="{6EF11B3F-8EB3-4B2A-B9A2-488D0C795465}" type="presOf" srcId="{3BE91EAE-315F-4015-84B7-D92B397735A7}" destId="{78E3FCA2-2556-4D81-AFD6-BB24811236E5}" srcOrd="0" destOrd="7" presId="urn:microsoft.com/office/officeart/2005/8/layout/chevron1"/>
    <dgm:cxn modelId="{81BCE85F-D1E0-4691-AF23-2917B61A8BDD}" srcId="{52FE66A6-9DF8-48A4-8BE3-296EE0DF9A1A}" destId="{4D0ACAE4-ECAD-4B6B-ACAE-579E25F5379E}" srcOrd="10" destOrd="0" parTransId="{5EE60E51-AAB5-4C98-82CD-A8B512B4859F}" sibTransId="{76298204-6121-4235-A501-EB3D9DF9E80A}"/>
    <dgm:cxn modelId="{84A3A941-5490-4A2D-AE3F-BF7AFE2C694B}" type="presOf" srcId="{9DAAFB35-15CD-44EC-AE5B-29B51E68838E}" destId="{78E3FCA2-2556-4D81-AFD6-BB24811236E5}" srcOrd="0" destOrd="1" presId="urn:microsoft.com/office/officeart/2005/8/layout/chevron1"/>
    <dgm:cxn modelId="{06C8EC67-DEBA-4B30-BF8A-3B1A49DD4CE4}" srcId="{52FE66A6-9DF8-48A4-8BE3-296EE0DF9A1A}" destId="{3BE91EAE-315F-4015-84B7-D92B397735A7}" srcOrd="7" destOrd="0" parTransId="{B85D2A72-0D5D-4B86-A1C7-25F327E81D11}" sibTransId="{EE8C6757-96D9-407E-9AD1-C5821ABA8CB2}"/>
    <dgm:cxn modelId="{BEA47548-9920-4572-B7CB-B3E6AF21F38F}" srcId="{55A05380-5A4A-4E23-AC71-D995FE9B1DB2}" destId="{52FE66A6-9DF8-48A4-8BE3-296EE0DF9A1A}" srcOrd="0" destOrd="0" parTransId="{538D5BE8-5DDC-4522-8B2C-5D9547DF19DA}" sibTransId="{F9986574-0A2F-430A-870C-CDBA9472814C}"/>
    <dgm:cxn modelId="{83BB8055-4161-4869-B7AD-4CC740193EA0}" type="presOf" srcId="{6F1E3A86-89AC-4302-A062-BFF28EFFB76E}" destId="{78E3FCA2-2556-4D81-AFD6-BB24811236E5}" srcOrd="0" destOrd="8" presId="urn:microsoft.com/office/officeart/2005/8/layout/chevron1"/>
    <dgm:cxn modelId="{546ECD78-8611-4B17-830C-E73A5886EB59}" type="presOf" srcId="{F2B3E19D-DC7C-4B95-9BAB-00C25E53F6DD}" destId="{78E3FCA2-2556-4D81-AFD6-BB24811236E5}" srcOrd="0" destOrd="0" presId="urn:microsoft.com/office/officeart/2005/8/layout/chevron1"/>
    <dgm:cxn modelId="{4FE6E588-9746-41A0-A7CC-1E04BF9A911B}" srcId="{52FE66A6-9DF8-48A4-8BE3-296EE0DF9A1A}" destId="{ADD4933E-A236-4069-B869-43B207B9F61F}" srcOrd="6" destOrd="0" parTransId="{D4F49D65-AAF6-46BE-8BFB-A69E0A932168}" sibTransId="{A8C33732-907B-4265-833D-1B9A90381E51}"/>
    <dgm:cxn modelId="{CFFE908C-ACC9-4A19-942C-6B6B0BB8FA39}" type="presOf" srcId="{5F2FD2EF-968E-4AE4-8927-48A4243793DB}" destId="{78E3FCA2-2556-4D81-AFD6-BB24811236E5}" srcOrd="0" destOrd="5" presId="urn:microsoft.com/office/officeart/2005/8/layout/chevron1"/>
    <dgm:cxn modelId="{9CA0BB9A-3E3B-4DF1-B4F8-B6018417F5FC}" srcId="{52FE66A6-9DF8-48A4-8BE3-296EE0DF9A1A}" destId="{6F1E3A86-89AC-4302-A062-BFF28EFFB76E}" srcOrd="8" destOrd="0" parTransId="{50C4EC42-F4CB-4243-B818-A18C860EE561}" sibTransId="{F30B133F-5E77-4F28-8FFD-5F797B54B214}"/>
    <dgm:cxn modelId="{36A6AE9B-AA4D-4286-9E56-7FA6806EEC1C}" srcId="{52FE66A6-9DF8-48A4-8BE3-296EE0DF9A1A}" destId="{6A6A2FAB-B7B4-4B06-85C8-9EC9A285DD04}" srcOrd="3" destOrd="0" parTransId="{B1045AF5-1C5C-4B02-AE33-6210B9B936CC}" sibTransId="{18845E98-B113-4482-B7D2-795A02994594}"/>
    <dgm:cxn modelId="{0EEDE2AD-068B-4597-A95F-7F49FD7A0D7E}" type="presOf" srcId="{3B8545C2-559E-45A2-8BBB-AD62CFE91B03}" destId="{78E3FCA2-2556-4D81-AFD6-BB24811236E5}" srcOrd="0" destOrd="2" presId="urn:microsoft.com/office/officeart/2005/8/layout/chevron1"/>
    <dgm:cxn modelId="{A01087AE-0A43-4D64-9FB9-2AB717FA9571}" type="presOf" srcId="{4D0ACAE4-ECAD-4B6B-ACAE-579E25F5379E}" destId="{78E3FCA2-2556-4D81-AFD6-BB24811236E5}" srcOrd="0" destOrd="10" presId="urn:microsoft.com/office/officeart/2005/8/layout/chevron1"/>
    <dgm:cxn modelId="{7590E5AE-FD0B-4A40-82F3-63CD1067E8FA}" srcId="{52FE66A6-9DF8-48A4-8BE3-296EE0DF9A1A}" destId="{1154CF48-7E8F-4038-842D-A4488F1ED0F7}" srcOrd="9" destOrd="0" parTransId="{74FBF4F2-3732-463A-836D-09800E83A9FA}" sibTransId="{F57E042D-8D05-46F8-908F-E3F9586F4BE3}"/>
    <dgm:cxn modelId="{A3757BB3-5E41-453F-93D2-84043D86F856}" srcId="{52FE66A6-9DF8-48A4-8BE3-296EE0DF9A1A}" destId="{7DFBC256-3B77-4D30-AAE8-A0E0E93A9C3C}" srcOrd="4" destOrd="0" parTransId="{B197E9F6-D656-4172-8552-90056DE72CDF}" sibTransId="{AD9CED99-1B55-4F7E-8742-13A6180D86B3}"/>
    <dgm:cxn modelId="{B2B34FB9-B9D2-4DE9-85F1-DB1ED35A8277}" type="presOf" srcId="{55A05380-5A4A-4E23-AC71-D995FE9B1DB2}" destId="{D7066B28-A6BB-46F8-AD35-F71209A86AC2}" srcOrd="0" destOrd="0" presId="urn:microsoft.com/office/officeart/2005/8/layout/chevron1"/>
    <dgm:cxn modelId="{C01EC4BB-6167-4232-9170-27CA1AC81DF7}" type="presOf" srcId="{7DFBC256-3B77-4D30-AAE8-A0E0E93A9C3C}" destId="{78E3FCA2-2556-4D81-AFD6-BB24811236E5}" srcOrd="0" destOrd="4" presId="urn:microsoft.com/office/officeart/2005/8/layout/chevron1"/>
    <dgm:cxn modelId="{B9F536E6-E68D-47B9-A606-E3532DC25B67}" srcId="{52FE66A6-9DF8-48A4-8BE3-296EE0DF9A1A}" destId="{5F2FD2EF-968E-4AE4-8927-48A4243793DB}" srcOrd="5" destOrd="0" parTransId="{AE25CC5D-1E9F-48D1-9051-A9DD16084CDE}" sibTransId="{B3D513DF-45C8-4E00-B165-2E9696C553A6}"/>
    <dgm:cxn modelId="{0A75FEE8-9498-4AB9-9C25-EE4CE31F3E6F}" type="presOf" srcId="{ADD4933E-A236-4069-B869-43B207B9F61F}" destId="{78E3FCA2-2556-4D81-AFD6-BB24811236E5}" srcOrd="0" destOrd="6" presId="urn:microsoft.com/office/officeart/2005/8/layout/chevron1"/>
    <dgm:cxn modelId="{094C99E9-13CE-4DF4-9AE4-96D7DBF43B5B}" type="presOf" srcId="{6A6A2FAB-B7B4-4B06-85C8-9EC9A285DD04}" destId="{78E3FCA2-2556-4D81-AFD6-BB24811236E5}" srcOrd="0" destOrd="3" presId="urn:microsoft.com/office/officeart/2005/8/layout/chevron1"/>
    <dgm:cxn modelId="{8833BFF1-6EE6-4A8F-AEAC-EF45F895D76A}" srcId="{52FE66A6-9DF8-48A4-8BE3-296EE0DF9A1A}" destId="{3B8545C2-559E-45A2-8BBB-AD62CFE91B03}" srcOrd="2" destOrd="0" parTransId="{9217A237-3616-4F04-9B07-AC9F54EB0B1A}" sibTransId="{F9900ABE-8BFE-4CF8-928A-D3B7B08A2AD6}"/>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5A05380-5A4A-4E23-AC71-D995FE9B1DB2}" type="doc">
      <dgm:prSet loTypeId="urn:microsoft.com/office/officeart/2005/8/layout/chevron1" loCatId="Inbox" qsTypeId="urn:microsoft.com/office/officeart/2005/8/quickstyle/simple2" qsCatId="simple" csTypeId="urn:microsoft.com/office/officeart/2005/8/colors/ColorSchemeForSuggestions" csCatId="other" phldr="1"/>
      <dgm:spPr/>
      <dgm:t>
        <a:bodyPr/>
        <a:lstStyle/>
        <a:p>
          <a:endParaRPr lang="en-US"/>
        </a:p>
      </dgm:t>
    </dgm:pt>
    <dgm:pt modelId="{52FE66A6-9DF8-48A4-8BE3-296EE0DF9A1A}">
      <dgm:prSet/>
      <dgm:spPr>
        <a:solidFill>
          <a:schemeClr val="tx2">
            <a:lumMod val="60000"/>
            <a:lumOff val="40000"/>
          </a:schemeClr>
        </a:solidFill>
      </dgm:spPr>
      <dgm:t>
        <a:bodyPr/>
        <a:lstStyle/>
        <a:p>
          <a:r>
            <a:rPr lang="en-US" b="1" baseline="0" dirty="0">
              <a:latin typeface="Calibri" panose="020F0502020204030204" pitchFamily="34" charset="0"/>
              <a:cs typeface="Calibri" panose="020F0502020204030204" pitchFamily="34" charset="0"/>
            </a:rPr>
            <a:t>6.2.2.1 Quality Objectives</a:t>
          </a:r>
          <a:endParaRPr lang="en-US" dirty="0">
            <a:latin typeface="Calibri" panose="020F0502020204030204" pitchFamily="34" charset="0"/>
            <a:cs typeface="Calibri" panose="020F0502020204030204" pitchFamily="34" charset="0"/>
          </a:endParaRPr>
        </a:p>
      </dgm:t>
    </dgm:pt>
    <dgm:pt modelId="{538D5BE8-5DDC-4522-8B2C-5D9547DF19DA}" type="parTrans" cxnId="{BEA47548-9920-4572-B7CB-B3E6AF21F38F}">
      <dgm:prSet/>
      <dgm:spPr/>
      <dgm:t>
        <a:bodyPr/>
        <a:lstStyle/>
        <a:p>
          <a:endParaRPr lang="en-US"/>
        </a:p>
      </dgm:t>
    </dgm:pt>
    <dgm:pt modelId="{F9986574-0A2F-430A-870C-CDBA9472814C}" type="sibTrans" cxnId="{BEA47548-9920-4572-B7CB-B3E6AF21F38F}">
      <dgm:prSet/>
      <dgm:spPr/>
      <dgm:t>
        <a:bodyPr/>
        <a:lstStyle/>
        <a:p>
          <a:endParaRPr lang="en-US"/>
        </a:p>
      </dgm:t>
    </dgm:pt>
    <dgm:pt modelId="{F2B3E19D-DC7C-4B95-9BAB-00C25E53F6DD}">
      <dgm:prSet/>
      <dgm:spPr/>
      <dgm:t>
        <a:bodyPr/>
        <a:lstStyle/>
        <a:p>
          <a:pPr algn="l">
            <a:buFont typeface="Wingdings" panose="05000000000000000000" pitchFamily="2" charset="2"/>
            <a:buChar char="Ø"/>
          </a:pPr>
          <a:r>
            <a:rPr lang="en-US" b="0" baseline="0" dirty="0">
              <a:solidFill>
                <a:schemeClr val="tx1"/>
              </a:solidFill>
              <a:latin typeface="Calibri" panose="020F0502020204030204" pitchFamily="34" charset="0"/>
              <a:cs typeface="Calibri" panose="020F0502020204030204" pitchFamily="34" charset="0"/>
            </a:rPr>
            <a:t>Although TS required establishing Quality Objectives, IATF has required that it be done in all levels or the organization.</a:t>
          </a:r>
          <a:endParaRPr lang="en-US" b="0" dirty="0">
            <a:solidFill>
              <a:schemeClr val="tx1"/>
            </a:solidFill>
            <a:latin typeface="Calibri" panose="020F0502020204030204" pitchFamily="34" charset="0"/>
            <a:cs typeface="Calibri" panose="020F0502020204030204" pitchFamily="34" charset="0"/>
          </a:endParaRPr>
        </a:p>
      </dgm:t>
    </dgm:pt>
    <dgm:pt modelId="{5BD36D81-D9AC-438A-9A00-7991222FC93B}" type="parTrans" cxnId="{797E3206-22D6-435B-BF54-D57A535400C2}">
      <dgm:prSet/>
      <dgm:spPr/>
      <dgm:t>
        <a:bodyPr/>
        <a:lstStyle/>
        <a:p>
          <a:endParaRPr lang="en-US"/>
        </a:p>
      </dgm:t>
    </dgm:pt>
    <dgm:pt modelId="{1FD81146-37D9-42CB-B18E-D5D3B732C907}" type="sibTrans" cxnId="{797E3206-22D6-435B-BF54-D57A535400C2}">
      <dgm:prSet/>
      <dgm:spPr/>
      <dgm:t>
        <a:bodyPr/>
        <a:lstStyle/>
        <a:p>
          <a:endParaRPr lang="en-US"/>
        </a:p>
      </dgm:t>
    </dgm:pt>
    <dgm:pt modelId="{5CA4D452-1A33-438D-A231-707355DF3F6F}">
      <dgm:prSet/>
      <dgm:spPr/>
      <dgm:t>
        <a:bodyPr/>
        <a:lstStyle/>
        <a:p>
          <a:pPr algn="l">
            <a:buFont typeface="Wingdings" panose="05000000000000000000" pitchFamily="2" charset="2"/>
            <a:buChar char="Ø"/>
          </a:pPr>
          <a:r>
            <a:rPr lang="en-US" b="0" dirty="0">
              <a:solidFill>
                <a:schemeClr val="tx1"/>
              </a:solidFill>
              <a:latin typeface="Calibri" panose="020F0502020204030204" pitchFamily="34" charset="0"/>
              <a:cs typeface="Calibri" panose="020F0502020204030204" pitchFamily="34" charset="0"/>
            </a:rPr>
            <a:t>Employees need to be aware of the objectives.</a:t>
          </a:r>
        </a:p>
      </dgm:t>
    </dgm:pt>
    <dgm:pt modelId="{F6192FB9-6464-43FD-9649-A23945E17E5A}" type="parTrans" cxnId="{2119E97B-12A0-47B5-97E8-8E89254DA3C7}">
      <dgm:prSet/>
      <dgm:spPr/>
      <dgm:t>
        <a:bodyPr/>
        <a:lstStyle/>
        <a:p>
          <a:endParaRPr lang="en-US"/>
        </a:p>
      </dgm:t>
    </dgm:pt>
    <dgm:pt modelId="{69620A72-4B38-4FBF-9C70-2129ED66FFFD}" type="sibTrans" cxnId="{2119E97B-12A0-47B5-97E8-8E89254DA3C7}">
      <dgm:prSet/>
      <dgm:spPr/>
      <dgm:t>
        <a:bodyPr/>
        <a:lstStyle/>
        <a:p>
          <a:endParaRPr lang="en-US"/>
        </a:p>
      </dgm:t>
    </dgm:pt>
    <dgm:pt modelId="{D3EDD191-A1BE-4A64-94CF-C99448C05C0B}">
      <dgm:prSet/>
      <dgm:spPr/>
      <dgm:t>
        <a:bodyPr/>
        <a:lstStyle/>
        <a:p>
          <a:pPr algn="l">
            <a:buFont typeface="Wingdings" panose="05000000000000000000" pitchFamily="2" charset="2"/>
            <a:buChar char="Ø"/>
          </a:pPr>
          <a:r>
            <a:rPr lang="en-US" b="0" dirty="0">
              <a:solidFill>
                <a:schemeClr val="tx1"/>
              </a:solidFill>
              <a:latin typeface="Calibri" panose="020F0502020204030204" pitchFamily="34" charset="0"/>
              <a:cs typeface="Calibri" panose="020F0502020204030204" pitchFamily="34" charset="0"/>
            </a:rPr>
            <a:t>Objectives and targets need to be reviewed at least ANNUALLY.</a:t>
          </a:r>
        </a:p>
      </dgm:t>
    </dgm:pt>
    <dgm:pt modelId="{A626906C-6A5C-40D0-88DC-300EF2646EDC}" type="parTrans" cxnId="{77BC5326-C38D-4512-9A34-F8ADC2EE656A}">
      <dgm:prSet/>
      <dgm:spPr/>
      <dgm:t>
        <a:bodyPr/>
        <a:lstStyle/>
        <a:p>
          <a:endParaRPr lang="en-US"/>
        </a:p>
      </dgm:t>
    </dgm:pt>
    <dgm:pt modelId="{E22D1BD6-ABD3-4DBD-9188-504C842C63F0}" type="sibTrans" cxnId="{77BC5326-C38D-4512-9A34-F8ADC2EE656A}">
      <dgm:prSet/>
      <dgm:spPr/>
      <dgm:t>
        <a:bodyPr/>
        <a:lstStyle/>
        <a:p>
          <a:endParaRPr lang="en-US"/>
        </a:p>
      </dgm:t>
    </dgm:pt>
    <dgm:pt modelId="{F02F1007-0AA7-4001-8EAE-A68819881669}">
      <dgm:prSet/>
      <dgm:spPr/>
      <dgm:t>
        <a:bodyPr/>
        <a:lstStyle/>
        <a:p>
          <a:pPr algn="l">
            <a:buFont typeface="Wingdings" panose="05000000000000000000" pitchFamily="2" charset="2"/>
            <a:buChar char="Ø"/>
          </a:pPr>
          <a:r>
            <a:rPr lang="en-US" b="0" dirty="0">
              <a:solidFill>
                <a:schemeClr val="tx1"/>
              </a:solidFill>
              <a:latin typeface="Calibri" panose="020F0502020204030204" pitchFamily="34" charset="0"/>
              <a:cs typeface="Calibri" panose="020F0502020204030204" pitchFamily="34" charset="0"/>
            </a:rPr>
            <a:t>Consider requirements from interested parties when establishing new and updated objective and targets.</a:t>
          </a:r>
        </a:p>
      </dgm:t>
    </dgm:pt>
    <dgm:pt modelId="{542CDD69-BB5D-48E1-8535-29D0591A59DB}" type="parTrans" cxnId="{9014141E-E718-4011-ABAD-643CA36D5CA1}">
      <dgm:prSet/>
      <dgm:spPr/>
      <dgm:t>
        <a:bodyPr/>
        <a:lstStyle/>
        <a:p>
          <a:endParaRPr lang="en-US"/>
        </a:p>
      </dgm:t>
    </dgm:pt>
    <dgm:pt modelId="{6F8D3D23-745B-48CF-89DD-B94B442861A6}" type="sibTrans" cxnId="{9014141E-E718-4011-ABAD-643CA36D5CA1}">
      <dgm:prSet/>
      <dgm:spPr/>
      <dgm:t>
        <a:bodyPr/>
        <a:lstStyle/>
        <a:p>
          <a:endParaRPr lang="en-US"/>
        </a:p>
      </dgm:t>
    </dgm:pt>
    <dgm:pt modelId="{D123D3DB-3F39-455B-B814-4CC75D279C75}">
      <dgm:prSet/>
      <dgm:spPr/>
      <dgm:t>
        <a:bodyPr/>
        <a:lstStyle/>
        <a:p>
          <a:pPr algn="l">
            <a:buFont typeface="Wingdings" panose="05000000000000000000" pitchFamily="2" charset="2"/>
            <a:buNone/>
          </a:pPr>
          <a:endParaRPr lang="en-US" b="0" dirty="0">
            <a:solidFill>
              <a:schemeClr val="tx1"/>
            </a:solidFill>
            <a:latin typeface="Calibri" panose="020F0502020204030204" pitchFamily="34" charset="0"/>
            <a:cs typeface="Calibri" panose="020F0502020204030204" pitchFamily="34" charset="0"/>
          </a:endParaRPr>
        </a:p>
      </dgm:t>
    </dgm:pt>
    <dgm:pt modelId="{F4D060C5-F3E3-414B-BE9B-1F5FA521F514}" type="parTrans" cxnId="{86DE0DEE-A305-42CC-96AE-445E23D542EA}">
      <dgm:prSet/>
      <dgm:spPr/>
      <dgm:t>
        <a:bodyPr/>
        <a:lstStyle/>
        <a:p>
          <a:endParaRPr lang="en-US"/>
        </a:p>
      </dgm:t>
    </dgm:pt>
    <dgm:pt modelId="{328A4E29-3875-431E-95B7-792695EA9E7D}" type="sibTrans" cxnId="{86DE0DEE-A305-42CC-96AE-445E23D542EA}">
      <dgm:prSet/>
      <dgm:spPr/>
      <dgm:t>
        <a:bodyPr/>
        <a:lstStyle/>
        <a:p>
          <a:endParaRPr lang="en-US"/>
        </a:p>
      </dgm:t>
    </dgm:pt>
    <dgm:pt modelId="{45FFA042-8742-48B6-9875-3431CC5EEAB9}">
      <dgm:prSet/>
      <dgm:spPr/>
      <dgm:t>
        <a:bodyPr/>
        <a:lstStyle/>
        <a:p>
          <a:pPr algn="l">
            <a:buFont typeface="Wingdings" panose="05000000000000000000" pitchFamily="2" charset="2"/>
            <a:buNone/>
          </a:pPr>
          <a:endParaRPr lang="en-US" b="0" dirty="0">
            <a:solidFill>
              <a:schemeClr val="tx1"/>
            </a:solidFill>
            <a:latin typeface="Calibri" panose="020F0502020204030204" pitchFamily="34" charset="0"/>
            <a:cs typeface="Calibri" panose="020F0502020204030204" pitchFamily="34" charset="0"/>
          </a:endParaRPr>
        </a:p>
      </dgm:t>
    </dgm:pt>
    <dgm:pt modelId="{5CC6F245-BA31-4550-B564-BA59189FF6AF}" type="parTrans" cxnId="{5E2E1529-13BB-40D7-89BE-38C5B61AAA0E}">
      <dgm:prSet/>
      <dgm:spPr/>
      <dgm:t>
        <a:bodyPr/>
        <a:lstStyle/>
        <a:p>
          <a:endParaRPr lang="en-US"/>
        </a:p>
      </dgm:t>
    </dgm:pt>
    <dgm:pt modelId="{9A90C64A-A55F-45BE-951F-D9DC72407DF9}" type="sibTrans" cxnId="{5E2E1529-13BB-40D7-89BE-38C5B61AAA0E}">
      <dgm:prSet/>
      <dgm:spPr/>
      <dgm:t>
        <a:bodyPr/>
        <a:lstStyle/>
        <a:p>
          <a:endParaRPr lang="en-US"/>
        </a:p>
      </dgm:t>
    </dgm:pt>
    <dgm:pt modelId="{A089BA62-6050-471A-B477-6E7F1EBBC3F6}">
      <dgm:prSet/>
      <dgm:spPr/>
      <dgm:t>
        <a:bodyPr/>
        <a:lstStyle/>
        <a:p>
          <a:pPr algn="l">
            <a:buFont typeface="Wingdings" panose="05000000000000000000" pitchFamily="2" charset="2"/>
            <a:buNone/>
          </a:pPr>
          <a:endParaRPr lang="en-US" b="0" dirty="0">
            <a:solidFill>
              <a:schemeClr val="tx1"/>
            </a:solidFill>
            <a:latin typeface="Calibri" panose="020F0502020204030204" pitchFamily="34" charset="0"/>
            <a:cs typeface="Calibri" panose="020F0502020204030204" pitchFamily="34" charset="0"/>
          </a:endParaRPr>
        </a:p>
      </dgm:t>
    </dgm:pt>
    <dgm:pt modelId="{6865B66F-47E5-4C7A-9B4C-482EC65FB0DD}" type="parTrans" cxnId="{130B2CF4-7215-4088-A164-7DD460E2A7D8}">
      <dgm:prSet/>
      <dgm:spPr/>
      <dgm:t>
        <a:bodyPr/>
        <a:lstStyle/>
        <a:p>
          <a:endParaRPr lang="en-US"/>
        </a:p>
      </dgm:t>
    </dgm:pt>
    <dgm:pt modelId="{A2E8ACB3-1D19-4CAD-9815-9BE93EDD7D4E}" type="sibTrans" cxnId="{130B2CF4-7215-4088-A164-7DD460E2A7D8}">
      <dgm:prSet/>
      <dgm:spPr/>
      <dgm:t>
        <a:bodyPr/>
        <a:lstStyle/>
        <a:p>
          <a:endParaRPr lang="en-US"/>
        </a:p>
      </dgm:t>
    </dgm:pt>
    <dgm:pt modelId="{D7066B28-A6BB-46F8-AD35-F71209A86AC2}" type="pres">
      <dgm:prSet presAssocID="{55A05380-5A4A-4E23-AC71-D995FE9B1DB2}" presName="Name0" presStyleCnt="0">
        <dgm:presLayoutVars>
          <dgm:dir/>
          <dgm:animLvl val="lvl"/>
          <dgm:resizeHandles val="exact"/>
        </dgm:presLayoutVars>
      </dgm:prSet>
      <dgm:spPr/>
    </dgm:pt>
    <dgm:pt modelId="{289EA51B-B273-4645-8FD0-1334CBA8E72D}" type="pres">
      <dgm:prSet presAssocID="{52FE66A6-9DF8-48A4-8BE3-296EE0DF9A1A}" presName="composite" presStyleCnt="0"/>
      <dgm:spPr/>
    </dgm:pt>
    <dgm:pt modelId="{2752F388-306C-4A14-9FCA-396F3F210499}" type="pres">
      <dgm:prSet presAssocID="{52FE66A6-9DF8-48A4-8BE3-296EE0DF9A1A}" presName="parTx" presStyleLbl="node1" presStyleIdx="0" presStyleCnt="1" custScaleX="115225" custLinFactNeighborX="-16331" custLinFactNeighborY="-20023">
        <dgm:presLayoutVars>
          <dgm:chMax val="0"/>
          <dgm:chPref val="0"/>
          <dgm:bulletEnabled val="1"/>
        </dgm:presLayoutVars>
      </dgm:prSet>
      <dgm:spPr/>
    </dgm:pt>
    <dgm:pt modelId="{78E3FCA2-2556-4D81-AFD6-BB24811236E5}" type="pres">
      <dgm:prSet presAssocID="{52FE66A6-9DF8-48A4-8BE3-296EE0DF9A1A}" presName="desTx" presStyleLbl="revTx" presStyleIdx="0" presStyleCnt="1" custScaleX="140737">
        <dgm:presLayoutVars>
          <dgm:bulletEnabled val="1"/>
        </dgm:presLayoutVars>
      </dgm:prSet>
      <dgm:spPr/>
    </dgm:pt>
  </dgm:ptLst>
  <dgm:cxnLst>
    <dgm:cxn modelId="{797E3206-22D6-435B-BF54-D57A535400C2}" srcId="{52FE66A6-9DF8-48A4-8BE3-296EE0DF9A1A}" destId="{F2B3E19D-DC7C-4B95-9BAB-00C25E53F6DD}" srcOrd="0" destOrd="0" parTransId="{5BD36D81-D9AC-438A-9A00-7991222FC93B}" sibTransId="{1FD81146-37D9-42CB-B18E-D5D3B732C907}"/>
    <dgm:cxn modelId="{AF495E0A-6975-4FFB-B227-46E885DA2A3A}" type="presOf" srcId="{F02F1007-0AA7-4001-8EAE-A68819881669}" destId="{78E3FCA2-2556-4D81-AFD6-BB24811236E5}" srcOrd="0" destOrd="6" presId="urn:microsoft.com/office/officeart/2005/8/layout/chevron1"/>
    <dgm:cxn modelId="{3833A713-49B0-432B-9F09-C7DCCFD56F89}" type="presOf" srcId="{5CA4D452-1A33-438D-A231-707355DF3F6F}" destId="{78E3FCA2-2556-4D81-AFD6-BB24811236E5}" srcOrd="0" destOrd="2" presId="urn:microsoft.com/office/officeart/2005/8/layout/chevron1"/>
    <dgm:cxn modelId="{9014141E-E718-4011-ABAD-643CA36D5CA1}" srcId="{52FE66A6-9DF8-48A4-8BE3-296EE0DF9A1A}" destId="{F02F1007-0AA7-4001-8EAE-A68819881669}" srcOrd="6" destOrd="0" parTransId="{542CDD69-BB5D-48E1-8535-29D0591A59DB}" sibTransId="{6F8D3D23-745B-48CF-89DD-B94B442861A6}"/>
    <dgm:cxn modelId="{FBB6E81F-C29B-4AD3-B097-1BCB41426F5C}" type="presOf" srcId="{45FFA042-8742-48B6-9875-3431CC5EEAB9}" destId="{78E3FCA2-2556-4D81-AFD6-BB24811236E5}" srcOrd="0" destOrd="3" presId="urn:microsoft.com/office/officeart/2005/8/layout/chevron1"/>
    <dgm:cxn modelId="{77BC5326-C38D-4512-9A34-F8ADC2EE656A}" srcId="{52FE66A6-9DF8-48A4-8BE3-296EE0DF9A1A}" destId="{D3EDD191-A1BE-4A64-94CF-C99448C05C0B}" srcOrd="4" destOrd="0" parTransId="{A626906C-6A5C-40D0-88DC-300EF2646EDC}" sibTransId="{E22D1BD6-ABD3-4DBD-9188-504C842C63F0}"/>
    <dgm:cxn modelId="{5E2E1529-13BB-40D7-89BE-38C5B61AAA0E}" srcId="{52FE66A6-9DF8-48A4-8BE3-296EE0DF9A1A}" destId="{45FFA042-8742-48B6-9875-3431CC5EEAB9}" srcOrd="3" destOrd="0" parTransId="{5CC6F245-BA31-4550-B564-BA59189FF6AF}" sibTransId="{9A90C64A-A55F-45BE-951F-D9DC72407DF9}"/>
    <dgm:cxn modelId="{54795F2D-0064-4794-95E8-D36B662A8627}" type="presOf" srcId="{52FE66A6-9DF8-48A4-8BE3-296EE0DF9A1A}" destId="{2752F388-306C-4A14-9FCA-396F3F210499}" srcOrd="0" destOrd="0" presId="urn:microsoft.com/office/officeart/2005/8/layout/chevron1"/>
    <dgm:cxn modelId="{BEA47548-9920-4572-B7CB-B3E6AF21F38F}" srcId="{55A05380-5A4A-4E23-AC71-D995FE9B1DB2}" destId="{52FE66A6-9DF8-48A4-8BE3-296EE0DF9A1A}" srcOrd="0" destOrd="0" parTransId="{538D5BE8-5DDC-4522-8B2C-5D9547DF19DA}" sibTransId="{F9986574-0A2F-430A-870C-CDBA9472814C}"/>
    <dgm:cxn modelId="{08F17D4E-41BC-4829-A63D-8EF7D44447EC}" type="presOf" srcId="{D123D3DB-3F39-455B-B814-4CC75D279C75}" destId="{78E3FCA2-2556-4D81-AFD6-BB24811236E5}" srcOrd="0" destOrd="1" presId="urn:microsoft.com/office/officeart/2005/8/layout/chevron1"/>
    <dgm:cxn modelId="{546ECD78-8611-4B17-830C-E73A5886EB59}" type="presOf" srcId="{F2B3E19D-DC7C-4B95-9BAB-00C25E53F6DD}" destId="{78E3FCA2-2556-4D81-AFD6-BB24811236E5}" srcOrd="0" destOrd="0" presId="urn:microsoft.com/office/officeart/2005/8/layout/chevron1"/>
    <dgm:cxn modelId="{6016E758-7604-424C-ABD0-C727840C0567}" type="presOf" srcId="{D3EDD191-A1BE-4A64-94CF-C99448C05C0B}" destId="{78E3FCA2-2556-4D81-AFD6-BB24811236E5}" srcOrd="0" destOrd="4" presId="urn:microsoft.com/office/officeart/2005/8/layout/chevron1"/>
    <dgm:cxn modelId="{2119E97B-12A0-47B5-97E8-8E89254DA3C7}" srcId="{52FE66A6-9DF8-48A4-8BE3-296EE0DF9A1A}" destId="{5CA4D452-1A33-438D-A231-707355DF3F6F}" srcOrd="2" destOrd="0" parTransId="{F6192FB9-6464-43FD-9649-A23945E17E5A}" sibTransId="{69620A72-4B38-4FBF-9C70-2129ED66FFFD}"/>
    <dgm:cxn modelId="{254C30AF-3F85-4419-A4DE-2EDA7BB57CB0}" type="presOf" srcId="{A089BA62-6050-471A-B477-6E7F1EBBC3F6}" destId="{78E3FCA2-2556-4D81-AFD6-BB24811236E5}" srcOrd="0" destOrd="5" presId="urn:microsoft.com/office/officeart/2005/8/layout/chevron1"/>
    <dgm:cxn modelId="{B2B34FB9-B9D2-4DE9-85F1-DB1ED35A8277}" type="presOf" srcId="{55A05380-5A4A-4E23-AC71-D995FE9B1DB2}" destId="{D7066B28-A6BB-46F8-AD35-F71209A86AC2}" srcOrd="0" destOrd="0" presId="urn:microsoft.com/office/officeart/2005/8/layout/chevron1"/>
    <dgm:cxn modelId="{86DE0DEE-A305-42CC-96AE-445E23D542EA}" srcId="{52FE66A6-9DF8-48A4-8BE3-296EE0DF9A1A}" destId="{D123D3DB-3F39-455B-B814-4CC75D279C75}" srcOrd="1" destOrd="0" parTransId="{F4D060C5-F3E3-414B-BE9B-1F5FA521F514}" sibTransId="{328A4E29-3875-431E-95B7-792695EA9E7D}"/>
    <dgm:cxn modelId="{130B2CF4-7215-4088-A164-7DD460E2A7D8}" srcId="{52FE66A6-9DF8-48A4-8BE3-296EE0DF9A1A}" destId="{A089BA62-6050-471A-B477-6E7F1EBBC3F6}" srcOrd="5" destOrd="0" parTransId="{6865B66F-47E5-4C7A-9B4C-482EC65FB0DD}" sibTransId="{A2E8ACB3-1D19-4CAD-9815-9BE93EDD7D4E}"/>
    <dgm:cxn modelId="{50CA15E6-E067-46F7-A19F-90B04F69F50B}" type="presParOf" srcId="{D7066B28-A6BB-46F8-AD35-F71209A86AC2}" destId="{289EA51B-B273-4645-8FD0-1334CBA8E72D}" srcOrd="0" destOrd="0" presId="urn:microsoft.com/office/officeart/2005/8/layout/chevron1"/>
    <dgm:cxn modelId="{71FF2B0A-F279-4B28-A176-5A9DC6BC9D03}" type="presParOf" srcId="{289EA51B-B273-4645-8FD0-1334CBA8E72D}" destId="{2752F388-306C-4A14-9FCA-396F3F210499}" srcOrd="0" destOrd="0" presId="urn:microsoft.com/office/officeart/2005/8/layout/chevron1"/>
    <dgm:cxn modelId="{FCA45B44-7C69-4434-96D2-922B29CF64BE}" type="presParOf" srcId="{289EA51B-B273-4645-8FD0-1334CBA8E72D}" destId="{78E3FCA2-2556-4D81-AFD6-BB24811236E5}"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7577C07-98D6-405A-948B-D11217961211}" type="doc">
      <dgm:prSet loTypeId="urn:microsoft.com/office/officeart/2008/layout/LinedList" loCatId="Inbox" qsTypeId="urn:microsoft.com/office/officeart/2005/8/quickstyle/simple1" qsCatId="simple" csTypeId="urn:microsoft.com/office/officeart/2005/8/colors/accent0_3" csCatId="mainScheme"/>
      <dgm:spPr/>
      <dgm:t>
        <a:bodyPr/>
        <a:lstStyle/>
        <a:p>
          <a:endParaRPr lang="en-US"/>
        </a:p>
      </dgm:t>
    </dgm:pt>
    <dgm:pt modelId="{0CB3CCC0-9452-444B-AC6A-4E324F8C037A}">
      <dgm:prSet/>
      <dgm:spPr/>
      <dgm:t>
        <a:bodyPr/>
        <a:lstStyle/>
        <a:p>
          <a:r>
            <a:rPr lang="en-US" u="sng" baseline="0" dirty="0">
              <a:latin typeface="Calibri" panose="020F0502020204030204" pitchFamily="34" charset="0"/>
              <a:cs typeface="Calibri" panose="020F0502020204030204" pitchFamily="34" charset="0"/>
            </a:rPr>
            <a:t>AUTOMOTIVE PROCESS APPROACH INCLUDES:</a:t>
          </a:r>
          <a:endParaRPr lang="en-US" dirty="0">
            <a:latin typeface="Calibri" panose="020F0502020204030204" pitchFamily="34" charset="0"/>
            <a:cs typeface="Calibri" panose="020F0502020204030204" pitchFamily="34" charset="0"/>
          </a:endParaRPr>
        </a:p>
      </dgm:t>
    </dgm:pt>
    <dgm:pt modelId="{19EEB954-3AE7-4998-87B2-E03C1907E0C7}" type="parTrans" cxnId="{A3E63489-096F-48CE-985A-4201A5CEF519}">
      <dgm:prSet/>
      <dgm:spPr/>
      <dgm:t>
        <a:bodyPr/>
        <a:lstStyle/>
        <a:p>
          <a:endParaRPr lang="en-US"/>
        </a:p>
      </dgm:t>
    </dgm:pt>
    <dgm:pt modelId="{BE677D13-C2F1-4958-B057-CD2400DD2AE9}" type="sibTrans" cxnId="{A3E63489-096F-48CE-985A-4201A5CEF519}">
      <dgm:prSet/>
      <dgm:spPr/>
      <dgm:t>
        <a:bodyPr/>
        <a:lstStyle/>
        <a:p>
          <a:endParaRPr lang="en-US"/>
        </a:p>
      </dgm:t>
    </dgm:pt>
    <dgm:pt modelId="{88C8EFCC-C6F9-4A91-89CD-1B3C64F56517}">
      <dgm:prSet/>
      <dgm:spPr/>
      <dgm:t>
        <a:bodyPr/>
        <a:lstStyle/>
        <a:p>
          <a:r>
            <a:rPr lang="en-US" baseline="0" dirty="0">
              <a:latin typeface="Calibri" panose="020F0502020204030204" pitchFamily="34" charset="0"/>
              <a:cs typeface="Calibri" panose="020F0502020204030204" pitchFamily="34" charset="0"/>
            </a:rPr>
            <a:t>COPS – CUSTOMER ORIENTED</a:t>
          </a:r>
          <a:endParaRPr lang="en-US" dirty="0">
            <a:latin typeface="Calibri" panose="020F0502020204030204" pitchFamily="34" charset="0"/>
            <a:cs typeface="Calibri" panose="020F0502020204030204" pitchFamily="34" charset="0"/>
          </a:endParaRPr>
        </a:p>
      </dgm:t>
    </dgm:pt>
    <dgm:pt modelId="{BE2DE837-FC12-438F-8F79-802BAAC87009}" type="parTrans" cxnId="{1C32F8A7-9C4B-4D9D-9657-01EB7E430B3E}">
      <dgm:prSet/>
      <dgm:spPr/>
      <dgm:t>
        <a:bodyPr/>
        <a:lstStyle/>
        <a:p>
          <a:endParaRPr lang="en-US"/>
        </a:p>
      </dgm:t>
    </dgm:pt>
    <dgm:pt modelId="{75860D79-345C-4140-9645-D1B74692CD2C}" type="sibTrans" cxnId="{1C32F8A7-9C4B-4D9D-9657-01EB7E430B3E}">
      <dgm:prSet/>
      <dgm:spPr/>
      <dgm:t>
        <a:bodyPr/>
        <a:lstStyle/>
        <a:p>
          <a:endParaRPr lang="en-US"/>
        </a:p>
      </dgm:t>
    </dgm:pt>
    <dgm:pt modelId="{6E3D45A9-41AA-4025-9B81-0F98727C6F1A}">
      <dgm:prSet/>
      <dgm:spPr/>
      <dgm:t>
        <a:bodyPr/>
        <a:lstStyle/>
        <a:p>
          <a:r>
            <a:rPr lang="en-US" baseline="0" dirty="0">
              <a:latin typeface="Calibri" panose="020F0502020204030204" pitchFamily="34" charset="0"/>
              <a:cs typeface="Calibri" panose="020F0502020204030204" pitchFamily="34" charset="0"/>
            </a:rPr>
            <a:t>MOPS – MANAGEMENT </a:t>
          </a:r>
          <a:endParaRPr lang="en-US" dirty="0">
            <a:latin typeface="Calibri" panose="020F0502020204030204" pitchFamily="34" charset="0"/>
            <a:cs typeface="Calibri" panose="020F0502020204030204" pitchFamily="34" charset="0"/>
          </a:endParaRPr>
        </a:p>
      </dgm:t>
    </dgm:pt>
    <dgm:pt modelId="{9DD58721-04BE-4336-AE29-ACB82BF8B9FB}" type="parTrans" cxnId="{2F0FFA79-7DD3-4F7F-A5CD-15279789B32F}">
      <dgm:prSet/>
      <dgm:spPr/>
      <dgm:t>
        <a:bodyPr/>
        <a:lstStyle/>
        <a:p>
          <a:endParaRPr lang="en-US"/>
        </a:p>
      </dgm:t>
    </dgm:pt>
    <dgm:pt modelId="{13137371-BB67-4F87-A261-4C098F5B74EC}" type="sibTrans" cxnId="{2F0FFA79-7DD3-4F7F-A5CD-15279789B32F}">
      <dgm:prSet/>
      <dgm:spPr/>
      <dgm:t>
        <a:bodyPr/>
        <a:lstStyle/>
        <a:p>
          <a:endParaRPr lang="en-US"/>
        </a:p>
      </dgm:t>
    </dgm:pt>
    <dgm:pt modelId="{406052A4-61AD-4357-8DB3-614E396D3C04}">
      <dgm:prSet/>
      <dgm:spPr/>
      <dgm:t>
        <a:bodyPr/>
        <a:lstStyle/>
        <a:p>
          <a:r>
            <a:rPr lang="en-US" baseline="0" dirty="0">
              <a:latin typeface="Calibri" panose="020F0502020204030204" pitchFamily="34" charset="0"/>
              <a:cs typeface="Calibri" panose="020F0502020204030204" pitchFamily="34" charset="0"/>
            </a:rPr>
            <a:t>SOPS - SUPPORTING</a:t>
          </a:r>
          <a:endParaRPr lang="en-US" dirty="0">
            <a:latin typeface="Calibri" panose="020F0502020204030204" pitchFamily="34" charset="0"/>
            <a:cs typeface="Calibri" panose="020F0502020204030204" pitchFamily="34" charset="0"/>
          </a:endParaRPr>
        </a:p>
      </dgm:t>
    </dgm:pt>
    <dgm:pt modelId="{F3A9FEB5-7D2E-499A-9149-47DDB1DF5DAC}" type="parTrans" cxnId="{232477C1-1B74-4331-879F-8F8648A0C19D}">
      <dgm:prSet/>
      <dgm:spPr/>
      <dgm:t>
        <a:bodyPr/>
        <a:lstStyle/>
        <a:p>
          <a:endParaRPr lang="en-US"/>
        </a:p>
      </dgm:t>
    </dgm:pt>
    <dgm:pt modelId="{B3DA9E0F-0C48-4865-94AF-0401EEE6140F}" type="sibTrans" cxnId="{232477C1-1B74-4331-879F-8F8648A0C19D}">
      <dgm:prSet/>
      <dgm:spPr/>
      <dgm:t>
        <a:bodyPr/>
        <a:lstStyle/>
        <a:p>
          <a:endParaRPr lang="en-US"/>
        </a:p>
      </dgm:t>
    </dgm:pt>
    <dgm:pt modelId="{8C14E0C1-6B7A-4B48-B25F-C60124797DFF}" type="pres">
      <dgm:prSet presAssocID="{67577C07-98D6-405A-948B-D11217961211}" presName="vert0" presStyleCnt="0">
        <dgm:presLayoutVars>
          <dgm:dir/>
          <dgm:animOne val="branch"/>
          <dgm:animLvl val="lvl"/>
        </dgm:presLayoutVars>
      </dgm:prSet>
      <dgm:spPr/>
    </dgm:pt>
    <dgm:pt modelId="{2A5E78BD-1169-4BAD-BDCB-59B3B2EB868B}" type="pres">
      <dgm:prSet presAssocID="{0CB3CCC0-9452-444B-AC6A-4E324F8C037A}" presName="thickLine" presStyleLbl="alignNode1" presStyleIdx="0" presStyleCnt="1"/>
      <dgm:spPr/>
    </dgm:pt>
    <dgm:pt modelId="{B7300290-D645-4A25-B842-C3107230D922}" type="pres">
      <dgm:prSet presAssocID="{0CB3CCC0-9452-444B-AC6A-4E324F8C037A}" presName="horz1" presStyleCnt="0"/>
      <dgm:spPr/>
    </dgm:pt>
    <dgm:pt modelId="{963F24F4-AD2E-470E-B4B5-B7C3551D6B5A}" type="pres">
      <dgm:prSet presAssocID="{0CB3CCC0-9452-444B-AC6A-4E324F8C037A}" presName="tx1" presStyleLbl="revTx" presStyleIdx="0" presStyleCnt="4"/>
      <dgm:spPr/>
    </dgm:pt>
    <dgm:pt modelId="{196509F3-E039-410E-AD8B-05ACBB63152F}" type="pres">
      <dgm:prSet presAssocID="{0CB3CCC0-9452-444B-AC6A-4E324F8C037A}" presName="vert1" presStyleCnt="0"/>
      <dgm:spPr/>
    </dgm:pt>
    <dgm:pt modelId="{6F13E524-2840-47F5-BC72-F2E72EA55AC9}" type="pres">
      <dgm:prSet presAssocID="{88C8EFCC-C6F9-4A91-89CD-1B3C64F56517}" presName="vertSpace2a" presStyleCnt="0"/>
      <dgm:spPr/>
    </dgm:pt>
    <dgm:pt modelId="{486AE3A9-04E0-4261-9E88-3105091D8BC7}" type="pres">
      <dgm:prSet presAssocID="{88C8EFCC-C6F9-4A91-89CD-1B3C64F56517}" presName="horz2" presStyleCnt="0"/>
      <dgm:spPr/>
    </dgm:pt>
    <dgm:pt modelId="{557D0F2D-B2FF-4749-8074-7390497C67E0}" type="pres">
      <dgm:prSet presAssocID="{88C8EFCC-C6F9-4A91-89CD-1B3C64F56517}" presName="horzSpace2" presStyleCnt="0"/>
      <dgm:spPr/>
    </dgm:pt>
    <dgm:pt modelId="{7A6BD6C2-482F-421B-A827-79802DABC297}" type="pres">
      <dgm:prSet presAssocID="{88C8EFCC-C6F9-4A91-89CD-1B3C64F56517}" presName="tx2" presStyleLbl="revTx" presStyleIdx="1" presStyleCnt="4"/>
      <dgm:spPr/>
    </dgm:pt>
    <dgm:pt modelId="{CE113320-931A-4283-A552-EFAED0326CD7}" type="pres">
      <dgm:prSet presAssocID="{88C8EFCC-C6F9-4A91-89CD-1B3C64F56517}" presName="vert2" presStyleCnt="0"/>
      <dgm:spPr/>
    </dgm:pt>
    <dgm:pt modelId="{B45ED340-FC65-4F24-9E8D-781786AA0414}" type="pres">
      <dgm:prSet presAssocID="{88C8EFCC-C6F9-4A91-89CD-1B3C64F56517}" presName="thinLine2b" presStyleLbl="callout" presStyleIdx="0" presStyleCnt="3"/>
      <dgm:spPr/>
    </dgm:pt>
    <dgm:pt modelId="{99309E1B-96E0-4212-AB30-038C8175E735}" type="pres">
      <dgm:prSet presAssocID="{88C8EFCC-C6F9-4A91-89CD-1B3C64F56517}" presName="vertSpace2b" presStyleCnt="0"/>
      <dgm:spPr/>
    </dgm:pt>
    <dgm:pt modelId="{E3DD9DF2-1989-4913-A256-5D4A68B63CCC}" type="pres">
      <dgm:prSet presAssocID="{6E3D45A9-41AA-4025-9B81-0F98727C6F1A}" presName="horz2" presStyleCnt="0"/>
      <dgm:spPr/>
    </dgm:pt>
    <dgm:pt modelId="{645D8946-F279-4F1C-9077-A4C6B7A210A2}" type="pres">
      <dgm:prSet presAssocID="{6E3D45A9-41AA-4025-9B81-0F98727C6F1A}" presName="horzSpace2" presStyleCnt="0"/>
      <dgm:spPr/>
    </dgm:pt>
    <dgm:pt modelId="{1608B814-D432-4DE4-B093-7BBBD05BF4C0}" type="pres">
      <dgm:prSet presAssocID="{6E3D45A9-41AA-4025-9B81-0F98727C6F1A}" presName="tx2" presStyleLbl="revTx" presStyleIdx="2" presStyleCnt="4"/>
      <dgm:spPr/>
    </dgm:pt>
    <dgm:pt modelId="{EF23817C-B07D-4520-8A3C-69D36BBFF06B}" type="pres">
      <dgm:prSet presAssocID="{6E3D45A9-41AA-4025-9B81-0F98727C6F1A}" presName="vert2" presStyleCnt="0"/>
      <dgm:spPr/>
    </dgm:pt>
    <dgm:pt modelId="{B36A0352-3EDA-4ED3-955C-BE7BF156AD87}" type="pres">
      <dgm:prSet presAssocID="{6E3D45A9-41AA-4025-9B81-0F98727C6F1A}" presName="thinLine2b" presStyleLbl="callout" presStyleIdx="1" presStyleCnt="3"/>
      <dgm:spPr/>
    </dgm:pt>
    <dgm:pt modelId="{461A4966-E0EF-4BB3-A97C-9619B1134F22}" type="pres">
      <dgm:prSet presAssocID="{6E3D45A9-41AA-4025-9B81-0F98727C6F1A}" presName="vertSpace2b" presStyleCnt="0"/>
      <dgm:spPr/>
    </dgm:pt>
    <dgm:pt modelId="{C5809884-6F95-4A78-A484-655200FC6A15}" type="pres">
      <dgm:prSet presAssocID="{406052A4-61AD-4357-8DB3-614E396D3C04}" presName="horz2" presStyleCnt="0"/>
      <dgm:spPr/>
    </dgm:pt>
    <dgm:pt modelId="{7DFDAD11-CB69-4DAA-95D4-93478F1BFD3F}" type="pres">
      <dgm:prSet presAssocID="{406052A4-61AD-4357-8DB3-614E396D3C04}" presName="horzSpace2" presStyleCnt="0"/>
      <dgm:spPr/>
    </dgm:pt>
    <dgm:pt modelId="{D9E189E2-F891-4867-ADC9-56A65B6E3B5B}" type="pres">
      <dgm:prSet presAssocID="{406052A4-61AD-4357-8DB3-614E396D3C04}" presName="tx2" presStyleLbl="revTx" presStyleIdx="3" presStyleCnt="4"/>
      <dgm:spPr/>
    </dgm:pt>
    <dgm:pt modelId="{71FD4E36-1418-4A90-BF99-A7E7AF520BBE}" type="pres">
      <dgm:prSet presAssocID="{406052A4-61AD-4357-8DB3-614E396D3C04}" presName="vert2" presStyleCnt="0"/>
      <dgm:spPr/>
    </dgm:pt>
    <dgm:pt modelId="{B36BB419-1630-400A-A12C-401A24F1B9CB}" type="pres">
      <dgm:prSet presAssocID="{406052A4-61AD-4357-8DB3-614E396D3C04}" presName="thinLine2b" presStyleLbl="callout" presStyleIdx="2" presStyleCnt="3"/>
      <dgm:spPr/>
    </dgm:pt>
    <dgm:pt modelId="{6418CA86-2D41-43A7-B9CA-1FFEDCBC4298}" type="pres">
      <dgm:prSet presAssocID="{406052A4-61AD-4357-8DB3-614E396D3C04}" presName="vertSpace2b" presStyleCnt="0"/>
      <dgm:spPr/>
    </dgm:pt>
  </dgm:ptLst>
  <dgm:cxnLst>
    <dgm:cxn modelId="{63382006-10D4-4E88-BEC9-6F5767E472E0}" type="presOf" srcId="{6E3D45A9-41AA-4025-9B81-0F98727C6F1A}" destId="{1608B814-D432-4DE4-B093-7BBBD05BF4C0}" srcOrd="0" destOrd="0" presId="urn:microsoft.com/office/officeart/2008/layout/LinedList"/>
    <dgm:cxn modelId="{1873C628-B8D2-4777-82A5-B12F050847A3}" type="presOf" srcId="{67577C07-98D6-405A-948B-D11217961211}" destId="{8C14E0C1-6B7A-4B48-B25F-C60124797DFF}" srcOrd="0" destOrd="0" presId="urn:microsoft.com/office/officeart/2008/layout/LinedList"/>
    <dgm:cxn modelId="{4FB6C72C-6997-43D5-8D26-14430E89F7CA}" type="presOf" srcId="{0CB3CCC0-9452-444B-AC6A-4E324F8C037A}" destId="{963F24F4-AD2E-470E-B4B5-B7C3551D6B5A}" srcOrd="0" destOrd="0" presId="urn:microsoft.com/office/officeart/2008/layout/LinedList"/>
    <dgm:cxn modelId="{53B5EC3E-0CDC-4628-A3AE-7C0E01D80727}" type="presOf" srcId="{406052A4-61AD-4357-8DB3-614E396D3C04}" destId="{D9E189E2-F891-4867-ADC9-56A65B6E3B5B}" srcOrd="0" destOrd="0" presId="urn:microsoft.com/office/officeart/2008/layout/LinedList"/>
    <dgm:cxn modelId="{67E28D6E-6014-421D-AEB3-4BD6F76F3B92}" type="presOf" srcId="{88C8EFCC-C6F9-4A91-89CD-1B3C64F56517}" destId="{7A6BD6C2-482F-421B-A827-79802DABC297}" srcOrd="0" destOrd="0" presId="urn:microsoft.com/office/officeart/2008/layout/LinedList"/>
    <dgm:cxn modelId="{2F0FFA79-7DD3-4F7F-A5CD-15279789B32F}" srcId="{0CB3CCC0-9452-444B-AC6A-4E324F8C037A}" destId="{6E3D45A9-41AA-4025-9B81-0F98727C6F1A}" srcOrd="1" destOrd="0" parTransId="{9DD58721-04BE-4336-AE29-ACB82BF8B9FB}" sibTransId="{13137371-BB67-4F87-A261-4C098F5B74EC}"/>
    <dgm:cxn modelId="{A3E63489-096F-48CE-985A-4201A5CEF519}" srcId="{67577C07-98D6-405A-948B-D11217961211}" destId="{0CB3CCC0-9452-444B-AC6A-4E324F8C037A}" srcOrd="0" destOrd="0" parTransId="{19EEB954-3AE7-4998-87B2-E03C1907E0C7}" sibTransId="{BE677D13-C2F1-4958-B057-CD2400DD2AE9}"/>
    <dgm:cxn modelId="{1C32F8A7-9C4B-4D9D-9657-01EB7E430B3E}" srcId="{0CB3CCC0-9452-444B-AC6A-4E324F8C037A}" destId="{88C8EFCC-C6F9-4A91-89CD-1B3C64F56517}" srcOrd="0" destOrd="0" parTransId="{BE2DE837-FC12-438F-8F79-802BAAC87009}" sibTransId="{75860D79-345C-4140-9645-D1B74692CD2C}"/>
    <dgm:cxn modelId="{232477C1-1B74-4331-879F-8F8648A0C19D}" srcId="{0CB3CCC0-9452-444B-AC6A-4E324F8C037A}" destId="{406052A4-61AD-4357-8DB3-614E396D3C04}" srcOrd="2" destOrd="0" parTransId="{F3A9FEB5-7D2E-499A-9149-47DDB1DF5DAC}" sibTransId="{B3DA9E0F-0C48-4865-94AF-0401EEE6140F}"/>
    <dgm:cxn modelId="{896AA4ED-E4FC-4A05-8AAE-862DA0313E67}" type="presParOf" srcId="{8C14E0C1-6B7A-4B48-B25F-C60124797DFF}" destId="{2A5E78BD-1169-4BAD-BDCB-59B3B2EB868B}" srcOrd="0" destOrd="0" presId="urn:microsoft.com/office/officeart/2008/layout/LinedList"/>
    <dgm:cxn modelId="{5DF35EED-B458-453B-80CC-47827C290A28}" type="presParOf" srcId="{8C14E0C1-6B7A-4B48-B25F-C60124797DFF}" destId="{B7300290-D645-4A25-B842-C3107230D922}" srcOrd="1" destOrd="0" presId="urn:microsoft.com/office/officeart/2008/layout/LinedList"/>
    <dgm:cxn modelId="{2996468B-8A3D-4E72-A194-BE8C91889441}" type="presParOf" srcId="{B7300290-D645-4A25-B842-C3107230D922}" destId="{963F24F4-AD2E-470E-B4B5-B7C3551D6B5A}" srcOrd="0" destOrd="0" presId="urn:microsoft.com/office/officeart/2008/layout/LinedList"/>
    <dgm:cxn modelId="{0C48B06E-67A9-4DB6-BCA2-1B6F1B556A59}" type="presParOf" srcId="{B7300290-D645-4A25-B842-C3107230D922}" destId="{196509F3-E039-410E-AD8B-05ACBB63152F}" srcOrd="1" destOrd="0" presId="urn:microsoft.com/office/officeart/2008/layout/LinedList"/>
    <dgm:cxn modelId="{1F282EC0-42FB-4C99-B7E8-B6FE9DA07ECB}" type="presParOf" srcId="{196509F3-E039-410E-AD8B-05ACBB63152F}" destId="{6F13E524-2840-47F5-BC72-F2E72EA55AC9}" srcOrd="0" destOrd="0" presId="urn:microsoft.com/office/officeart/2008/layout/LinedList"/>
    <dgm:cxn modelId="{07924B90-F03B-4AA5-B6A1-02A1DCCDD9CB}" type="presParOf" srcId="{196509F3-E039-410E-AD8B-05ACBB63152F}" destId="{486AE3A9-04E0-4261-9E88-3105091D8BC7}" srcOrd="1" destOrd="0" presId="urn:microsoft.com/office/officeart/2008/layout/LinedList"/>
    <dgm:cxn modelId="{26BB219A-3DCF-4875-A606-CFDB04F9EDAC}" type="presParOf" srcId="{486AE3A9-04E0-4261-9E88-3105091D8BC7}" destId="{557D0F2D-B2FF-4749-8074-7390497C67E0}" srcOrd="0" destOrd="0" presId="urn:microsoft.com/office/officeart/2008/layout/LinedList"/>
    <dgm:cxn modelId="{A5E50930-5A55-47D1-9C91-3509A38AEE85}" type="presParOf" srcId="{486AE3A9-04E0-4261-9E88-3105091D8BC7}" destId="{7A6BD6C2-482F-421B-A827-79802DABC297}" srcOrd="1" destOrd="0" presId="urn:microsoft.com/office/officeart/2008/layout/LinedList"/>
    <dgm:cxn modelId="{64C9B79A-79CB-4CCE-8958-B9A5CCACF6A5}" type="presParOf" srcId="{486AE3A9-04E0-4261-9E88-3105091D8BC7}" destId="{CE113320-931A-4283-A552-EFAED0326CD7}" srcOrd="2" destOrd="0" presId="urn:microsoft.com/office/officeart/2008/layout/LinedList"/>
    <dgm:cxn modelId="{576274AB-E4D7-4625-B4B8-D26A64416598}" type="presParOf" srcId="{196509F3-E039-410E-AD8B-05ACBB63152F}" destId="{B45ED340-FC65-4F24-9E8D-781786AA0414}" srcOrd="2" destOrd="0" presId="urn:microsoft.com/office/officeart/2008/layout/LinedList"/>
    <dgm:cxn modelId="{0F24431E-30AB-4EE7-A3A7-49C4CA31F1DE}" type="presParOf" srcId="{196509F3-E039-410E-AD8B-05ACBB63152F}" destId="{99309E1B-96E0-4212-AB30-038C8175E735}" srcOrd="3" destOrd="0" presId="urn:microsoft.com/office/officeart/2008/layout/LinedList"/>
    <dgm:cxn modelId="{5C2467DA-7EE1-4E90-8C39-F17DA18B37F8}" type="presParOf" srcId="{196509F3-E039-410E-AD8B-05ACBB63152F}" destId="{E3DD9DF2-1989-4913-A256-5D4A68B63CCC}" srcOrd="4" destOrd="0" presId="urn:microsoft.com/office/officeart/2008/layout/LinedList"/>
    <dgm:cxn modelId="{46C660A3-58A5-4D24-BF9C-319F3EEEC73F}" type="presParOf" srcId="{E3DD9DF2-1989-4913-A256-5D4A68B63CCC}" destId="{645D8946-F279-4F1C-9077-A4C6B7A210A2}" srcOrd="0" destOrd="0" presId="urn:microsoft.com/office/officeart/2008/layout/LinedList"/>
    <dgm:cxn modelId="{6D30F004-25DB-472B-BB1B-B8ED9694F9AB}" type="presParOf" srcId="{E3DD9DF2-1989-4913-A256-5D4A68B63CCC}" destId="{1608B814-D432-4DE4-B093-7BBBD05BF4C0}" srcOrd="1" destOrd="0" presId="urn:microsoft.com/office/officeart/2008/layout/LinedList"/>
    <dgm:cxn modelId="{75317991-94A4-4C4D-B81C-DDAD379A0442}" type="presParOf" srcId="{E3DD9DF2-1989-4913-A256-5D4A68B63CCC}" destId="{EF23817C-B07D-4520-8A3C-69D36BBFF06B}" srcOrd="2" destOrd="0" presId="urn:microsoft.com/office/officeart/2008/layout/LinedList"/>
    <dgm:cxn modelId="{F8B44E4F-DDA4-459D-9739-A3CDA5619AAA}" type="presParOf" srcId="{196509F3-E039-410E-AD8B-05ACBB63152F}" destId="{B36A0352-3EDA-4ED3-955C-BE7BF156AD87}" srcOrd="5" destOrd="0" presId="urn:microsoft.com/office/officeart/2008/layout/LinedList"/>
    <dgm:cxn modelId="{A895565C-B5E6-471B-9618-28FCDA96CB9C}" type="presParOf" srcId="{196509F3-E039-410E-AD8B-05ACBB63152F}" destId="{461A4966-E0EF-4BB3-A97C-9619B1134F22}" srcOrd="6" destOrd="0" presId="urn:microsoft.com/office/officeart/2008/layout/LinedList"/>
    <dgm:cxn modelId="{4D12FCB1-9C6D-4E2E-A273-E108F2F88756}" type="presParOf" srcId="{196509F3-E039-410E-AD8B-05ACBB63152F}" destId="{C5809884-6F95-4A78-A484-655200FC6A15}" srcOrd="7" destOrd="0" presId="urn:microsoft.com/office/officeart/2008/layout/LinedList"/>
    <dgm:cxn modelId="{ADE46D99-F8AD-4D3B-8C99-64EE407B94DA}" type="presParOf" srcId="{C5809884-6F95-4A78-A484-655200FC6A15}" destId="{7DFDAD11-CB69-4DAA-95D4-93478F1BFD3F}" srcOrd="0" destOrd="0" presId="urn:microsoft.com/office/officeart/2008/layout/LinedList"/>
    <dgm:cxn modelId="{5D621691-54C8-4A33-B270-F6F46D3FA0C6}" type="presParOf" srcId="{C5809884-6F95-4A78-A484-655200FC6A15}" destId="{D9E189E2-F891-4867-ADC9-56A65B6E3B5B}" srcOrd="1" destOrd="0" presId="urn:microsoft.com/office/officeart/2008/layout/LinedList"/>
    <dgm:cxn modelId="{40EE1573-A04C-48C2-997F-9A19214DB7F9}" type="presParOf" srcId="{C5809884-6F95-4A78-A484-655200FC6A15}" destId="{71FD4E36-1418-4A90-BF99-A7E7AF520BBE}" srcOrd="2" destOrd="0" presId="urn:microsoft.com/office/officeart/2008/layout/LinedList"/>
    <dgm:cxn modelId="{CB07795C-BD32-40BC-9214-7B10B5ED47F5}" type="presParOf" srcId="{196509F3-E039-410E-AD8B-05ACBB63152F}" destId="{B36BB419-1630-400A-A12C-401A24F1B9CB}" srcOrd="8" destOrd="0" presId="urn:microsoft.com/office/officeart/2008/layout/LinedList"/>
    <dgm:cxn modelId="{B196E4AA-41F5-467A-B977-DD0C68F473A9}" type="presParOf" srcId="{196509F3-E039-410E-AD8B-05ACBB63152F}" destId="{6418CA86-2D41-43A7-B9CA-1FFEDCBC4298}"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884839E-E467-4B69-8B2A-F7EB61A89C37}" type="doc">
      <dgm:prSet loTypeId="urn:microsoft.com/office/officeart/2016/7/layout/LinearArrowProcessNumbered" loCatId="process" qsTypeId="urn:microsoft.com/office/officeart/2005/8/quickstyle/simple2" qsCatId="simple" csTypeId="urn:microsoft.com/office/officeart/2005/8/colors/accent1_2" csCatId="accent1" phldr="1"/>
      <dgm:spPr/>
      <dgm:t>
        <a:bodyPr/>
        <a:lstStyle/>
        <a:p>
          <a:endParaRPr lang="en-US"/>
        </a:p>
      </dgm:t>
    </dgm:pt>
    <dgm:pt modelId="{1DAB76A1-23D8-4FFB-A3C9-1F3475AF3CBA}">
      <dgm:prSet/>
      <dgm:spPr/>
      <dgm:t>
        <a:bodyPr/>
        <a:lstStyle/>
        <a:p>
          <a:pPr algn="ctr"/>
          <a:r>
            <a:rPr lang="en-US" dirty="0">
              <a:latin typeface="Calibri" panose="020F0502020204030204" pitchFamily="34" charset="0"/>
              <a:cs typeface="Calibri" panose="020F0502020204030204" pitchFamily="34" charset="0"/>
            </a:rPr>
            <a:t>Universal Risk</a:t>
          </a:r>
        </a:p>
      </dgm:t>
    </dgm:pt>
    <dgm:pt modelId="{E015AC23-D6F9-4217-B8B0-02DFCC063FF9}" type="parTrans" cxnId="{AB5879C3-AF7D-4778-9695-D3223C6A7760}">
      <dgm:prSet/>
      <dgm:spPr/>
      <dgm:t>
        <a:bodyPr/>
        <a:lstStyle/>
        <a:p>
          <a:endParaRPr lang="en-US"/>
        </a:p>
      </dgm:t>
    </dgm:pt>
    <dgm:pt modelId="{CD740ABC-6D1B-4655-A618-3CA1C5E7A09B}" type="sibTrans" cxnId="{AB5879C3-AF7D-4778-9695-D3223C6A7760}">
      <dgm:prSet phldrT="1" phldr="0"/>
      <dgm:spPr/>
      <dgm:t>
        <a:bodyPr/>
        <a:lstStyle/>
        <a:p>
          <a:r>
            <a:rPr lang="en-US" dirty="0"/>
            <a:t>1</a:t>
          </a:r>
        </a:p>
      </dgm:t>
    </dgm:pt>
    <dgm:pt modelId="{2B6AA3E7-1714-4752-BE02-1AEE011B1226}">
      <dgm:prSet/>
      <dgm:spPr/>
      <dgm:t>
        <a:bodyPr/>
        <a:lstStyle/>
        <a:p>
          <a:pPr algn="ctr"/>
          <a:r>
            <a:rPr lang="en-US" dirty="0">
              <a:latin typeface="Calibri" panose="020F0502020204030204" pitchFamily="34" charset="0"/>
              <a:cs typeface="Calibri" panose="020F0502020204030204" pitchFamily="34" charset="0"/>
            </a:rPr>
            <a:t>Launch Risk</a:t>
          </a:r>
        </a:p>
      </dgm:t>
    </dgm:pt>
    <dgm:pt modelId="{3C12A72D-8D2D-4B5E-9FBD-9A2A65612E2A}" type="parTrans" cxnId="{1886A9F5-D788-4825-94F3-23782B5719DE}">
      <dgm:prSet/>
      <dgm:spPr/>
      <dgm:t>
        <a:bodyPr/>
        <a:lstStyle/>
        <a:p>
          <a:endParaRPr lang="en-US"/>
        </a:p>
      </dgm:t>
    </dgm:pt>
    <dgm:pt modelId="{45B1A166-AF62-4DEF-B845-BD9C549A60EC}" type="sibTrans" cxnId="{1886A9F5-D788-4825-94F3-23782B5719DE}">
      <dgm:prSet phldrT="2" phldr="0"/>
      <dgm:spPr/>
      <dgm:t>
        <a:bodyPr/>
        <a:lstStyle/>
        <a:p>
          <a:r>
            <a:rPr lang="en-US" dirty="0"/>
            <a:t>2</a:t>
          </a:r>
        </a:p>
      </dgm:t>
    </dgm:pt>
    <dgm:pt modelId="{1615D875-F390-4A86-84EE-4093DF6A3A99}">
      <dgm:prSet/>
      <dgm:spPr/>
      <dgm:t>
        <a:bodyPr/>
        <a:lstStyle/>
        <a:p>
          <a:pPr algn="ctr"/>
          <a:r>
            <a:rPr lang="en-US" dirty="0">
              <a:latin typeface="Calibri" panose="020F0502020204030204" pitchFamily="34" charset="0"/>
              <a:cs typeface="Calibri" panose="020F0502020204030204" pitchFamily="34" charset="0"/>
            </a:rPr>
            <a:t>Operational Risk</a:t>
          </a:r>
        </a:p>
      </dgm:t>
    </dgm:pt>
    <dgm:pt modelId="{A1679723-752E-4741-9D40-30A770F8F5AF}" type="parTrans" cxnId="{F9B4A606-A765-4041-9458-ED0EFB7DA126}">
      <dgm:prSet/>
      <dgm:spPr/>
      <dgm:t>
        <a:bodyPr/>
        <a:lstStyle/>
        <a:p>
          <a:endParaRPr lang="en-US"/>
        </a:p>
      </dgm:t>
    </dgm:pt>
    <dgm:pt modelId="{1D740C82-E923-4A6B-98ED-6FC4AC3C1AF8}" type="sibTrans" cxnId="{F9B4A606-A765-4041-9458-ED0EFB7DA126}">
      <dgm:prSet phldrT="3" phldr="0"/>
      <dgm:spPr/>
      <dgm:t>
        <a:bodyPr/>
        <a:lstStyle/>
        <a:p>
          <a:r>
            <a:rPr lang="en-US" dirty="0"/>
            <a:t>3</a:t>
          </a:r>
        </a:p>
      </dgm:t>
    </dgm:pt>
    <dgm:pt modelId="{BE9567EC-F960-4910-8518-A55C2AB08F7F}" type="pres">
      <dgm:prSet presAssocID="{3884839E-E467-4B69-8B2A-F7EB61A89C37}" presName="linearFlow" presStyleCnt="0">
        <dgm:presLayoutVars>
          <dgm:dir/>
          <dgm:animLvl val="lvl"/>
          <dgm:resizeHandles val="exact"/>
        </dgm:presLayoutVars>
      </dgm:prSet>
      <dgm:spPr/>
    </dgm:pt>
    <dgm:pt modelId="{239F914F-D92D-4A63-97CF-B96680C594A8}" type="pres">
      <dgm:prSet presAssocID="{1DAB76A1-23D8-4FFB-A3C9-1F3475AF3CBA}" presName="compositeNode" presStyleCnt="0"/>
      <dgm:spPr/>
    </dgm:pt>
    <dgm:pt modelId="{35FC583E-7C18-4740-9C6C-3C751FBD5BE6}" type="pres">
      <dgm:prSet presAssocID="{1DAB76A1-23D8-4FFB-A3C9-1F3475AF3CBA}" presName="parTx" presStyleLbl="node1" presStyleIdx="0" presStyleCnt="0">
        <dgm:presLayoutVars>
          <dgm:chMax val="0"/>
          <dgm:chPref val="0"/>
          <dgm:bulletEnabled val="1"/>
        </dgm:presLayoutVars>
      </dgm:prSet>
      <dgm:spPr/>
    </dgm:pt>
    <dgm:pt modelId="{A2B9EF15-2D81-4F63-96F9-DCC0F72E6FC4}" type="pres">
      <dgm:prSet presAssocID="{1DAB76A1-23D8-4FFB-A3C9-1F3475AF3CBA}" presName="parSh" presStyleCnt="0"/>
      <dgm:spPr/>
    </dgm:pt>
    <dgm:pt modelId="{C922DA5C-830B-4059-82B0-E9E1297E6354}" type="pres">
      <dgm:prSet presAssocID="{1DAB76A1-23D8-4FFB-A3C9-1F3475AF3CBA}" presName="lineNode" presStyleLbl="alignAccFollowNode1" presStyleIdx="0" presStyleCnt="9"/>
      <dgm:spPr/>
    </dgm:pt>
    <dgm:pt modelId="{5A393DD6-A02B-44BB-A744-E1C4B53A6BA1}" type="pres">
      <dgm:prSet presAssocID="{1DAB76A1-23D8-4FFB-A3C9-1F3475AF3CBA}" presName="lineArrowNode" presStyleLbl="alignAccFollowNode1" presStyleIdx="1" presStyleCnt="9"/>
      <dgm:spPr/>
    </dgm:pt>
    <dgm:pt modelId="{7DB7C41B-D202-42DF-9A26-8FA315BD3512}" type="pres">
      <dgm:prSet presAssocID="{CD740ABC-6D1B-4655-A618-3CA1C5E7A09B}" presName="sibTransNodeCircle" presStyleLbl="alignNode1" presStyleIdx="0" presStyleCnt="3">
        <dgm:presLayoutVars>
          <dgm:chMax val="0"/>
          <dgm:bulletEnabled/>
        </dgm:presLayoutVars>
      </dgm:prSet>
      <dgm:spPr/>
    </dgm:pt>
    <dgm:pt modelId="{22B360FB-54A2-42FA-9170-7BAAA4799AF2}" type="pres">
      <dgm:prSet presAssocID="{CD740ABC-6D1B-4655-A618-3CA1C5E7A09B}" presName="spacerBetweenCircleAndCallout" presStyleCnt="0">
        <dgm:presLayoutVars/>
      </dgm:prSet>
      <dgm:spPr/>
    </dgm:pt>
    <dgm:pt modelId="{7C4E4B5D-6418-4EFF-A2CC-F99AEDB8B1AC}" type="pres">
      <dgm:prSet presAssocID="{1DAB76A1-23D8-4FFB-A3C9-1F3475AF3CBA}" presName="nodeText" presStyleLbl="alignAccFollowNode1" presStyleIdx="2" presStyleCnt="9">
        <dgm:presLayoutVars>
          <dgm:bulletEnabled val="1"/>
        </dgm:presLayoutVars>
      </dgm:prSet>
      <dgm:spPr/>
    </dgm:pt>
    <dgm:pt modelId="{DB589736-53A1-443F-AE86-5AB41C74C2DF}" type="pres">
      <dgm:prSet presAssocID="{CD740ABC-6D1B-4655-A618-3CA1C5E7A09B}" presName="sibTransComposite" presStyleCnt="0"/>
      <dgm:spPr/>
    </dgm:pt>
    <dgm:pt modelId="{83C683E0-184D-4919-8791-8B68363A1C0A}" type="pres">
      <dgm:prSet presAssocID="{2B6AA3E7-1714-4752-BE02-1AEE011B1226}" presName="compositeNode" presStyleCnt="0"/>
      <dgm:spPr/>
    </dgm:pt>
    <dgm:pt modelId="{D7CAB168-EF77-4B59-B2C1-80713E385DC9}" type="pres">
      <dgm:prSet presAssocID="{2B6AA3E7-1714-4752-BE02-1AEE011B1226}" presName="parTx" presStyleLbl="node1" presStyleIdx="0" presStyleCnt="0">
        <dgm:presLayoutVars>
          <dgm:chMax val="0"/>
          <dgm:chPref val="0"/>
          <dgm:bulletEnabled val="1"/>
        </dgm:presLayoutVars>
      </dgm:prSet>
      <dgm:spPr/>
    </dgm:pt>
    <dgm:pt modelId="{97B88941-C003-4788-9333-A5288D54681B}" type="pres">
      <dgm:prSet presAssocID="{2B6AA3E7-1714-4752-BE02-1AEE011B1226}" presName="parSh" presStyleCnt="0"/>
      <dgm:spPr/>
    </dgm:pt>
    <dgm:pt modelId="{EBC5D500-F847-4985-AD71-EAF3022E4BB9}" type="pres">
      <dgm:prSet presAssocID="{2B6AA3E7-1714-4752-BE02-1AEE011B1226}" presName="lineNode" presStyleLbl="alignAccFollowNode1" presStyleIdx="3" presStyleCnt="9"/>
      <dgm:spPr/>
    </dgm:pt>
    <dgm:pt modelId="{7645A35A-FD75-4854-8252-32566B510E67}" type="pres">
      <dgm:prSet presAssocID="{2B6AA3E7-1714-4752-BE02-1AEE011B1226}" presName="lineArrowNode" presStyleLbl="alignAccFollowNode1" presStyleIdx="4" presStyleCnt="9"/>
      <dgm:spPr/>
    </dgm:pt>
    <dgm:pt modelId="{99AAC9FC-856B-447A-B8A9-045EC9086752}" type="pres">
      <dgm:prSet presAssocID="{45B1A166-AF62-4DEF-B845-BD9C549A60EC}" presName="sibTransNodeCircle" presStyleLbl="alignNode1" presStyleIdx="1" presStyleCnt="3">
        <dgm:presLayoutVars>
          <dgm:chMax val="0"/>
          <dgm:bulletEnabled/>
        </dgm:presLayoutVars>
      </dgm:prSet>
      <dgm:spPr/>
    </dgm:pt>
    <dgm:pt modelId="{CC195DA9-D280-4442-ADDC-057B8BA5E246}" type="pres">
      <dgm:prSet presAssocID="{45B1A166-AF62-4DEF-B845-BD9C549A60EC}" presName="spacerBetweenCircleAndCallout" presStyleCnt="0">
        <dgm:presLayoutVars/>
      </dgm:prSet>
      <dgm:spPr/>
    </dgm:pt>
    <dgm:pt modelId="{5C4F27D6-73FF-4260-8114-C3E8095BB1B1}" type="pres">
      <dgm:prSet presAssocID="{2B6AA3E7-1714-4752-BE02-1AEE011B1226}" presName="nodeText" presStyleLbl="alignAccFollowNode1" presStyleIdx="5" presStyleCnt="9">
        <dgm:presLayoutVars>
          <dgm:bulletEnabled val="1"/>
        </dgm:presLayoutVars>
      </dgm:prSet>
      <dgm:spPr/>
    </dgm:pt>
    <dgm:pt modelId="{503767F2-03E7-45DF-BEF7-2808D9D8E4A5}" type="pres">
      <dgm:prSet presAssocID="{45B1A166-AF62-4DEF-B845-BD9C549A60EC}" presName="sibTransComposite" presStyleCnt="0"/>
      <dgm:spPr/>
    </dgm:pt>
    <dgm:pt modelId="{A208FD33-4E42-4E55-9866-B56B7CF935BB}" type="pres">
      <dgm:prSet presAssocID="{1615D875-F390-4A86-84EE-4093DF6A3A99}" presName="compositeNode" presStyleCnt="0"/>
      <dgm:spPr/>
    </dgm:pt>
    <dgm:pt modelId="{61275AA4-2E9D-4244-B954-1A2E5F080A0B}" type="pres">
      <dgm:prSet presAssocID="{1615D875-F390-4A86-84EE-4093DF6A3A99}" presName="parTx" presStyleLbl="node1" presStyleIdx="0" presStyleCnt="0">
        <dgm:presLayoutVars>
          <dgm:chMax val="0"/>
          <dgm:chPref val="0"/>
          <dgm:bulletEnabled val="1"/>
        </dgm:presLayoutVars>
      </dgm:prSet>
      <dgm:spPr/>
    </dgm:pt>
    <dgm:pt modelId="{46F02E8D-73D8-4623-A41E-4A162E5F0ADC}" type="pres">
      <dgm:prSet presAssocID="{1615D875-F390-4A86-84EE-4093DF6A3A99}" presName="parSh" presStyleCnt="0"/>
      <dgm:spPr/>
    </dgm:pt>
    <dgm:pt modelId="{2969CED1-DE10-405B-A73B-1F9EF63E0345}" type="pres">
      <dgm:prSet presAssocID="{1615D875-F390-4A86-84EE-4093DF6A3A99}" presName="lineNode" presStyleLbl="alignAccFollowNode1" presStyleIdx="6" presStyleCnt="9"/>
      <dgm:spPr/>
    </dgm:pt>
    <dgm:pt modelId="{A1CAEC7A-033E-4B32-BF03-A91AA0CF3BEF}" type="pres">
      <dgm:prSet presAssocID="{1615D875-F390-4A86-84EE-4093DF6A3A99}" presName="lineArrowNode" presStyleLbl="alignAccFollowNode1" presStyleIdx="7" presStyleCnt="9"/>
      <dgm:spPr/>
    </dgm:pt>
    <dgm:pt modelId="{5FEFBFD8-4638-49C2-9C39-A3C12E0B6A92}" type="pres">
      <dgm:prSet presAssocID="{1D740C82-E923-4A6B-98ED-6FC4AC3C1AF8}" presName="sibTransNodeCircle" presStyleLbl="alignNode1" presStyleIdx="2" presStyleCnt="3">
        <dgm:presLayoutVars>
          <dgm:chMax val="0"/>
          <dgm:bulletEnabled/>
        </dgm:presLayoutVars>
      </dgm:prSet>
      <dgm:spPr/>
    </dgm:pt>
    <dgm:pt modelId="{5FD185DE-2540-4928-924A-5E6D241FB996}" type="pres">
      <dgm:prSet presAssocID="{1D740C82-E923-4A6B-98ED-6FC4AC3C1AF8}" presName="spacerBetweenCircleAndCallout" presStyleCnt="0">
        <dgm:presLayoutVars/>
      </dgm:prSet>
      <dgm:spPr/>
    </dgm:pt>
    <dgm:pt modelId="{FE1BF23A-59D9-4228-BDDB-94C83AADED02}" type="pres">
      <dgm:prSet presAssocID="{1615D875-F390-4A86-84EE-4093DF6A3A99}" presName="nodeText" presStyleLbl="alignAccFollowNode1" presStyleIdx="8" presStyleCnt="9" custLinFactNeighborX="-246" custLinFactNeighborY="-811">
        <dgm:presLayoutVars>
          <dgm:bulletEnabled val="1"/>
        </dgm:presLayoutVars>
      </dgm:prSet>
      <dgm:spPr/>
    </dgm:pt>
  </dgm:ptLst>
  <dgm:cxnLst>
    <dgm:cxn modelId="{F9B4A606-A765-4041-9458-ED0EFB7DA126}" srcId="{3884839E-E467-4B69-8B2A-F7EB61A89C37}" destId="{1615D875-F390-4A86-84EE-4093DF6A3A99}" srcOrd="2" destOrd="0" parTransId="{A1679723-752E-4741-9D40-30A770F8F5AF}" sibTransId="{1D740C82-E923-4A6B-98ED-6FC4AC3C1AF8}"/>
    <dgm:cxn modelId="{54B94D0D-6A85-438A-BC95-C168A7908EFC}" type="presOf" srcId="{2B6AA3E7-1714-4752-BE02-1AEE011B1226}" destId="{5C4F27D6-73FF-4260-8114-C3E8095BB1B1}" srcOrd="0" destOrd="0" presId="urn:microsoft.com/office/officeart/2016/7/layout/LinearArrowProcessNumbered"/>
    <dgm:cxn modelId="{0369D01A-0495-43AE-9BDD-1B13A6B4E149}" type="presOf" srcId="{1DAB76A1-23D8-4FFB-A3C9-1F3475AF3CBA}" destId="{7C4E4B5D-6418-4EFF-A2CC-F99AEDB8B1AC}" srcOrd="0" destOrd="0" presId="urn:microsoft.com/office/officeart/2016/7/layout/LinearArrowProcessNumbered"/>
    <dgm:cxn modelId="{9725DE28-18E6-4461-9CB3-D160F6DDB773}" type="presOf" srcId="{3884839E-E467-4B69-8B2A-F7EB61A89C37}" destId="{BE9567EC-F960-4910-8518-A55C2AB08F7F}" srcOrd="0" destOrd="0" presId="urn:microsoft.com/office/officeart/2016/7/layout/LinearArrowProcessNumbered"/>
    <dgm:cxn modelId="{2FB79536-954B-4435-B0B3-21E8A69C68D9}" type="presOf" srcId="{1D740C82-E923-4A6B-98ED-6FC4AC3C1AF8}" destId="{5FEFBFD8-4638-49C2-9C39-A3C12E0B6A92}" srcOrd="0" destOrd="0" presId="urn:microsoft.com/office/officeart/2016/7/layout/LinearArrowProcessNumbered"/>
    <dgm:cxn modelId="{4081B7AE-881B-4DD6-B4ED-1EB4C8F98184}" type="presOf" srcId="{1615D875-F390-4A86-84EE-4093DF6A3A99}" destId="{FE1BF23A-59D9-4228-BDDB-94C83AADED02}" srcOrd="0" destOrd="0" presId="urn:microsoft.com/office/officeart/2016/7/layout/LinearArrowProcessNumbered"/>
    <dgm:cxn modelId="{270508B7-2D6D-4F7F-8B45-CF297FE62F3B}" type="presOf" srcId="{45B1A166-AF62-4DEF-B845-BD9C549A60EC}" destId="{99AAC9FC-856B-447A-B8A9-045EC9086752}" srcOrd="0" destOrd="0" presId="urn:microsoft.com/office/officeart/2016/7/layout/LinearArrowProcessNumbered"/>
    <dgm:cxn modelId="{AB5879C3-AF7D-4778-9695-D3223C6A7760}" srcId="{3884839E-E467-4B69-8B2A-F7EB61A89C37}" destId="{1DAB76A1-23D8-4FFB-A3C9-1F3475AF3CBA}" srcOrd="0" destOrd="0" parTransId="{E015AC23-D6F9-4217-B8B0-02DFCC063FF9}" sibTransId="{CD740ABC-6D1B-4655-A618-3CA1C5E7A09B}"/>
    <dgm:cxn modelId="{2D06E1C4-3A4A-4D23-A996-078624BCD34E}" type="presOf" srcId="{CD740ABC-6D1B-4655-A618-3CA1C5E7A09B}" destId="{7DB7C41B-D202-42DF-9A26-8FA315BD3512}" srcOrd="0" destOrd="0" presId="urn:microsoft.com/office/officeart/2016/7/layout/LinearArrowProcessNumbered"/>
    <dgm:cxn modelId="{1886A9F5-D788-4825-94F3-23782B5719DE}" srcId="{3884839E-E467-4B69-8B2A-F7EB61A89C37}" destId="{2B6AA3E7-1714-4752-BE02-1AEE011B1226}" srcOrd="1" destOrd="0" parTransId="{3C12A72D-8D2D-4B5E-9FBD-9A2A65612E2A}" sibTransId="{45B1A166-AF62-4DEF-B845-BD9C549A60EC}"/>
    <dgm:cxn modelId="{50C11C50-8140-4266-B006-D1D168E1C95D}" type="presParOf" srcId="{BE9567EC-F960-4910-8518-A55C2AB08F7F}" destId="{239F914F-D92D-4A63-97CF-B96680C594A8}" srcOrd="0" destOrd="0" presId="urn:microsoft.com/office/officeart/2016/7/layout/LinearArrowProcessNumbered"/>
    <dgm:cxn modelId="{DC41E7D8-A75A-43BE-B295-3198414895B2}" type="presParOf" srcId="{239F914F-D92D-4A63-97CF-B96680C594A8}" destId="{35FC583E-7C18-4740-9C6C-3C751FBD5BE6}" srcOrd="0" destOrd="0" presId="urn:microsoft.com/office/officeart/2016/7/layout/LinearArrowProcessNumbered"/>
    <dgm:cxn modelId="{7D8E7CD9-F797-4471-A835-F10F5EE6EF20}" type="presParOf" srcId="{239F914F-D92D-4A63-97CF-B96680C594A8}" destId="{A2B9EF15-2D81-4F63-96F9-DCC0F72E6FC4}" srcOrd="1" destOrd="0" presId="urn:microsoft.com/office/officeart/2016/7/layout/LinearArrowProcessNumbered"/>
    <dgm:cxn modelId="{6E59C494-EAC4-4542-A187-9545EECF52B9}" type="presParOf" srcId="{A2B9EF15-2D81-4F63-96F9-DCC0F72E6FC4}" destId="{C922DA5C-830B-4059-82B0-E9E1297E6354}" srcOrd="0" destOrd="0" presId="urn:microsoft.com/office/officeart/2016/7/layout/LinearArrowProcessNumbered"/>
    <dgm:cxn modelId="{D701A05E-14A2-4C59-870C-2940A8EC0DEF}" type="presParOf" srcId="{A2B9EF15-2D81-4F63-96F9-DCC0F72E6FC4}" destId="{5A393DD6-A02B-44BB-A744-E1C4B53A6BA1}" srcOrd="1" destOrd="0" presId="urn:microsoft.com/office/officeart/2016/7/layout/LinearArrowProcessNumbered"/>
    <dgm:cxn modelId="{85B1CEBE-0E3A-41CE-878C-23CF50B5F146}" type="presParOf" srcId="{A2B9EF15-2D81-4F63-96F9-DCC0F72E6FC4}" destId="{7DB7C41B-D202-42DF-9A26-8FA315BD3512}" srcOrd="2" destOrd="0" presId="urn:microsoft.com/office/officeart/2016/7/layout/LinearArrowProcessNumbered"/>
    <dgm:cxn modelId="{DD1B40E1-7E66-475D-98EB-E10E9ECF0E69}" type="presParOf" srcId="{A2B9EF15-2D81-4F63-96F9-DCC0F72E6FC4}" destId="{22B360FB-54A2-42FA-9170-7BAAA4799AF2}" srcOrd="3" destOrd="0" presId="urn:microsoft.com/office/officeart/2016/7/layout/LinearArrowProcessNumbered"/>
    <dgm:cxn modelId="{072B0D81-E723-4F1A-901E-D2FDABB99572}" type="presParOf" srcId="{239F914F-D92D-4A63-97CF-B96680C594A8}" destId="{7C4E4B5D-6418-4EFF-A2CC-F99AEDB8B1AC}" srcOrd="2" destOrd="0" presId="urn:microsoft.com/office/officeart/2016/7/layout/LinearArrowProcessNumbered"/>
    <dgm:cxn modelId="{2438CA34-23BC-46A9-AEB4-E79F3A2D1ACF}" type="presParOf" srcId="{BE9567EC-F960-4910-8518-A55C2AB08F7F}" destId="{DB589736-53A1-443F-AE86-5AB41C74C2DF}" srcOrd="1" destOrd="0" presId="urn:microsoft.com/office/officeart/2016/7/layout/LinearArrowProcessNumbered"/>
    <dgm:cxn modelId="{62E0831F-23EE-447A-AB7C-D5D961C95331}" type="presParOf" srcId="{BE9567EC-F960-4910-8518-A55C2AB08F7F}" destId="{83C683E0-184D-4919-8791-8B68363A1C0A}" srcOrd="2" destOrd="0" presId="urn:microsoft.com/office/officeart/2016/7/layout/LinearArrowProcessNumbered"/>
    <dgm:cxn modelId="{009898B4-026E-4891-BA0A-3449A169A634}" type="presParOf" srcId="{83C683E0-184D-4919-8791-8B68363A1C0A}" destId="{D7CAB168-EF77-4B59-B2C1-80713E385DC9}" srcOrd="0" destOrd="0" presId="urn:microsoft.com/office/officeart/2016/7/layout/LinearArrowProcessNumbered"/>
    <dgm:cxn modelId="{F2AB9CF7-30BB-4B8A-A2DA-FA328C08F703}" type="presParOf" srcId="{83C683E0-184D-4919-8791-8B68363A1C0A}" destId="{97B88941-C003-4788-9333-A5288D54681B}" srcOrd="1" destOrd="0" presId="urn:microsoft.com/office/officeart/2016/7/layout/LinearArrowProcessNumbered"/>
    <dgm:cxn modelId="{5FDA520A-EBBD-4176-80B8-F4FB664A61C3}" type="presParOf" srcId="{97B88941-C003-4788-9333-A5288D54681B}" destId="{EBC5D500-F847-4985-AD71-EAF3022E4BB9}" srcOrd="0" destOrd="0" presId="urn:microsoft.com/office/officeart/2016/7/layout/LinearArrowProcessNumbered"/>
    <dgm:cxn modelId="{04F68141-5632-42A6-87F9-A784F0BC816D}" type="presParOf" srcId="{97B88941-C003-4788-9333-A5288D54681B}" destId="{7645A35A-FD75-4854-8252-32566B510E67}" srcOrd="1" destOrd="0" presId="urn:microsoft.com/office/officeart/2016/7/layout/LinearArrowProcessNumbered"/>
    <dgm:cxn modelId="{0C270D44-2D2B-4D5E-AB56-3ED5C49B0017}" type="presParOf" srcId="{97B88941-C003-4788-9333-A5288D54681B}" destId="{99AAC9FC-856B-447A-B8A9-045EC9086752}" srcOrd="2" destOrd="0" presId="urn:microsoft.com/office/officeart/2016/7/layout/LinearArrowProcessNumbered"/>
    <dgm:cxn modelId="{94298187-6C46-45AF-B7E6-E49B42FA5785}" type="presParOf" srcId="{97B88941-C003-4788-9333-A5288D54681B}" destId="{CC195DA9-D280-4442-ADDC-057B8BA5E246}" srcOrd="3" destOrd="0" presId="urn:microsoft.com/office/officeart/2016/7/layout/LinearArrowProcessNumbered"/>
    <dgm:cxn modelId="{54FFF14E-E93E-4085-897F-367434004802}" type="presParOf" srcId="{83C683E0-184D-4919-8791-8B68363A1C0A}" destId="{5C4F27D6-73FF-4260-8114-C3E8095BB1B1}" srcOrd="2" destOrd="0" presId="urn:microsoft.com/office/officeart/2016/7/layout/LinearArrowProcessNumbered"/>
    <dgm:cxn modelId="{342E396B-6D2B-43EE-B723-153F3D372AB6}" type="presParOf" srcId="{BE9567EC-F960-4910-8518-A55C2AB08F7F}" destId="{503767F2-03E7-45DF-BEF7-2808D9D8E4A5}" srcOrd="3" destOrd="0" presId="urn:microsoft.com/office/officeart/2016/7/layout/LinearArrowProcessNumbered"/>
    <dgm:cxn modelId="{194881FE-F387-4801-A62C-3E1878F6E305}" type="presParOf" srcId="{BE9567EC-F960-4910-8518-A55C2AB08F7F}" destId="{A208FD33-4E42-4E55-9866-B56B7CF935BB}" srcOrd="4" destOrd="0" presId="urn:microsoft.com/office/officeart/2016/7/layout/LinearArrowProcessNumbered"/>
    <dgm:cxn modelId="{88CBDA51-318E-42BB-A995-803AAD0A9628}" type="presParOf" srcId="{A208FD33-4E42-4E55-9866-B56B7CF935BB}" destId="{61275AA4-2E9D-4244-B954-1A2E5F080A0B}" srcOrd="0" destOrd="0" presId="urn:microsoft.com/office/officeart/2016/7/layout/LinearArrowProcessNumbered"/>
    <dgm:cxn modelId="{12641E2E-3DEF-4AC5-9E93-F83E6856FD78}" type="presParOf" srcId="{A208FD33-4E42-4E55-9866-B56B7CF935BB}" destId="{46F02E8D-73D8-4623-A41E-4A162E5F0ADC}" srcOrd="1" destOrd="0" presId="urn:microsoft.com/office/officeart/2016/7/layout/LinearArrowProcessNumbered"/>
    <dgm:cxn modelId="{9134E2C3-08B4-4A15-9794-9693F119D998}" type="presParOf" srcId="{46F02E8D-73D8-4623-A41E-4A162E5F0ADC}" destId="{2969CED1-DE10-405B-A73B-1F9EF63E0345}" srcOrd="0" destOrd="0" presId="urn:microsoft.com/office/officeart/2016/7/layout/LinearArrowProcessNumbered"/>
    <dgm:cxn modelId="{F7AD0F8E-452F-4358-9240-BDEDB4FD3EFB}" type="presParOf" srcId="{46F02E8D-73D8-4623-A41E-4A162E5F0ADC}" destId="{A1CAEC7A-033E-4B32-BF03-A91AA0CF3BEF}" srcOrd="1" destOrd="0" presId="urn:microsoft.com/office/officeart/2016/7/layout/LinearArrowProcessNumbered"/>
    <dgm:cxn modelId="{E9CFE1FE-600B-4B5F-B8A6-08C40C00A2D4}" type="presParOf" srcId="{46F02E8D-73D8-4623-A41E-4A162E5F0ADC}" destId="{5FEFBFD8-4638-49C2-9C39-A3C12E0B6A92}" srcOrd="2" destOrd="0" presId="urn:microsoft.com/office/officeart/2016/7/layout/LinearArrowProcessNumbered"/>
    <dgm:cxn modelId="{3D7B3C04-6EBF-4656-A4E0-1E97CB23A3A6}" type="presParOf" srcId="{46F02E8D-73D8-4623-A41E-4A162E5F0ADC}" destId="{5FD185DE-2540-4928-924A-5E6D241FB996}" srcOrd="3" destOrd="0" presId="urn:microsoft.com/office/officeart/2016/7/layout/LinearArrowProcessNumbered"/>
    <dgm:cxn modelId="{C524C701-58BE-460A-A823-316591EC216D}" type="presParOf" srcId="{A208FD33-4E42-4E55-9866-B56B7CF935BB}" destId="{FE1BF23A-59D9-4228-BDDB-94C83AADED02}"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8D1B949-8D11-4DAE-9751-5BEC081B8DFB}" type="doc">
      <dgm:prSet loTypeId="urn:microsoft.com/office/officeart/2005/8/layout/cycle2" loCatId="cycle" qsTypeId="urn:microsoft.com/office/officeart/2005/8/quickstyle/3d1" qsCatId="3D" csTypeId="urn:microsoft.com/office/officeart/2005/8/colors/accent1_2" csCatId="accent1" phldr="1"/>
      <dgm:spPr/>
      <dgm:t>
        <a:bodyPr/>
        <a:lstStyle/>
        <a:p>
          <a:endParaRPr lang="en-US"/>
        </a:p>
      </dgm:t>
    </dgm:pt>
    <dgm:pt modelId="{A979EB69-E06F-4E6D-BE28-F21C7EE710C9}">
      <dgm:prSet phldrT="[Text]"/>
      <dgm:spPr/>
      <dgm:t>
        <a:bodyPr/>
        <a:lstStyle/>
        <a:p>
          <a:r>
            <a:rPr lang="en-US" b="1" dirty="0">
              <a:solidFill>
                <a:schemeClr val="tx1"/>
              </a:solidFill>
              <a:latin typeface="Calibri" panose="020F0502020204030204" pitchFamily="34" charset="0"/>
              <a:cs typeface="Calibri" panose="020F0502020204030204" pitchFamily="34" charset="0"/>
            </a:rPr>
            <a:t>Plan</a:t>
          </a:r>
        </a:p>
      </dgm:t>
    </dgm:pt>
    <dgm:pt modelId="{FB0AF2C3-84D8-4F38-9C58-66691BA1F50B}" type="parTrans" cxnId="{096253D3-6F47-421F-94D8-24093BB31642}">
      <dgm:prSet/>
      <dgm:spPr/>
      <dgm:t>
        <a:bodyPr/>
        <a:lstStyle/>
        <a:p>
          <a:endParaRPr lang="en-US"/>
        </a:p>
      </dgm:t>
    </dgm:pt>
    <dgm:pt modelId="{5A8E20B2-37AE-4961-B9A9-4A7E865808B8}" type="sibTrans" cxnId="{096253D3-6F47-421F-94D8-24093BB31642}">
      <dgm:prSet/>
      <dgm:spPr/>
      <dgm:t>
        <a:bodyPr/>
        <a:lstStyle/>
        <a:p>
          <a:endParaRPr lang="en-US" dirty="0"/>
        </a:p>
      </dgm:t>
    </dgm:pt>
    <dgm:pt modelId="{08A2E8B1-67D9-4A98-86A1-C444292E2BA5}">
      <dgm:prSet phldrT="[Text]"/>
      <dgm:spPr/>
      <dgm:t>
        <a:bodyPr/>
        <a:lstStyle/>
        <a:p>
          <a:r>
            <a:rPr lang="en-US" b="1" dirty="0">
              <a:solidFill>
                <a:schemeClr val="tx1"/>
              </a:solidFill>
              <a:latin typeface="Calibri" panose="020F0502020204030204" pitchFamily="34" charset="0"/>
              <a:cs typeface="Calibri" panose="020F0502020204030204" pitchFamily="34" charset="0"/>
            </a:rPr>
            <a:t>Perform</a:t>
          </a:r>
        </a:p>
      </dgm:t>
    </dgm:pt>
    <dgm:pt modelId="{34474D51-6DF4-4083-BFA9-69892F7C4B60}" type="parTrans" cxnId="{BAC08D23-44CC-4D3C-A045-E7940BD61097}">
      <dgm:prSet/>
      <dgm:spPr/>
      <dgm:t>
        <a:bodyPr/>
        <a:lstStyle/>
        <a:p>
          <a:endParaRPr lang="en-US"/>
        </a:p>
      </dgm:t>
    </dgm:pt>
    <dgm:pt modelId="{C9302D43-B5F3-4823-A9ED-E72926E6F1AE}" type="sibTrans" cxnId="{BAC08D23-44CC-4D3C-A045-E7940BD61097}">
      <dgm:prSet/>
      <dgm:spPr/>
      <dgm:t>
        <a:bodyPr/>
        <a:lstStyle/>
        <a:p>
          <a:endParaRPr lang="en-US" dirty="0"/>
        </a:p>
      </dgm:t>
    </dgm:pt>
    <dgm:pt modelId="{25B881B5-ED42-4AE3-A54C-F6957CCC29D9}">
      <dgm:prSet phldrT="[Text]"/>
      <dgm:spPr/>
      <dgm:t>
        <a:bodyPr/>
        <a:lstStyle/>
        <a:p>
          <a:r>
            <a:rPr lang="en-US" b="1" dirty="0">
              <a:solidFill>
                <a:schemeClr val="tx1"/>
              </a:solidFill>
              <a:latin typeface="Calibri" panose="020F0502020204030204" pitchFamily="34" charset="0"/>
              <a:cs typeface="Calibri" panose="020F0502020204030204" pitchFamily="34" charset="0"/>
            </a:rPr>
            <a:t>Close-out</a:t>
          </a:r>
        </a:p>
      </dgm:t>
    </dgm:pt>
    <dgm:pt modelId="{85D801EC-DECE-4288-9463-F83DA9247382}" type="parTrans" cxnId="{E1F37A94-8E8B-483A-8D04-7977232EC8F6}">
      <dgm:prSet/>
      <dgm:spPr/>
      <dgm:t>
        <a:bodyPr/>
        <a:lstStyle/>
        <a:p>
          <a:endParaRPr lang="en-US"/>
        </a:p>
      </dgm:t>
    </dgm:pt>
    <dgm:pt modelId="{9E21CD86-C155-4BA8-AE18-A80E9EC4B4D3}" type="sibTrans" cxnId="{E1F37A94-8E8B-483A-8D04-7977232EC8F6}">
      <dgm:prSet/>
      <dgm:spPr/>
      <dgm:t>
        <a:bodyPr/>
        <a:lstStyle/>
        <a:p>
          <a:endParaRPr lang="en-US" dirty="0"/>
        </a:p>
      </dgm:t>
    </dgm:pt>
    <dgm:pt modelId="{7B2719C0-2C40-42F7-B1B0-6724A6D75153}">
      <dgm:prSet phldrT="[Text]"/>
      <dgm:spPr/>
      <dgm:t>
        <a:bodyPr/>
        <a:lstStyle/>
        <a:p>
          <a:r>
            <a:rPr lang="en-US" b="1" dirty="0">
              <a:solidFill>
                <a:schemeClr val="tx1"/>
              </a:solidFill>
              <a:latin typeface="Calibri" panose="020F0502020204030204" pitchFamily="34" charset="0"/>
              <a:cs typeface="Calibri" panose="020F0502020204030204" pitchFamily="34" charset="0"/>
            </a:rPr>
            <a:t>Follow-up</a:t>
          </a:r>
        </a:p>
      </dgm:t>
    </dgm:pt>
    <dgm:pt modelId="{B6E62C1D-8AFF-4F29-A281-CCC7C8FC9719}" type="parTrans" cxnId="{B64F2C8C-4D3A-4549-9BA2-1BF7AE4EDF6E}">
      <dgm:prSet/>
      <dgm:spPr/>
      <dgm:t>
        <a:bodyPr/>
        <a:lstStyle/>
        <a:p>
          <a:endParaRPr lang="en-US"/>
        </a:p>
      </dgm:t>
    </dgm:pt>
    <dgm:pt modelId="{CA3E4237-4960-45B4-80C8-43378E9196F7}" type="sibTrans" cxnId="{B64F2C8C-4D3A-4549-9BA2-1BF7AE4EDF6E}">
      <dgm:prSet/>
      <dgm:spPr/>
      <dgm:t>
        <a:bodyPr/>
        <a:lstStyle/>
        <a:p>
          <a:endParaRPr lang="en-US" dirty="0"/>
        </a:p>
      </dgm:t>
    </dgm:pt>
    <dgm:pt modelId="{00808793-8356-4863-AA34-E7312D4F93A3}" type="pres">
      <dgm:prSet presAssocID="{58D1B949-8D11-4DAE-9751-5BEC081B8DFB}" presName="cycle" presStyleCnt="0">
        <dgm:presLayoutVars>
          <dgm:dir/>
          <dgm:resizeHandles val="exact"/>
        </dgm:presLayoutVars>
      </dgm:prSet>
      <dgm:spPr/>
    </dgm:pt>
    <dgm:pt modelId="{D2DCCD5D-C3F6-49AF-B178-E5F4238B145E}" type="pres">
      <dgm:prSet presAssocID="{A979EB69-E06F-4E6D-BE28-F21C7EE710C9}" presName="node" presStyleLbl="node1" presStyleIdx="0" presStyleCnt="4">
        <dgm:presLayoutVars>
          <dgm:bulletEnabled val="1"/>
        </dgm:presLayoutVars>
      </dgm:prSet>
      <dgm:spPr/>
    </dgm:pt>
    <dgm:pt modelId="{BD19243D-2FE6-4D22-A40A-8691C8401D5C}" type="pres">
      <dgm:prSet presAssocID="{5A8E20B2-37AE-4961-B9A9-4A7E865808B8}" presName="sibTrans" presStyleLbl="sibTrans2D1" presStyleIdx="0" presStyleCnt="4"/>
      <dgm:spPr/>
    </dgm:pt>
    <dgm:pt modelId="{7AFF3AA5-1328-49F2-AB99-0B9C0A33CCEF}" type="pres">
      <dgm:prSet presAssocID="{5A8E20B2-37AE-4961-B9A9-4A7E865808B8}" presName="connectorText" presStyleLbl="sibTrans2D1" presStyleIdx="0" presStyleCnt="4"/>
      <dgm:spPr/>
    </dgm:pt>
    <dgm:pt modelId="{4F5F7D9F-3F8B-4414-9FA5-48B997A24463}" type="pres">
      <dgm:prSet presAssocID="{08A2E8B1-67D9-4A98-86A1-C444292E2BA5}" presName="node" presStyleLbl="node1" presStyleIdx="1" presStyleCnt="4">
        <dgm:presLayoutVars>
          <dgm:bulletEnabled val="1"/>
        </dgm:presLayoutVars>
      </dgm:prSet>
      <dgm:spPr/>
    </dgm:pt>
    <dgm:pt modelId="{50C5C3AF-380F-4AAA-B171-A734A6BA5E91}" type="pres">
      <dgm:prSet presAssocID="{C9302D43-B5F3-4823-A9ED-E72926E6F1AE}" presName="sibTrans" presStyleLbl="sibTrans2D1" presStyleIdx="1" presStyleCnt="4"/>
      <dgm:spPr/>
    </dgm:pt>
    <dgm:pt modelId="{A76DA480-F934-4D43-91AA-5E83543E0B09}" type="pres">
      <dgm:prSet presAssocID="{C9302D43-B5F3-4823-A9ED-E72926E6F1AE}" presName="connectorText" presStyleLbl="sibTrans2D1" presStyleIdx="1" presStyleCnt="4"/>
      <dgm:spPr/>
    </dgm:pt>
    <dgm:pt modelId="{A8B91723-32D5-4BDB-8E89-E1A525D69422}" type="pres">
      <dgm:prSet presAssocID="{25B881B5-ED42-4AE3-A54C-F6957CCC29D9}" presName="node" presStyleLbl="node1" presStyleIdx="2" presStyleCnt="4" custRadScaleRad="92464" custRadScaleInc="6595">
        <dgm:presLayoutVars>
          <dgm:bulletEnabled val="1"/>
        </dgm:presLayoutVars>
      </dgm:prSet>
      <dgm:spPr/>
    </dgm:pt>
    <dgm:pt modelId="{1AFC5B8B-B497-4630-B104-88F2487E170F}" type="pres">
      <dgm:prSet presAssocID="{9E21CD86-C155-4BA8-AE18-A80E9EC4B4D3}" presName="sibTrans" presStyleLbl="sibTrans2D1" presStyleIdx="2" presStyleCnt="4"/>
      <dgm:spPr/>
    </dgm:pt>
    <dgm:pt modelId="{3DE06059-A70E-49EB-944C-F86C278D08D6}" type="pres">
      <dgm:prSet presAssocID="{9E21CD86-C155-4BA8-AE18-A80E9EC4B4D3}" presName="connectorText" presStyleLbl="sibTrans2D1" presStyleIdx="2" presStyleCnt="4"/>
      <dgm:spPr/>
    </dgm:pt>
    <dgm:pt modelId="{7A961165-8EAF-4994-BF2D-2098D674DCC7}" type="pres">
      <dgm:prSet presAssocID="{7B2719C0-2C40-42F7-B1B0-6724A6D75153}" presName="node" presStyleLbl="node1" presStyleIdx="3" presStyleCnt="4">
        <dgm:presLayoutVars>
          <dgm:bulletEnabled val="1"/>
        </dgm:presLayoutVars>
      </dgm:prSet>
      <dgm:spPr/>
    </dgm:pt>
    <dgm:pt modelId="{6A5381E2-0C5E-43D8-B9A2-1BE9512A44EE}" type="pres">
      <dgm:prSet presAssocID="{CA3E4237-4960-45B4-80C8-43378E9196F7}" presName="sibTrans" presStyleLbl="sibTrans2D1" presStyleIdx="3" presStyleCnt="4"/>
      <dgm:spPr/>
    </dgm:pt>
    <dgm:pt modelId="{27510F00-F05B-4CFE-8761-A05AB9628710}" type="pres">
      <dgm:prSet presAssocID="{CA3E4237-4960-45B4-80C8-43378E9196F7}" presName="connectorText" presStyleLbl="sibTrans2D1" presStyleIdx="3" presStyleCnt="4"/>
      <dgm:spPr/>
    </dgm:pt>
  </dgm:ptLst>
  <dgm:cxnLst>
    <dgm:cxn modelId="{F6378114-4CB6-4CBF-9260-0AB10A3854E6}" type="presOf" srcId="{CA3E4237-4960-45B4-80C8-43378E9196F7}" destId="{27510F00-F05B-4CFE-8761-A05AB9628710}" srcOrd="1" destOrd="0" presId="urn:microsoft.com/office/officeart/2005/8/layout/cycle2"/>
    <dgm:cxn modelId="{0A60BD1F-03B8-4321-898B-606491632A7A}" type="presOf" srcId="{9E21CD86-C155-4BA8-AE18-A80E9EC4B4D3}" destId="{3DE06059-A70E-49EB-944C-F86C278D08D6}" srcOrd="1" destOrd="0" presId="urn:microsoft.com/office/officeart/2005/8/layout/cycle2"/>
    <dgm:cxn modelId="{BAC08D23-44CC-4D3C-A045-E7940BD61097}" srcId="{58D1B949-8D11-4DAE-9751-5BEC081B8DFB}" destId="{08A2E8B1-67D9-4A98-86A1-C444292E2BA5}" srcOrd="1" destOrd="0" parTransId="{34474D51-6DF4-4083-BFA9-69892F7C4B60}" sibTransId="{C9302D43-B5F3-4823-A9ED-E72926E6F1AE}"/>
    <dgm:cxn modelId="{0DA25642-39C8-4601-AFA2-528C2D95967B}" type="presOf" srcId="{58D1B949-8D11-4DAE-9751-5BEC081B8DFB}" destId="{00808793-8356-4863-AA34-E7312D4F93A3}" srcOrd="0" destOrd="0" presId="urn:microsoft.com/office/officeart/2005/8/layout/cycle2"/>
    <dgm:cxn modelId="{4E3E1E69-B003-45AC-9D9F-AC5C200E5F64}" type="presOf" srcId="{C9302D43-B5F3-4823-A9ED-E72926E6F1AE}" destId="{A76DA480-F934-4D43-91AA-5E83543E0B09}" srcOrd="1" destOrd="0" presId="urn:microsoft.com/office/officeart/2005/8/layout/cycle2"/>
    <dgm:cxn modelId="{0FA82674-43CD-46FD-AA7B-A9615DA8E23C}" type="presOf" srcId="{7B2719C0-2C40-42F7-B1B0-6724A6D75153}" destId="{7A961165-8EAF-4994-BF2D-2098D674DCC7}" srcOrd="0" destOrd="0" presId="urn:microsoft.com/office/officeart/2005/8/layout/cycle2"/>
    <dgm:cxn modelId="{DEEAD159-EDAB-439D-92FA-E6E4D7256A66}" type="presOf" srcId="{08A2E8B1-67D9-4A98-86A1-C444292E2BA5}" destId="{4F5F7D9F-3F8B-4414-9FA5-48B997A24463}" srcOrd="0" destOrd="0" presId="urn:microsoft.com/office/officeart/2005/8/layout/cycle2"/>
    <dgm:cxn modelId="{B64F2C8C-4D3A-4549-9BA2-1BF7AE4EDF6E}" srcId="{58D1B949-8D11-4DAE-9751-5BEC081B8DFB}" destId="{7B2719C0-2C40-42F7-B1B0-6724A6D75153}" srcOrd="3" destOrd="0" parTransId="{B6E62C1D-8AFF-4F29-A281-CCC7C8FC9719}" sibTransId="{CA3E4237-4960-45B4-80C8-43378E9196F7}"/>
    <dgm:cxn modelId="{E335A690-B59D-44E2-9350-BE58566D57BB}" type="presOf" srcId="{9E21CD86-C155-4BA8-AE18-A80E9EC4B4D3}" destId="{1AFC5B8B-B497-4630-B104-88F2487E170F}" srcOrd="0" destOrd="0" presId="urn:microsoft.com/office/officeart/2005/8/layout/cycle2"/>
    <dgm:cxn modelId="{74144F92-BEC6-4AE0-805D-F94D00051A32}" type="presOf" srcId="{C9302D43-B5F3-4823-A9ED-E72926E6F1AE}" destId="{50C5C3AF-380F-4AAA-B171-A734A6BA5E91}" srcOrd="0" destOrd="0" presId="urn:microsoft.com/office/officeart/2005/8/layout/cycle2"/>
    <dgm:cxn modelId="{E1F37A94-8E8B-483A-8D04-7977232EC8F6}" srcId="{58D1B949-8D11-4DAE-9751-5BEC081B8DFB}" destId="{25B881B5-ED42-4AE3-A54C-F6957CCC29D9}" srcOrd="2" destOrd="0" parTransId="{85D801EC-DECE-4288-9463-F83DA9247382}" sibTransId="{9E21CD86-C155-4BA8-AE18-A80E9EC4B4D3}"/>
    <dgm:cxn modelId="{03AF7DAC-E50B-40FF-AFC9-011779F6E6D1}" type="presOf" srcId="{A979EB69-E06F-4E6D-BE28-F21C7EE710C9}" destId="{D2DCCD5D-C3F6-49AF-B178-E5F4238B145E}" srcOrd="0" destOrd="0" presId="urn:microsoft.com/office/officeart/2005/8/layout/cycle2"/>
    <dgm:cxn modelId="{69988CC2-DB1F-45A6-B9EC-B99F45674108}" type="presOf" srcId="{5A8E20B2-37AE-4961-B9A9-4A7E865808B8}" destId="{7AFF3AA5-1328-49F2-AB99-0B9C0A33CCEF}" srcOrd="1" destOrd="0" presId="urn:microsoft.com/office/officeart/2005/8/layout/cycle2"/>
    <dgm:cxn modelId="{5BAACDC6-7163-43E4-B55E-E1DE18F41E9B}" type="presOf" srcId="{5A8E20B2-37AE-4961-B9A9-4A7E865808B8}" destId="{BD19243D-2FE6-4D22-A40A-8691C8401D5C}" srcOrd="0" destOrd="0" presId="urn:microsoft.com/office/officeart/2005/8/layout/cycle2"/>
    <dgm:cxn modelId="{61597ED1-BC7A-4C2B-A637-7730E432CD68}" type="presOf" srcId="{25B881B5-ED42-4AE3-A54C-F6957CCC29D9}" destId="{A8B91723-32D5-4BDB-8E89-E1A525D69422}" srcOrd="0" destOrd="0" presId="urn:microsoft.com/office/officeart/2005/8/layout/cycle2"/>
    <dgm:cxn modelId="{096253D3-6F47-421F-94D8-24093BB31642}" srcId="{58D1B949-8D11-4DAE-9751-5BEC081B8DFB}" destId="{A979EB69-E06F-4E6D-BE28-F21C7EE710C9}" srcOrd="0" destOrd="0" parTransId="{FB0AF2C3-84D8-4F38-9C58-66691BA1F50B}" sibTransId="{5A8E20B2-37AE-4961-B9A9-4A7E865808B8}"/>
    <dgm:cxn modelId="{A5A6ABF5-FDF5-465B-90D6-C72E589DC08F}" type="presOf" srcId="{CA3E4237-4960-45B4-80C8-43378E9196F7}" destId="{6A5381E2-0C5E-43D8-B9A2-1BE9512A44EE}" srcOrd="0" destOrd="0" presId="urn:microsoft.com/office/officeart/2005/8/layout/cycle2"/>
    <dgm:cxn modelId="{966189A4-ECA1-4AD1-B498-80CE61745222}" type="presParOf" srcId="{00808793-8356-4863-AA34-E7312D4F93A3}" destId="{D2DCCD5D-C3F6-49AF-B178-E5F4238B145E}" srcOrd="0" destOrd="0" presId="urn:microsoft.com/office/officeart/2005/8/layout/cycle2"/>
    <dgm:cxn modelId="{B30C2BAF-6D9F-4EB8-9EEF-0559C53AE669}" type="presParOf" srcId="{00808793-8356-4863-AA34-E7312D4F93A3}" destId="{BD19243D-2FE6-4D22-A40A-8691C8401D5C}" srcOrd="1" destOrd="0" presId="urn:microsoft.com/office/officeart/2005/8/layout/cycle2"/>
    <dgm:cxn modelId="{A3B4EBDA-4777-486A-9CA9-DDCAD1776938}" type="presParOf" srcId="{BD19243D-2FE6-4D22-A40A-8691C8401D5C}" destId="{7AFF3AA5-1328-49F2-AB99-0B9C0A33CCEF}" srcOrd="0" destOrd="0" presId="urn:microsoft.com/office/officeart/2005/8/layout/cycle2"/>
    <dgm:cxn modelId="{1304C827-38B4-4BA9-8149-27004824E3E7}" type="presParOf" srcId="{00808793-8356-4863-AA34-E7312D4F93A3}" destId="{4F5F7D9F-3F8B-4414-9FA5-48B997A24463}" srcOrd="2" destOrd="0" presId="urn:microsoft.com/office/officeart/2005/8/layout/cycle2"/>
    <dgm:cxn modelId="{7CB1B2C1-B64D-4D88-A439-55FFD3C899B4}" type="presParOf" srcId="{00808793-8356-4863-AA34-E7312D4F93A3}" destId="{50C5C3AF-380F-4AAA-B171-A734A6BA5E91}" srcOrd="3" destOrd="0" presId="urn:microsoft.com/office/officeart/2005/8/layout/cycle2"/>
    <dgm:cxn modelId="{62797D2F-5663-4C7B-AE6A-BFACD884D6D5}" type="presParOf" srcId="{50C5C3AF-380F-4AAA-B171-A734A6BA5E91}" destId="{A76DA480-F934-4D43-91AA-5E83543E0B09}" srcOrd="0" destOrd="0" presId="urn:microsoft.com/office/officeart/2005/8/layout/cycle2"/>
    <dgm:cxn modelId="{EC29161B-A474-428C-AABD-8682D32F2A7E}" type="presParOf" srcId="{00808793-8356-4863-AA34-E7312D4F93A3}" destId="{A8B91723-32D5-4BDB-8E89-E1A525D69422}" srcOrd="4" destOrd="0" presId="urn:microsoft.com/office/officeart/2005/8/layout/cycle2"/>
    <dgm:cxn modelId="{56405382-2335-423E-803D-52BC294CB03A}" type="presParOf" srcId="{00808793-8356-4863-AA34-E7312D4F93A3}" destId="{1AFC5B8B-B497-4630-B104-88F2487E170F}" srcOrd="5" destOrd="0" presId="urn:microsoft.com/office/officeart/2005/8/layout/cycle2"/>
    <dgm:cxn modelId="{0A374E83-98CB-417D-93DD-625DB8B77204}" type="presParOf" srcId="{1AFC5B8B-B497-4630-B104-88F2487E170F}" destId="{3DE06059-A70E-49EB-944C-F86C278D08D6}" srcOrd="0" destOrd="0" presId="urn:microsoft.com/office/officeart/2005/8/layout/cycle2"/>
    <dgm:cxn modelId="{4A06DC22-CF0A-48C0-A325-2720D2D0CD8A}" type="presParOf" srcId="{00808793-8356-4863-AA34-E7312D4F93A3}" destId="{7A961165-8EAF-4994-BF2D-2098D674DCC7}" srcOrd="6" destOrd="0" presId="urn:microsoft.com/office/officeart/2005/8/layout/cycle2"/>
    <dgm:cxn modelId="{5F44ECF1-341E-436E-B4C9-2EBEFCE91B39}" type="presParOf" srcId="{00808793-8356-4863-AA34-E7312D4F93A3}" destId="{6A5381E2-0C5E-43D8-B9A2-1BE9512A44EE}" srcOrd="7" destOrd="0" presId="urn:microsoft.com/office/officeart/2005/8/layout/cycle2"/>
    <dgm:cxn modelId="{1AEFA3D7-4736-4728-BC97-409FA4595A6E}" type="presParOf" srcId="{6A5381E2-0C5E-43D8-B9A2-1BE9512A44EE}" destId="{27510F00-F05B-4CFE-8761-A05AB9628710}"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8D1B949-8D11-4DAE-9751-5BEC081B8DFB}" type="doc">
      <dgm:prSet loTypeId="urn:microsoft.com/office/officeart/2005/8/layout/cycle2" loCatId="cycle" qsTypeId="urn:microsoft.com/office/officeart/2005/8/quickstyle/3d1" qsCatId="3D" csTypeId="urn:microsoft.com/office/officeart/2005/8/colors/accent1_2" csCatId="accent1" phldr="1"/>
      <dgm:spPr/>
      <dgm:t>
        <a:bodyPr/>
        <a:lstStyle/>
        <a:p>
          <a:endParaRPr lang="en-US"/>
        </a:p>
      </dgm:t>
    </dgm:pt>
    <dgm:pt modelId="{A979EB69-E06F-4E6D-BE28-F21C7EE710C9}">
      <dgm:prSet phldrT="[Text]"/>
      <dgm:spPr/>
      <dgm:t>
        <a:bodyPr/>
        <a:lstStyle/>
        <a:p>
          <a:r>
            <a:rPr lang="en-US" dirty="0"/>
            <a:t>Plan</a:t>
          </a:r>
        </a:p>
      </dgm:t>
    </dgm:pt>
    <dgm:pt modelId="{FB0AF2C3-84D8-4F38-9C58-66691BA1F50B}" type="parTrans" cxnId="{096253D3-6F47-421F-94D8-24093BB31642}">
      <dgm:prSet/>
      <dgm:spPr/>
      <dgm:t>
        <a:bodyPr/>
        <a:lstStyle/>
        <a:p>
          <a:endParaRPr lang="en-US"/>
        </a:p>
      </dgm:t>
    </dgm:pt>
    <dgm:pt modelId="{5A8E20B2-37AE-4961-B9A9-4A7E865808B8}" type="sibTrans" cxnId="{096253D3-6F47-421F-94D8-24093BB31642}">
      <dgm:prSet/>
      <dgm:spPr/>
      <dgm:t>
        <a:bodyPr/>
        <a:lstStyle/>
        <a:p>
          <a:endParaRPr lang="en-US" dirty="0"/>
        </a:p>
      </dgm:t>
    </dgm:pt>
    <dgm:pt modelId="{08A2E8B1-67D9-4A98-86A1-C444292E2BA5}">
      <dgm:prSet phldrT="[Text]"/>
      <dgm:spPr>
        <a:solidFill>
          <a:schemeClr val="accent3">
            <a:lumMod val="75000"/>
          </a:schemeClr>
        </a:solidFill>
      </dgm:spPr>
      <dgm:t>
        <a:bodyPr/>
        <a:lstStyle/>
        <a:p>
          <a:r>
            <a:rPr lang="en-US" dirty="0"/>
            <a:t>Perform</a:t>
          </a:r>
        </a:p>
      </dgm:t>
    </dgm:pt>
    <dgm:pt modelId="{34474D51-6DF4-4083-BFA9-69892F7C4B60}" type="parTrans" cxnId="{BAC08D23-44CC-4D3C-A045-E7940BD61097}">
      <dgm:prSet/>
      <dgm:spPr/>
      <dgm:t>
        <a:bodyPr/>
        <a:lstStyle/>
        <a:p>
          <a:endParaRPr lang="en-US"/>
        </a:p>
      </dgm:t>
    </dgm:pt>
    <dgm:pt modelId="{C9302D43-B5F3-4823-A9ED-E72926E6F1AE}" type="sibTrans" cxnId="{BAC08D23-44CC-4D3C-A045-E7940BD61097}">
      <dgm:prSet/>
      <dgm:spPr/>
      <dgm:t>
        <a:bodyPr/>
        <a:lstStyle/>
        <a:p>
          <a:endParaRPr lang="en-US" dirty="0"/>
        </a:p>
      </dgm:t>
    </dgm:pt>
    <dgm:pt modelId="{25B881B5-ED42-4AE3-A54C-F6957CCC29D9}">
      <dgm:prSet phldrT="[Text]"/>
      <dgm:spPr>
        <a:solidFill>
          <a:schemeClr val="accent3">
            <a:lumMod val="75000"/>
          </a:schemeClr>
        </a:solidFill>
      </dgm:spPr>
      <dgm:t>
        <a:bodyPr/>
        <a:lstStyle/>
        <a:p>
          <a:r>
            <a:rPr lang="en-US" dirty="0"/>
            <a:t>Close-out</a:t>
          </a:r>
        </a:p>
      </dgm:t>
    </dgm:pt>
    <dgm:pt modelId="{85D801EC-DECE-4288-9463-F83DA9247382}" type="parTrans" cxnId="{E1F37A94-8E8B-483A-8D04-7977232EC8F6}">
      <dgm:prSet/>
      <dgm:spPr/>
      <dgm:t>
        <a:bodyPr/>
        <a:lstStyle/>
        <a:p>
          <a:endParaRPr lang="en-US"/>
        </a:p>
      </dgm:t>
    </dgm:pt>
    <dgm:pt modelId="{9E21CD86-C155-4BA8-AE18-A80E9EC4B4D3}" type="sibTrans" cxnId="{E1F37A94-8E8B-483A-8D04-7977232EC8F6}">
      <dgm:prSet/>
      <dgm:spPr/>
      <dgm:t>
        <a:bodyPr/>
        <a:lstStyle/>
        <a:p>
          <a:endParaRPr lang="en-US" dirty="0"/>
        </a:p>
      </dgm:t>
    </dgm:pt>
    <dgm:pt modelId="{7B2719C0-2C40-42F7-B1B0-6724A6D75153}">
      <dgm:prSet phldrT="[Text]"/>
      <dgm:spPr>
        <a:solidFill>
          <a:schemeClr val="accent3">
            <a:lumMod val="75000"/>
          </a:schemeClr>
        </a:solidFill>
      </dgm:spPr>
      <dgm:t>
        <a:bodyPr/>
        <a:lstStyle/>
        <a:p>
          <a:r>
            <a:rPr lang="en-US" dirty="0"/>
            <a:t>Follow-up</a:t>
          </a:r>
        </a:p>
      </dgm:t>
    </dgm:pt>
    <dgm:pt modelId="{B6E62C1D-8AFF-4F29-A281-CCC7C8FC9719}" type="parTrans" cxnId="{B64F2C8C-4D3A-4549-9BA2-1BF7AE4EDF6E}">
      <dgm:prSet/>
      <dgm:spPr/>
      <dgm:t>
        <a:bodyPr/>
        <a:lstStyle/>
        <a:p>
          <a:endParaRPr lang="en-US"/>
        </a:p>
      </dgm:t>
    </dgm:pt>
    <dgm:pt modelId="{CA3E4237-4960-45B4-80C8-43378E9196F7}" type="sibTrans" cxnId="{B64F2C8C-4D3A-4549-9BA2-1BF7AE4EDF6E}">
      <dgm:prSet/>
      <dgm:spPr/>
      <dgm:t>
        <a:bodyPr/>
        <a:lstStyle/>
        <a:p>
          <a:endParaRPr lang="en-US" dirty="0"/>
        </a:p>
      </dgm:t>
    </dgm:pt>
    <dgm:pt modelId="{00808793-8356-4863-AA34-E7312D4F93A3}" type="pres">
      <dgm:prSet presAssocID="{58D1B949-8D11-4DAE-9751-5BEC081B8DFB}" presName="cycle" presStyleCnt="0">
        <dgm:presLayoutVars>
          <dgm:dir/>
          <dgm:resizeHandles val="exact"/>
        </dgm:presLayoutVars>
      </dgm:prSet>
      <dgm:spPr/>
    </dgm:pt>
    <dgm:pt modelId="{D2DCCD5D-C3F6-49AF-B178-E5F4238B145E}" type="pres">
      <dgm:prSet presAssocID="{A979EB69-E06F-4E6D-BE28-F21C7EE710C9}" presName="node" presStyleLbl="node1" presStyleIdx="0" presStyleCnt="4">
        <dgm:presLayoutVars>
          <dgm:bulletEnabled val="1"/>
        </dgm:presLayoutVars>
      </dgm:prSet>
      <dgm:spPr/>
    </dgm:pt>
    <dgm:pt modelId="{BD19243D-2FE6-4D22-A40A-8691C8401D5C}" type="pres">
      <dgm:prSet presAssocID="{5A8E20B2-37AE-4961-B9A9-4A7E865808B8}" presName="sibTrans" presStyleLbl="sibTrans2D1" presStyleIdx="0" presStyleCnt="4"/>
      <dgm:spPr/>
    </dgm:pt>
    <dgm:pt modelId="{7AFF3AA5-1328-49F2-AB99-0B9C0A33CCEF}" type="pres">
      <dgm:prSet presAssocID="{5A8E20B2-37AE-4961-B9A9-4A7E865808B8}" presName="connectorText" presStyleLbl="sibTrans2D1" presStyleIdx="0" presStyleCnt="4"/>
      <dgm:spPr/>
    </dgm:pt>
    <dgm:pt modelId="{4F5F7D9F-3F8B-4414-9FA5-48B997A24463}" type="pres">
      <dgm:prSet presAssocID="{08A2E8B1-67D9-4A98-86A1-C444292E2BA5}" presName="node" presStyleLbl="node1" presStyleIdx="1" presStyleCnt="4">
        <dgm:presLayoutVars>
          <dgm:bulletEnabled val="1"/>
        </dgm:presLayoutVars>
      </dgm:prSet>
      <dgm:spPr/>
    </dgm:pt>
    <dgm:pt modelId="{50C5C3AF-380F-4AAA-B171-A734A6BA5E91}" type="pres">
      <dgm:prSet presAssocID="{C9302D43-B5F3-4823-A9ED-E72926E6F1AE}" presName="sibTrans" presStyleLbl="sibTrans2D1" presStyleIdx="1" presStyleCnt="4"/>
      <dgm:spPr/>
    </dgm:pt>
    <dgm:pt modelId="{A76DA480-F934-4D43-91AA-5E83543E0B09}" type="pres">
      <dgm:prSet presAssocID="{C9302D43-B5F3-4823-A9ED-E72926E6F1AE}" presName="connectorText" presStyleLbl="sibTrans2D1" presStyleIdx="1" presStyleCnt="4"/>
      <dgm:spPr/>
    </dgm:pt>
    <dgm:pt modelId="{A8B91723-32D5-4BDB-8E89-E1A525D69422}" type="pres">
      <dgm:prSet presAssocID="{25B881B5-ED42-4AE3-A54C-F6957CCC29D9}" presName="node" presStyleLbl="node1" presStyleIdx="2" presStyleCnt="4">
        <dgm:presLayoutVars>
          <dgm:bulletEnabled val="1"/>
        </dgm:presLayoutVars>
      </dgm:prSet>
      <dgm:spPr/>
    </dgm:pt>
    <dgm:pt modelId="{1AFC5B8B-B497-4630-B104-88F2487E170F}" type="pres">
      <dgm:prSet presAssocID="{9E21CD86-C155-4BA8-AE18-A80E9EC4B4D3}" presName="sibTrans" presStyleLbl="sibTrans2D1" presStyleIdx="2" presStyleCnt="4"/>
      <dgm:spPr/>
    </dgm:pt>
    <dgm:pt modelId="{3DE06059-A70E-49EB-944C-F86C278D08D6}" type="pres">
      <dgm:prSet presAssocID="{9E21CD86-C155-4BA8-AE18-A80E9EC4B4D3}" presName="connectorText" presStyleLbl="sibTrans2D1" presStyleIdx="2" presStyleCnt="4"/>
      <dgm:spPr/>
    </dgm:pt>
    <dgm:pt modelId="{7A961165-8EAF-4994-BF2D-2098D674DCC7}" type="pres">
      <dgm:prSet presAssocID="{7B2719C0-2C40-42F7-B1B0-6724A6D75153}" presName="node" presStyleLbl="node1" presStyleIdx="3" presStyleCnt="4">
        <dgm:presLayoutVars>
          <dgm:bulletEnabled val="1"/>
        </dgm:presLayoutVars>
      </dgm:prSet>
      <dgm:spPr/>
    </dgm:pt>
    <dgm:pt modelId="{6A5381E2-0C5E-43D8-B9A2-1BE9512A44EE}" type="pres">
      <dgm:prSet presAssocID="{CA3E4237-4960-45B4-80C8-43378E9196F7}" presName="sibTrans" presStyleLbl="sibTrans2D1" presStyleIdx="3" presStyleCnt="4"/>
      <dgm:spPr/>
    </dgm:pt>
    <dgm:pt modelId="{27510F00-F05B-4CFE-8761-A05AB9628710}" type="pres">
      <dgm:prSet presAssocID="{CA3E4237-4960-45B4-80C8-43378E9196F7}" presName="connectorText" presStyleLbl="sibTrans2D1" presStyleIdx="3" presStyleCnt="4"/>
      <dgm:spPr/>
    </dgm:pt>
  </dgm:ptLst>
  <dgm:cxnLst>
    <dgm:cxn modelId="{FD50E60C-BCC2-4771-ADE5-3594E1F0804A}" type="presOf" srcId="{A979EB69-E06F-4E6D-BE28-F21C7EE710C9}" destId="{D2DCCD5D-C3F6-49AF-B178-E5F4238B145E}" srcOrd="0" destOrd="0" presId="urn:microsoft.com/office/officeart/2005/8/layout/cycle2"/>
    <dgm:cxn modelId="{99E72D0E-ED50-4105-B52D-4AD1626BBE4A}" type="presOf" srcId="{C9302D43-B5F3-4823-A9ED-E72926E6F1AE}" destId="{50C5C3AF-380F-4AAA-B171-A734A6BA5E91}" srcOrd="0" destOrd="0" presId="urn:microsoft.com/office/officeart/2005/8/layout/cycle2"/>
    <dgm:cxn modelId="{BAC08D23-44CC-4D3C-A045-E7940BD61097}" srcId="{58D1B949-8D11-4DAE-9751-5BEC081B8DFB}" destId="{08A2E8B1-67D9-4A98-86A1-C444292E2BA5}" srcOrd="1" destOrd="0" parTransId="{34474D51-6DF4-4083-BFA9-69892F7C4B60}" sibTransId="{C9302D43-B5F3-4823-A9ED-E72926E6F1AE}"/>
    <dgm:cxn modelId="{B2BBA742-5333-4774-A0EA-463195D2C86A}" type="presOf" srcId="{CA3E4237-4960-45B4-80C8-43378E9196F7}" destId="{6A5381E2-0C5E-43D8-B9A2-1BE9512A44EE}" srcOrd="0" destOrd="0" presId="urn:microsoft.com/office/officeart/2005/8/layout/cycle2"/>
    <dgm:cxn modelId="{700C194A-DB12-4760-870A-A92F0799229A}" type="presOf" srcId="{25B881B5-ED42-4AE3-A54C-F6957CCC29D9}" destId="{A8B91723-32D5-4BDB-8E89-E1A525D69422}" srcOrd="0" destOrd="0" presId="urn:microsoft.com/office/officeart/2005/8/layout/cycle2"/>
    <dgm:cxn modelId="{CF73BF73-12FA-4961-8271-114818544626}" type="presOf" srcId="{5A8E20B2-37AE-4961-B9A9-4A7E865808B8}" destId="{7AFF3AA5-1328-49F2-AB99-0B9C0A33CCEF}" srcOrd="1" destOrd="0" presId="urn:microsoft.com/office/officeart/2005/8/layout/cycle2"/>
    <dgm:cxn modelId="{FCC9687C-A475-4C65-9DF6-B1DB6D3CC2A1}" type="presOf" srcId="{7B2719C0-2C40-42F7-B1B0-6724A6D75153}" destId="{7A961165-8EAF-4994-BF2D-2098D674DCC7}" srcOrd="0" destOrd="0" presId="urn:microsoft.com/office/officeart/2005/8/layout/cycle2"/>
    <dgm:cxn modelId="{93309A8A-FD5F-44F4-9F52-E95CAA4A072D}" type="presOf" srcId="{9E21CD86-C155-4BA8-AE18-A80E9EC4B4D3}" destId="{3DE06059-A70E-49EB-944C-F86C278D08D6}" srcOrd="1" destOrd="0" presId="urn:microsoft.com/office/officeart/2005/8/layout/cycle2"/>
    <dgm:cxn modelId="{B64F2C8C-4D3A-4549-9BA2-1BF7AE4EDF6E}" srcId="{58D1B949-8D11-4DAE-9751-5BEC081B8DFB}" destId="{7B2719C0-2C40-42F7-B1B0-6724A6D75153}" srcOrd="3" destOrd="0" parTransId="{B6E62C1D-8AFF-4F29-A281-CCC7C8FC9719}" sibTransId="{CA3E4237-4960-45B4-80C8-43378E9196F7}"/>
    <dgm:cxn modelId="{E1F37A94-8E8B-483A-8D04-7977232EC8F6}" srcId="{58D1B949-8D11-4DAE-9751-5BEC081B8DFB}" destId="{25B881B5-ED42-4AE3-A54C-F6957CCC29D9}" srcOrd="2" destOrd="0" parTransId="{85D801EC-DECE-4288-9463-F83DA9247382}" sibTransId="{9E21CD86-C155-4BA8-AE18-A80E9EC4B4D3}"/>
    <dgm:cxn modelId="{1B11FE9F-8401-4561-B038-38B4E4E8CD38}" type="presOf" srcId="{58D1B949-8D11-4DAE-9751-5BEC081B8DFB}" destId="{00808793-8356-4863-AA34-E7312D4F93A3}" srcOrd="0" destOrd="0" presId="urn:microsoft.com/office/officeart/2005/8/layout/cycle2"/>
    <dgm:cxn modelId="{4F3AA8A2-EEC7-48E7-9637-7D875F5FC388}" type="presOf" srcId="{5A8E20B2-37AE-4961-B9A9-4A7E865808B8}" destId="{BD19243D-2FE6-4D22-A40A-8691C8401D5C}" srcOrd="0" destOrd="0" presId="urn:microsoft.com/office/officeart/2005/8/layout/cycle2"/>
    <dgm:cxn modelId="{3B5331BD-B741-4D90-9842-FF7632FCF714}" type="presOf" srcId="{08A2E8B1-67D9-4A98-86A1-C444292E2BA5}" destId="{4F5F7D9F-3F8B-4414-9FA5-48B997A24463}" srcOrd="0" destOrd="0" presId="urn:microsoft.com/office/officeart/2005/8/layout/cycle2"/>
    <dgm:cxn modelId="{4DAD8FBF-9A5C-41BB-86E3-8211583499B9}" type="presOf" srcId="{C9302D43-B5F3-4823-A9ED-E72926E6F1AE}" destId="{A76DA480-F934-4D43-91AA-5E83543E0B09}" srcOrd="1" destOrd="0" presId="urn:microsoft.com/office/officeart/2005/8/layout/cycle2"/>
    <dgm:cxn modelId="{096253D3-6F47-421F-94D8-24093BB31642}" srcId="{58D1B949-8D11-4DAE-9751-5BEC081B8DFB}" destId="{A979EB69-E06F-4E6D-BE28-F21C7EE710C9}" srcOrd="0" destOrd="0" parTransId="{FB0AF2C3-84D8-4F38-9C58-66691BA1F50B}" sibTransId="{5A8E20B2-37AE-4961-B9A9-4A7E865808B8}"/>
    <dgm:cxn modelId="{15A9B6F9-072A-498E-832C-4D2599A6F1FF}" type="presOf" srcId="{CA3E4237-4960-45B4-80C8-43378E9196F7}" destId="{27510F00-F05B-4CFE-8761-A05AB9628710}" srcOrd="1" destOrd="0" presId="urn:microsoft.com/office/officeart/2005/8/layout/cycle2"/>
    <dgm:cxn modelId="{58C328FE-97B4-4C19-A7F4-3B16569151D2}" type="presOf" srcId="{9E21CD86-C155-4BA8-AE18-A80E9EC4B4D3}" destId="{1AFC5B8B-B497-4630-B104-88F2487E170F}" srcOrd="0" destOrd="0" presId="urn:microsoft.com/office/officeart/2005/8/layout/cycle2"/>
    <dgm:cxn modelId="{F350B0DC-47DC-4E1A-BD84-EA722C8D95FE}" type="presParOf" srcId="{00808793-8356-4863-AA34-E7312D4F93A3}" destId="{D2DCCD5D-C3F6-49AF-B178-E5F4238B145E}" srcOrd="0" destOrd="0" presId="urn:microsoft.com/office/officeart/2005/8/layout/cycle2"/>
    <dgm:cxn modelId="{7BA33352-44A2-4573-A8B3-38F3224C01BF}" type="presParOf" srcId="{00808793-8356-4863-AA34-E7312D4F93A3}" destId="{BD19243D-2FE6-4D22-A40A-8691C8401D5C}" srcOrd="1" destOrd="0" presId="urn:microsoft.com/office/officeart/2005/8/layout/cycle2"/>
    <dgm:cxn modelId="{3A7E79B7-D548-4A01-943C-0C6B002CB359}" type="presParOf" srcId="{BD19243D-2FE6-4D22-A40A-8691C8401D5C}" destId="{7AFF3AA5-1328-49F2-AB99-0B9C0A33CCEF}" srcOrd="0" destOrd="0" presId="urn:microsoft.com/office/officeart/2005/8/layout/cycle2"/>
    <dgm:cxn modelId="{B14DF4E3-C9AA-42EA-A64C-1A012B18DFCD}" type="presParOf" srcId="{00808793-8356-4863-AA34-E7312D4F93A3}" destId="{4F5F7D9F-3F8B-4414-9FA5-48B997A24463}" srcOrd="2" destOrd="0" presId="urn:microsoft.com/office/officeart/2005/8/layout/cycle2"/>
    <dgm:cxn modelId="{96A169FC-4DCA-4FE0-80E2-56A4D9337664}" type="presParOf" srcId="{00808793-8356-4863-AA34-E7312D4F93A3}" destId="{50C5C3AF-380F-4AAA-B171-A734A6BA5E91}" srcOrd="3" destOrd="0" presId="urn:microsoft.com/office/officeart/2005/8/layout/cycle2"/>
    <dgm:cxn modelId="{112BE248-9506-4F22-9ED7-00B585EECAC5}" type="presParOf" srcId="{50C5C3AF-380F-4AAA-B171-A734A6BA5E91}" destId="{A76DA480-F934-4D43-91AA-5E83543E0B09}" srcOrd="0" destOrd="0" presId="urn:microsoft.com/office/officeart/2005/8/layout/cycle2"/>
    <dgm:cxn modelId="{B4C043C0-D705-4B42-8EE7-8995F9997B9D}" type="presParOf" srcId="{00808793-8356-4863-AA34-E7312D4F93A3}" destId="{A8B91723-32D5-4BDB-8E89-E1A525D69422}" srcOrd="4" destOrd="0" presId="urn:microsoft.com/office/officeart/2005/8/layout/cycle2"/>
    <dgm:cxn modelId="{F8E3CD39-79AB-41B0-95B6-24945988AC7E}" type="presParOf" srcId="{00808793-8356-4863-AA34-E7312D4F93A3}" destId="{1AFC5B8B-B497-4630-B104-88F2487E170F}" srcOrd="5" destOrd="0" presId="urn:microsoft.com/office/officeart/2005/8/layout/cycle2"/>
    <dgm:cxn modelId="{5F2E304C-8782-4DD6-8D29-575713A689DE}" type="presParOf" srcId="{1AFC5B8B-B497-4630-B104-88F2487E170F}" destId="{3DE06059-A70E-49EB-944C-F86C278D08D6}" srcOrd="0" destOrd="0" presId="urn:microsoft.com/office/officeart/2005/8/layout/cycle2"/>
    <dgm:cxn modelId="{A349EF91-A400-4D69-A96B-4195606357C3}" type="presParOf" srcId="{00808793-8356-4863-AA34-E7312D4F93A3}" destId="{7A961165-8EAF-4994-BF2D-2098D674DCC7}" srcOrd="6" destOrd="0" presId="urn:microsoft.com/office/officeart/2005/8/layout/cycle2"/>
    <dgm:cxn modelId="{B2792FA8-8BAC-4467-B0AD-BB15DE4A2EB8}" type="presParOf" srcId="{00808793-8356-4863-AA34-E7312D4F93A3}" destId="{6A5381E2-0C5E-43D8-B9A2-1BE9512A44EE}" srcOrd="7" destOrd="0" presId="urn:microsoft.com/office/officeart/2005/8/layout/cycle2"/>
    <dgm:cxn modelId="{DF115D45-C718-47D4-BF56-E723B6C5F730}" type="presParOf" srcId="{6A5381E2-0C5E-43D8-B9A2-1BE9512A44EE}" destId="{27510F00-F05B-4CFE-8761-A05AB9628710}"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8D1B949-8D11-4DAE-9751-5BEC081B8DFB}" type="doc">
      <dgm:prSet loTypeId="urn:microsoft.com/office/officeart/2005/8/layout/cycle2" loCatId="cycle" qsTypeId="urn:microsoft.com/office/officeart/2005/8/quickstyle/3d1" qsCatId="3D" csTypeId="urn:microsoft.com/office/officeart/2005/8/colors/accent1_2" csCatId="accent1" phldr="1"/>
      <dgm:spPr/>
      <dgm:t>
        <a:bodyPr/>
        <a:lstStyle/>
        <a:p>
          <a:endParaRPr lang="en-US"/>
        </a:p>
      </dgm:t>
    </dgm:pt>
    <dgm:pt modelId="{A979EB69-E06F-4E6D-BE28-F21C7EE710C9}">
      <dgm:prSet phldrT="[Text]"/>
      <dgm:spPr>
        <a:solidFill>
          <a:schemeClr val="accent3">
            <a:lumMod val="75000"/>
          </a:schemeClr>
        </a:solidFill>
      </dgm:spPr>
      <dgm:t>
        <a:bodyPr/>
        <a:lstStyle/>
        <a:p>
          <a:r>
            <a:rPr lang="en-US" dirty="0"/>
            <a:t>Plan</a:t>
          </a:r>
        </a:p>
      </dgm:t>
    </dgm:pt>
    <dgm:pt modelId="{FB0AF2C3-84D8-4F38-9C58-66691BA1F50B}" type="parTrans" cxnId="{096253D3-6F47-421F-94D8-24093BB31642}">
      <dgm:prSet/>
      <dgm:spPr/>
      <dgm:t>
        <a:bodyPr/>
        <a:lstStyle/>
        <a:p>
          <a:endParaRPr lang="en-US"/>
        </a:p>
      </dgm:t>
    </dgm:pt>
    <dgm:pt modelId="{5A8E20B2-37AE-4961-B9A9-4A7E865808B8}" type="sibTrans" cxnId="{096253D3-6F47-421F-94D8-24093BB31642}">
      <dgm:prSet/>
      <dgm:spPr/>
      <dgm:t>
        <a:bodyPr/>
        <a:lstStyle/>
        <a:p>
          <a:endParaRPr lang="en-US" dirty="0"/>
        </a:p>
      </dgm:t>
    </dgm:pt>
    <dgm:pt modelId="{08A2E8B1-67D9-4A98-86A1-C444292E2BA5}">
      <dgm:prSet phldrT="[Text]"/>
      <dgm:spPr>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a:lstStyle/>
        <a:p>
          <a:r>
            <a:rPr lang="en-US" dirty="0"/>
            <a:t>Perform</a:t>
          </a:r>
        </a:p>
      </dgm:t>
    </dgm:pt>
    <dgm:pt modelId="{34474D51-6DF4-4083-BFA9-69892F7C4B60}" type="parTrans" cxnId="{BAC08D23-44CC-4D3C-A045-E7940BD61097}">
      <dgm:prSet/>
      <dgm:spPr/>
      <dgm:t>
        <a:bodyPr/>
        <a:lstStyle/>
        <a:p>
          <a:endParaRPr lang="en-US"/>
        </a:p>
      </dgm:t>
    </dgm:pt>
    <dgm:pt modelId="{C9302D43-B5F3-4823-A9ED-E72926E6F1AE}" type="sibTrans" cxnId="{BAC08D23-44CC-4D3C-A045-E7940BD61097}">
      <dgm:prSet/>
      <dgm:spPr/>
      <dgm:t>
        <a:bodyPr/>
        <a:lstStyle/>
        <a:p>
          <a:endParaRPr lang="en-US" dirty="0"/>
        </a:p>
      </dgm:t>
    </dgm:pt>
    <dgm:pt modelId="{25B881B5-ED42-4AE3-A54C-F6957CCC29D9}">
      <dgm:prSet phldrT="[Text]"/>
      <dgm:spPr>
        <a:solidFill>
          <a:schemeClr val="accent3">
            <a:lumMod val="75000"/>
          </a:schemeClr>
        </a:solidFill>
      </dgm:spPr>
      <dgm:t>
        <a:bodyPr/>
        <a:lstStyle/>
        <a:p>
          <a:r>
            <a:rPr lang="en-US" dirty="0"/>
            <a:t>Close-out</a:t>
          </a:r>
        </a:p>
      </dgm:t>
    </dgm:pt>
    <dgm:pt modelId="{85D801EC-DECE-4288-9463-F83DA9247382}" type="parTrans" cxnId="{E1F37A94-8E8B-483A-8D04-7977232EC8F6}">
      <dgm:prSet/>
      <dgm:spPr/>
      <dgm:t>
        <a:bodyPr/>
        <a:lstStyle/>
        <a:p>
          <a:endParaRPr lang="en-US"/>
        </a:p>
      </dgm:t>
    </dgm:pt>
    <dgm:pt modelId="{9E21CD86-C155-4BA8-AE18-A80E9EC4B4D3}" type="sibTrans" cxnId="{E1F37A94-8E8B-483A-8D04-7977232EC8F6}">
      <dgm:prSet/>
      <dgm:spPr/>
      <dgm:t>
        <a:bodyPr/>
        <a:lstStyle/>
        <a:p>
          <a:endParaRPr lang="en-US" dirty="0"/>
        </a:p>
      </dgm:t>
    </dgm:pt>
    <dgm:pt modelId="{7B2719C0-2C40-42F7-B1B0-6724A6D75153}">
      <dgm:prSet phldrT="[Text]"/>
      <dgm:spPr>
        <a:solidFill>
          <a:schemeClr val="accent3">
            <a:lumMod val="75000"/>
          </a:schemeClr>
        </a:solidFill>
      </dgm:spPr>
      <dgm:t>
        <a:bodyPr/>
        <a:lstStyle/>
        <a:p>
          <a:r>
            <a:rPr lang="en-US" dirty="0"/>
            <a:t>Follow-up</a:t>
          </a:r>
        </a:p>
      </dgm:t>
    </dgm:pt>
    <dgm:pt modelId="{B6E62C1D-8AFF-4F29-A281-CCC7C8FC9719}" type="parTrans" cxnId="{B64F2C8C-4D3A-4549-9BA2-1BF7AE4EDF6E}">
      <dgm:prSet/>
      <dgm:spPr/>
      <dgm:t>
        <a:bodyPr/>
        <a:lstStyle/>
        <a:p>
          <a:endParaRPr lang="en-US"/>
        </a:p>
      </dgm:t>
    </dgm:pt>
    <dgm:pt modelId="{CA3E4237-4960-45B4-80C8-43378E9196F7}" type="sibTrans" cxnId="{B64F2C8C-4D3A-4549-9BA2-1BF7AE4EDF6E}">
      <dgm:prSet/>
      <dgm:spPr/>
      <dgm:t>
        <a:bodyPr/>
        <a:lstStyle/>
        <a:p>
          <a:endParaRPr lang="en-US" dirty="0"/>
        </a:p>
      </dgm:t>
    </dgm:pt>
    <dgm:pt modelId="{00808793-8356-4863-AA34-E7312D4F93A3}" type="pres">
      <dgm:prSet presAssocID="{58D1B949-8D11-4DAE-9751-5BEC081B8DFB}" presName="cycle" presStyleCnt="0">
        <dgm:presLayoutVars>
          <dgm:dir/>
          <dgm:resizeHandles val="exact"/>
        </dgm:presLayoutVars>
      </dgm:prSet>
      <dgm:spPr/>
    </dgm:pt>
    <dgm:pt modelId="{D2DCCD5D-C3F6-49AF-B178-E5F4238B145E}" type="pres">
      <dgm:prSet presAssocID="{A979EB69-E06F-4E6D-BE28-F21C7EE710C9}" presName="node" presStyleLbl="node1" presStyleIdx="0" presStyleCnt="4">
        <dgm:presLayoutVars>
          <dgm:bulletEnabled val="1"/>
        </dgm:presLayoutVars>
      </dgm:prSet>
      <dgm:spPr/>
    </dgm:pt>
    <dgm:pt modelId="{BD19243D-2FE6-4D22-A40A-8691C8401D5C}" type="pres">
      <dgm:prSet presAssocID="{5A8E20B2-37AE-4961-B9A9-4A7E865808B8}" presName="sibTrans" presStyleLbl="sibTrans2D1" presStyleIdx="0" presStyleCnt="4"/>
      <dgm:spPr/>
    </dgm:pt>
    <dgm:pt modelId="{7AFF3AA5-1328-49F2-AB99-0B9C0A33CCEF}" type="pres">
      <dgm:prSet presAssocID="{5A8E20B2-37AE-4961-B9A9-4A7E865808B8}" presName="connectorText" presStyleLbl="sibTrans2D1" presStyleIdx="0" presStyleCnt="4"/>
      <dgm:spPr/>
    </dgm:pt>
    <dgm:pt modelId="{4F5F7D9F-3F8B-4414-9FA5-48B997A24463}" type="pres">
      <dgm:prSet presAssocID="{08A2E8B1-67D9-4A98-86A1-C444292E2BA5}" presName="node" presStyleLbl="node1" presStyleIdx="1" presStyleCnt="4">
        <dgm:presLayoutVars>
          <dgm:bulletEnabled val="1"/>
        </dgm:presLayoutVars>
      </dgm:prSet>
      <dgm:spPr/>
    </dgm:pt>
    <dgm:pt modelId="{50C5C3AF-380F-4AAA-B171-A734A6BA5E91}" type="pres">
      <dgm:prSet presAssocID="{C9302D43-B5F3-4823-A9ED-E72926E6F1AE}" presName="sibTrans" presStyleLbl="sibTrans2D1" presStyleIdx="1" presStyleCnt="4"/>
      <dgm:spPr/>
    </dgm:pt>
    <dgm:pt modelId="{A76DA480-F934-4D43-91AA-5E83543E0B09}" type="pres">
      <dgm:prSet presAssocID="{C9302D43-B5F3-4823-A9ED-E72926E6F1AE}" presName="connectorText" presStyleLbl="sibTrans2D1" presStyleIdx="1" presStyleCnt="4"/>
      <dgm:spPr/>
    </dgm:pt>
    <dgm:pt modelId="{A8B91723-32D5-4BDB-8E89-E1A525D69422}" type="pres">
      <dgm:prSet presAssocID="{25B881B5-ED42-4AE3-A54C-F6957CCC29D9}" presName="node" presStyleLbl="node1" presStyleIdx="2" presStyleCnt="4">
        <dgm:presLayoutVars>
          <dgm:bulletEnabled val="1"/>
        </dgm:presLayoutVars>
      </dgm:prSet>
      <dgm:spPr/>
    </dgm:pt>
    <dgm:pt modelId="{1AFC5B8B-B497-4630-B104-88F2487E170F}" type="pres">
      <dgm:prSet presAssocID="{9E21CD86-C155-4BA8-AE18-A80E9EC4B4D3}" presName="sibTrans" presStyleLbl="sibTrans2D1" presStyleIdx="2" presStyleCnt="4"/>
      <dgm:spPr/>
    </dgm:pt>
    <dgm:pt modelId="{3DE06059-A70E-49EB-944C-F86C278D08D6}" type="pres">
      <dgm:prSet presAssocID="{9E21CD86-C155-4BA8-AE18-A80E9EC4B4D3}" presName="connectorText" presStyleLbl="sibTrans2D1" presStyleIdx="2" presStyleCnt="4"/>
      <dgm:spPr/>
    </dgm:pt>
    <dgm:pt modelId="{7A961165-8EAF-4994-BF2D-2098D674DCC7}" type="pres">
      <dgm:prSet presAssocID="{7B2719C0-2C40-42F7-B1B0-6724A6D75153}" presName="node" presStyleLbl="node1" presStyleIdx="3" presStyleCnt="4">
        <dgm:presLayoutVars>
          <dgm:bulletEnabled val="1"/>
        </dgm:presLayoutVars>
      </dgm:prSet>
      <dgm:spPr/>
    </dgm:pt>
    <dgm:pt modelId="{6A5381E2-0C5E-43D8-B9A2-1BE9512A44EE}" type="pres">
      <dgm:prSet presAssocID="{CA3E4237-4960-45B4-80C8-43378E9196F7}" presName="sibTrans" presStyleLbl="sibTrans2D1" presStyleIdx="3" presStyleCnt="4"/>
      <dgm:spPr/>
    </dgm:pt>
    <dgm:pt modelId="{27510F00-F05B-4CFE-8761-A05AB9628710}" type="pres">
      <dgm:prSet presAssocID="{CA3E4237-4960-45B4-80C8-43378E9196F7}" presName="connectorText" presStyleLbl="sibTrans2D1" presStyleIdx="3" presStyleCnt="4"/>
      <dgm:spPr/>
    </dgm:pt>
  </dgm:ptLst>
  <dgm:cxnLst>
    <dgm:cxn modelId="{BAC08D23-44CC-4D3C-A045-E7940BD61097}" srcId="{58D1B949-8D11-4DAE-9751-5BEC081B8DFB}" destId="{08A2E8B1-67D9-4A98-86A1-C444292E2BA5}" srcOrd="1" destOrd="0" parTransId="{34474D51-6DF4-4083-BFA9-69892F7C4B60}" sibTransId="{C9302D43-B5F3-4823-A9ED-E72926E6F1AE}"/>
    <dgm:cxn modelId="{597CF72B-6FFA-4FC9-823B-D72C3D5AE049}" type="presOf" srcId="{25B881B5-ED42-4AE3-A54C-F6957CCC29D9}" destId="{A8B91723-32D5-4BDB-8E89-E1A525D69422}" srcOrd="0" destOrd="0" presId="urn:microsoft.com/office/officeart/2005/8/layout/cycle2"/>
    <dgm:cxn modelId="{CD378545-6244-44A4-94E1-8152B6034E6C}" type="presOf" srcId="{9E21CD86-C155-4BA8-AE18-A80E9EC4B4D3}" destId="{3DE06059-A70E-49EB-944C-F86C278D08D6}" srcOrd="1" destOrd="0" presId="urn:microsoft.com/office/officeart/2005/8/layout/cycle2"/>
    <dgm:cxn modelId="{131CB675-AA75-489E-A23A-3BFE86D0AF57}" type="presOf" srcId="{08A2E8B1-67D9-4A98-86A1-C444292E2BA5}" destId="{4F5F7D9F-3F8B-4414-9FA5-48B997A24463}" srcOrd="0" destOrd="0" presId="urn:microsoft.com/office/officeart/2005/8/layout/cycle2"/>
    <dgm:cxn modelId="{DB8B6356-8880-40DE-9045-E05B7503A9E9}" type="presOf" srcId="{7B2719C0-2C40-42F7-B1B0-6724A6D75153}" destId="{7A961165-8EAF-4994-BF2D-2098D674DCC7}" srcOrd="0" destOrd="0" presId="urn:microsoft.com/office/officeart/2005/8/layout/cycle2"/>
    <dgm:cxn modelId="{F08E9287-03B2-4D4E-B53F-E4BDF0151A61}" type="presOf" srcId="{CA3E4237-4960-45B4-80C8-43378E9196F7}" destId="{6A5381E2-0C5E-43D8-B9A2-1BE9512A44EE}" srcOrd="0" destOrd="0" presId="urn:microsoft.com/office/officeart/2005/8/layout/cycle2"/>
    <dgm:cxn modelId="{B64F2C8C-4D3A-4549-9BA2-1BF7AE4EDF6E}" srcId="{58D1B949-8D11-4DAE-9751-5BEC081B8DFB}" destId="{7B2719C0-2C40-42F7-B1B0-6724A6D75153}" srcOrd="3" destOrd="0" parTransId="{B6E62C1D-8AFF-4F29-A281-CCC7C8FC9719}" sibTransId="{CA3E4237-4960-45B4-80C8-43378E9196F7}"/>
    <dgm:cxn modelId="{E1F37A94-8E8B-483A-8D04-7977232EC8F6}" srcId="{58D1B949-8D11-4DAE-9751-5BEC081B8DFB}" destId="{25B881B5-ED42-4AE3-A54C-F6957CCC29D9}" srcOrd="2" destOrd="0" parTransId="{85D801EC-DECE-4288-9463-F83DA9247382}" sibTransId="{9E21CD86-C155-4BA8-AE18-A80E9EC4B4D3}"/>
    <dgm:cxn modelId="{9E9DF496-2DF7-4834-9465-38EAE77E3A30}" type="presOf" srcId="{5A8E20B2-37AE-4961-B9A9-4A7E865808B8}" destId="{7AFF3AA5-1328-49F2-AB99-0B9C0A33CCEF}" srcOrd="1" destOrd="0" presId="urn:microsoft.com/office/officeart/2005/8/layout/cycle2"/>
    <dgm:cxn modelId="{BD89169A-C97E-4819-8D61-A78E84213CAD}" type="presOf" srcId="{9E21CD86-C155-4BA8-AE18-A80E9EC4B4D3}" destId="{1AFC5B8B-B497-4630-B104-88F2487E170F}" srcOrd="0" destOrd="0" presId="urn:microsoft.com/office/officeart/2005/8/layout/cycle2"/>
    <dgm:cxn modelId="{42B9B3B6-DB89-496F-8F89-2932680599DC}" type="presOf" srcId="{C9302D43-B5F3-4823-A9ED-E72926E6F1AE}" destId="{A76DA480-F934-4D43-91AA-5E83543E0B09}" srcOrd="1" destOrd="0" presId="urn:microsoft.com/office/officeart/2005/8/layout/cycle2"/>
    <dgm:cxn modelId="{096253D3-6F47-421F-94D8-24093BB31642}" srcId="{58D1B949-8D11-4DAE-9751-5BEC081B8DFB}" destId="{A979EB69-E06F-4E6D-BE28-F21C7EE710C9}" srcOrd="0" destOrd="0" parTransId="{FB0AF2C3-84D8-4F38-9C58-66691BA1F50B}" sibTransId="{5A8E20B2-37AE-4961-B9A9-4A7E865808B8}"/>
    <dgm:cxn modelId="{2C5577D7-32A6-4B6D-B2D2-EF99D50073C4}" type="presOf" srcId="{A979EB69-E06F-4E6D-BE28-F21C7EE710C9}" destId="{D2DCCD5D-C3F6-49AF-B178-E5F4238B145E}" srcOrd="0" destOrd="0" presId="urn:microsoft.com/office/officeart/2005/8/layout/cycle2"/>
    <dgm:cxn modelId="{AD5FCEF7-88B9-4462-956E-D62C199CF240}" type="presOf" srcId="{5A8E20B2-37AE-4961-B9A9-4A7E865808B8}" destId="{BD19243D-2FE6-4D22-A40A-8691C8401D5C}" srcOrd="0" destOrd="0" presId="urn:microsoft.com/office/officeart/2005/8/layout/cycle2"/>
    <dgm:cxn modelId="{94A5F2FA-22D7-43F7-9BD1-03FAAD9CED7D}" type="presOf" srcId="{C9302D43-B5F3-4823-A9ED-E72926E6F1AE}" destId="{50C5C3AF-380F-4AAA-B171-A734A6BA5E91}" srcOrd="0" destOrd="0" presId="urn:microsoft.com/office/officeart/2005/8/layout/cycle2"/>
    <dgm:cxn modelId="{9EEDF6FB-48CF-40CD-8FB9-AD116DBB86D1}" type="presOf" srcId="{CA3E4237-4960-45B4-80C8-43378E9196F7}" destId="{27510F00-F05B-4CFE-8761-A05AB9628710}" srcOrd="1" destOrd="0" presId="urn:microsoft.com/office/officeart/2005/8/layout/cycle2"/>
    <dgm:cxn modelId="{3AD52AFD-B78D-4872-80A6-BD38C062373F}" type="presOf" srcId="{58D1B949-8D11-4DAE-9751-5BEC081B8DFB}" destId="{00808793-8356-4863-AA34-E7312D4F93A3}" srcOrd="0" destOrd="0" presId="urn:microsoft.com/office/officeart/2005/8/layout/cycle2"/>
    <dgm:cxn modelId="{A03FA768-9AAB-40BB-A0B4-6192E19DD297}" type="presParOf" srcId="{00808793-8356-4863-AA34-E7312D4F93A3}" destId="{D2DCCD5D-C3F6-49AF-B178-E5F4238B145E}" srcOrd="0" destOrd="0" presId="urn:microsoft.com/office/officeart/2005/8/layout/cycle2"/>
    <dgm:cxn modelId="{0EF1AEF5-F310-4D21-8D5D-CBC42F4F529E}" type="presParOf" srcId="{00808793-8356-4863-AA34-E7312D4F93A3}" destId="{BD19243D-2FE6-4D22-A40A-8691C8401D5C}" srcOrd="1" destOrd="0" presId="urn:microsoft.com/office/officeart/2005/8/layout/cycle2"/>
    <dgm:cxn modelId="{BF6117D3-9C47-4AA8-AC35-5E82094A2B13}" type="presParOf" srcId="{BD19243D-2FE6-4D22-A40A-8691C8401D5C}" destId="{7AFF3AA5-1328-49F2-AB99-0B9C0A33CCEF}" srcOrd="0" destOrd="0" presId="urn:microsoft.com/office/officeart/2005/8/layout/cycle2"/>
    <dgm:cxn modelId="{7D6DF439-1A09-4885-990E-2650A8788602}" type="presParOf" srcId="{00808793-8356-4863-AA34-E7312D4F93A3}" destId="{4F5F7D9F-3F8B-4414-9FA5-48B997A24463}" srcOrd="2" destOrd="0" presId="urn:microsoft.com/office/officeart/2005/8/layout/cycle2"/>
    <dgm:cxn modelId="{6C9A3D3D-D792-48DA-BE80-785C2E6CDC9D}" type="presParOf" srcId="{00808793-8356-4863-AA34-E7312D4F93A3}" destId="{50C5C3AF-380F-4AAA-B171-A734A6BA5E91}" srcOrd="3" destOrd="0" presId="urn:microsoft.com/office/officeart/2005/8/layout/cycle2"/>
    <dgm:cxn modelId="{63137025-2CFB-444B-81EA-42FDEBFD2FCE}" type="presParOf" srcId="{50C5C3AF-380F-4AAA-B171-A734A6BA5E91}" destId="{A76DA480-F934-4D43-91AA-5E83543E0B09}" srcOrd="0" destOrd="0" presId="urn:microsoft.com/office/officeart/2005/8/layout/cycle2"/>
    <dgm:cxn modelId="{3D9EA5C3-869C-4FDE-9603-C41B31A4F4CC}" type="presParOf" srcId="{00808793-8356-4863-AA34-E7312D4F93A3}" destId="{A8B91723-32D5-4BDB-8E89-E1A525D69422}" srcOrd="4" destOrd="0" presId="urn:microsoft.com/office/officeart/2005/8/layout/cycle2"/>
    <dgm:cxn modelId="{296D02EB-74ED-4A20-948F-7D437579BB5B}" type="presParOf" srcId="{00808793-8356-4863-AA34-E7312D4F93A3}" destId="{1AFC5B8B-B497-4630-B104-88F2487E170F}" srcOrd="5" destOrd="0" presId="urn:microsoft.com/office/officeart/2005/8/layout/cycle2"/>
    <dgm:cxn modelId="{D98D58C3-BDE6-4245-BA2E-42E1F7EB476F}" type="presParOf" srcId="{1AFC5B8B-B497-4630-B104-88F2487E170F}" destId="{3DE06059-A70E-49EB-944C-F86C278D08D6}" srcOrd="0" destOrd="0" presId="urn:microsoft.com/office/officeart/2005/8/layout/cycle2"/>
    <dgm:cxn modelId="{1EEC71A2-2A38-46C3-9EB5-D1912449B052}" type="presParOf" srcId="{00808793-8356-4863-AA34-E7312D4F93A3}" destId="{7A961165-8EAF-4994-BF2D-2098D674DCC7}" srcOrd="6" destOrd="0" presId="urn:microsoft.com/office/officeart/2005/8/layout/cycle2"/>
    <dgm:cxn modelId="{A2DD137B-AC12-44D3-BF21-0F24D3AA1E49}" type="presParOf" srcId="{00808793-8356-4863-AA34-E7312D4F93A3}" destId="{6A5381E2-0C5E-43D8-B9A2-1BE9512A44EE}" srcOrd="7" destOrd="0" presId="urn:microsoft.com/office/officeart/2005/8/layout/cycle2"/>
    <dgm:cxn modelId="{2394B6C6-09AB-486A-9477-812F5DEC7853}" type="presParOf" srcId="{6A5381E2-0C5E-43D8-B9A2-1BE9512A44EE}" destId="{27510F00-F05B-4CFE-8761-A05AB9628710}"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8D1B949-8D11-4DAE-9751-5BEC081B8DFB}" type="doc">
      <dgm:prSet loTypeId="urn:microsoft.com/office/officeart/2005/8/layout/cycle2" loCatId="cycle" qsTypeId="urn:microsoft.com/office/officeart/2005/8/quickstyle/3d1" qsCatId="3D" csTypeId="urn:microsoft.com/office/officeart/2005/8/colors/accent1_2" csCatId="accent1" phldr="1"/>
      <dgm:spPr/>
      <dgm:t>
        <a:bodyPr/>
        <a:lstStyle/>
        <a:p>
          <a:endParaRPr lang="en-US"/>
        </a:p>
      </dgm:t>
    </dgm:pt>
    <dgm:pt modelId="{A979EB69-E06F-4E6D-BE28-F21C7EE710C9}">
      <dgm:prSet phldrT="[Text]"/>
      <dgm:spPr>
        <a:solidFill>
          <a:schemeClr val="accent3">
            <a:lumMod val="75000"/>
          </a:schemeClr>
        </a:solidFill>
      </dgm:spPr>
      <dgm:t>
        <a:bodyPr/>
        <a:lstStyle/>
        <a:p>
          <a:r>
            <a:rPr lang="en-US" dirty="0"/>
            <a:t>Plan</a:t>
          </a:r>
        </a:p>
      </dgm:t>
    </dgm:pt>
    <dgm:pt modelId="{FB0AF2C3-84D8-4F38-9C58-66691BA1F50B}" type="parTrans" cxnId="{096253D3-6F47-421F-94D8-24093BB31642}">
      <dgm:prSet/>
      <dgm:spPr/>
      <dgm:t>
        <a:bodyPr/>
        <a:lstStyle/>
        <a:p>
          <a:endParaRPr lang="en-US"/>
        </a:p>
      </dgm:t>
    </dgm:pt>
    <dgm:pt modelId="{5A8E20B2-37AE-4961-B9A9-4A7E865808B8}" type="sibTrans" cxnId="{096253D3-6F47-421F-94D8-24093BB31642}">
      <dgm:prSet/>
      <dgm:spPr/>
      <dgm:t>
        <a:bodyPr/>
        <a:lstStyle/>
        <a:p>
          <a:endParaRPr lang="en-US" dirty="0"/>
        </a:p>
      </dgm:t>
    </dgm:pt>
    <dgm:pt modelId="{08A2E8B1-67D9-4A98-86A1-C444292E2BA5}">
      <dgm:prSet phldrT="[Text]"/>
      <dgm:spPr>
        <a:solidFill>
          <a:schemeClr val="accent3">
            <a:lumMod val="75000"/>
          </a:schemeClr>
        </a:solidFill>
      </dgm:spPr>
      <dgm:t>
        <a:bodyPr/>
        <a:lstStyle/>
        <a:p>
          <a:r>
            <a:rPr lang="en-US" dirty="0"/>
            <a:t>Perform</a:t>
          </a:r>
        </a:p>
      </dgm:t>
    </dgm:pt>
    <dgm:pt modelId="{34474D51-6DF4-4083-BFA9-69892F7C4B60}" type="parTrans" cxnId="{BAC08D23-44CC-4D3C-A045-E7940BD61097}">
      <dgm:prSet/>
      <dgm:spPr/>
      <dgm:t>
        <a:bodyPr/>
        <a:lstStyle/>
        <a:p>
          <a:endParaRPr lang="en-US"/>
        </a:p>
      </dgm:t>
    </dgm:pt>
    <dgm:pt modelId="{C9302D43-B5F3-4823-A9ED-E72926E6F1AE}" type="sibTrans" cxnId="{BAC08D23-44CC-4D3C-A045-E7940BD61097}">
      <dgm:prSet/>
      <dgm:spPr/>
      <dgm:t>
        <a:bodyPr/>
        <a:lstStyle/>
        <a:p>
          <a:endParaRPr lang="en-US" dirty="0"/>
        </a:p>
      </dgm:t>
    </dgm:pt>
    <dgm:pt modelId="{25B881B5-ED42-4AE3-A54C-F6957CCC29D9}">
      <dgm:prSet phldrT="[Text]"/>
      <dgm:spPr>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a:lstStyle/>
        <a:p>
          <a:r>
            <a:rPr lang="en-US" dirty="0"/>
            <a:t>Close-out</a:t>
          </a:r>
        </a:p>
      </dgm:t>
    </dgm:pt>
    <dgm:pt modelId="{85D801EC-DECE-4288-9463-F83DA9247382}" type="parTrans" cxnId="{E1F37A94-8E8B-483A-8D04-7977232EC8F6}">
      <dgm:prSet/>
      <dgm:spPr/>
      <dgm:t>
        <a:bodyPr/>
        <a:lstStyle/>
        <a:p>
          <a:endParaRPr lang="en-US"/>
        </a:p>
      </dgm:t>
    </dgm:pt>
    <dgm:pt modelId="{9E21CD86-C155-4BA8-AE18-A80E9EC4B4D3}" type="sibTrans" cxnId="{E1F37A94-8E8B-483A-8D04-7977232EC8F6}">
      <dgm:prSet/>
      <dgm:spPr/>
      <dgm:t>
        <a:bodyPr/>
        <a:lstStyle/>
        <a:p>
          <a:endParaRPr lang="en-US" dirty="0"/>
        </a:p>
      </dgm:t>
    </dgm:pt>
    <dgm:pt modelId="{7B2719C0-2C40-42F7-B1B0-6724A6D75153}">
      <dgm:prSet phldrT="[Text]"/>
      <dgm:spPr>
        <a:solidFill>
          <a:schemeClr val="accent3">
            <a:lumMod val="75000"/>
          </a:schemeClr>
        </a:solidFill>
      </dgm:spPr>
      <dgm:t>
        <a:bodyPr/>
        <a:lstStyle/>
        <a:p>
          <a:r>
            <a:rPr lang="en-US" dirty="0"/>
            <a:t>Follow-up</a:t>
          </a:r>
        </a:p>
      </dgm:t>
    </dgm:pt>
    <dgm:pt modelId="{B6E62C1D-8AFF-4F29-A281-CCC7C8FC9719}" type="parTrans" cxnId="{B64F2C8C-4D3A-4549-9BA2-1BF7AE4EDF6E}">
      <dgm:prSet/>
      <dgm:spPr/>
      <dgm:t>
        <a:bodyPr/>
        <a:lstStyle/>
        <a:p>
          <a:endParaRPr lang="en-US"/>
        </a:p>
      </dgm:t>
    </dgm:pt>
    <dgm:pt modelId="{CA3E4237-4960-45B4-80C8-43378E9196F7}" type="sibTrans" cxnId="{B64F2C8C-4D3A-4549-9BA2-1BF7AE4EDF6E}">
      <dgm:prSet/>
      <dgm:spPr/>
      <dgm:t>
        <a:bodyPr/>
        <a:lstStyle/>
        <a:p>
          <a:endParaRPr lang="en-US" dirty="0"/>
        </a:p>
      </dgm:t>
    </dgm:pt>
    <dgm:pt modelId="{00808793-8356-4863-AA34-E7312D4F93A3}" type="pres">
      <dgm:prSet presAssocID="{58D1B949-8D11-4DAE-9751-5BEC081B8DFB}" presName="cycle" presStyleCnt="0">
        <dgm:presLayoutVars>
          <dgm:dir/>
          <dgm:resizeHandles val="exact"/>
        </dgm:presLayoutVars>
      </dgm:prSet>
      <dgm:spPr/>
    </dgm:pt>
    <dgm:pt modelId="{D2DCCD5D-C3F6-49AF-B178-E5F4238B145E}" type="pres">
      <dgm:prSet presAssocID="{A979EB69-E06F-4E6D-BE28-F21C7EE710C9}" presName="node" presStyleLbl="node1" presStyleIdx="0" presStyleCnt="4">
        <dgm:presLayoutVars>
          <dgm:bulletEnabled val="1"/>
        </dgm:presLayoutVars>
      </dgm:prSet>
      <dgm:spPr/>
    </dgm:pt>
    <dgm:pt modelId="{BD19243D-2FE6-4D22-A40A-8691C8401D5C}" type="pres">
      <dgm:prSet presAssocID="{5A8E20B2-37AE-4961-B9A9-4A7E865808B8}" presName="sibTrans" presStyleLbl="sibTrans2D1" presStyleIdx="0" presStyleCnt="4"/>
      <dgm:spPr/>
    </dgm:pt>
    <dgm:pt modelId="{7AFF3AA5-1328-49F2-AB99-0B9C0A33CCEF}" type="pres">
      <dgm:prSet presAssocID="{5A8E20B2-37AE-4961-B9A9-4A7E865808B8}" presName="connectorText" presStyleLbl="sibTrans2D1" presStyleIdx="0" presStyleCnt="4"/>
      <dgm:spPr/>
    </dgm:pt>
    <dgm:pt modelId="{4F5F7D9F-3F8B-4414-9FA5-48B997A24463}" type="pres">
      <dgm:prSet presAssocID="{08A2E8B1-67D9-4A98-86A1-C444292E2BA5}" presName="node" presStyleLbl="node1" presStyleIdx="1" presStyleCnt="4">
        <dgm:presLayoutVars>
          <dgm:bulletEnabled val="1"/>
        </dgm:presLayoutVars>
      </dgm:prSet>
      <dgm:spPr/>
    </dgm:pt>
    <dgm:pt modelId="{50C5C3AF-380F-4AAA-B171-A734A6BA5E91}" type="pres">
      <dgm:prSet presAssocID="{C9302D43-B5F3-4823-A9ED-E72926E6F1AE}" presName="sibTrans" presStyleLbl="sibTrans2D1" presStyleIdx="1" presStyleCnt="4"/>
      <dgm:spPr/>
    </dgm:pt>
    <dgm:pt modelId="{A76DA480-F934-4D43-91AA-5E83543E0B09}" type="pres">
      <dgm:prSet presAssocID="{C9302D43-B5F3-4823-A9ED-E72926E6F1AE}" presName="connectorText" presStyleLbl="sibTrans2D1" presStyleIdx="1" presStyleCnt="4"/>
      <dgm:spPr/>
    </dgm:pt>
    <dgm:pt modelId="{A8B91723-32D5-4BDB-8E89-E1A525D69422}" type="pres">
      <dgm:prSet presAssocID="{25B881B5-ED42-4AE3-A54C-F6957CCC29D9}" presName="node" presStyleLbl="node1" presStyleIdx="2" presStyleCnt="4">
        <dgm:presLayoutVars>
          <dgm:bulletEnabled val="1"/>
        </dgm:presLayoutVars>
      </dgm:prSet>
      <dgm:spPr/>
    </dgm:pt>
    <dgm:pt modelId="{1AFC5B8B-B497-4630-B104-88F2487E170F}" type="pres">
      <dgm:prSet presAssocID="{9E21CD86-C155-4BA8-AE18-A80E9EC4B4D3}" presName="sibTrans" presStyleLbl="sibTrans2D1" presStyleIdx="2" presStyleCnt="4"/>
      <dgm:spPr/>
    </dgm:pt>
    <dgm:pt modelId="{3DE06059-A70E-49EB-944C-F86C278D08D6}" type="pres">
      <dgm:prSet presAssocID="{9E21CD86-C155-4BA8-AE18-A80E9EC4B4D3}" presName="connectorText" presStyleLbl="sibTrans2D1" presStyleIdx="2" presStyleCnt="4"/>
      <dgm:spPr/>
    </dgm:pt>
    <dgm:pt modelId="{7A961165-8EAF-4994-BF2D-2098D674DCC7}" type="pres">
      <dgm:prSet presAssocID="{7B2719C0-2C40-42F7-B1B0-6724A6D75153}" presName="node" presStyleLbl="node1" presStyleIdx="3" presStyleCnt="4">
        <dgm:presLayoutVars>
          <dgm:bulletEnabled val="1"/>
        </dgm:presLayoutVars>
      </dgm:prSet>
      <dgm:spPr/>
    </dgm:pt>
    <dgm:pt modelId="{6A5381E2-0C5E-43D8-B9A2-1BE9512A44EE}" type="pres">
      <dgm:prSet presAssocID="{CA3E4237-4960-45B4-80C8-43378E9196F7}" presName="sibTrans" presStyleLbl="sibTrans2D1" presStyleIdx="3" presStyleCnt="4"/>
      <dgm:spPr/>
    </dgm:pt>
    <dgm:pt modelId="{27510F00-F05B-4CFE-8761-A05AB9628710}" type="pres">
      <dgm:prSet presAssocID="{CA3E4237-4960-45B4-80C8-43378E9196F7}" presName="connectorText" presStyleLbl="sibTrans2D1" presStyleIdx="3" presStyleCnt="4"/>
      <dgm:spPr/>
    </dgm:pt>
  </dgm:ptLst>
  <dgm:cxnLst>
    <dgm:cxn modelId="{68E02E0D-8E93-40B2-9B2E-429059B70F86}" type="presOf" srcId="{C9302D43-B5F3-4823-A9ED-E72926E6F1AE}" destId="{A76DA480-F934-4D43-91AA-5E83543E0B09}" srcOrd="1" destOrd="0" presId="urn:microsoft.com/office/officeart/2005/8/layout/cycle2"/>
    <dgm:cxn modelId="{14E0B012-90D9-4A0A-98BA-5458294D8047}" type="presOf" srcId="{08A2E8B1-67D9-4A98-86A1-C444292E2BA5}" destId="{4F5F7D9F-3F8B-4414-9FA5-48B997A24463}" srcOrd="0" destOrd="0" presId="urn:microsoft.com/office/officeart/2005/8/layout/cycle2"/>
    <dgm:cxn modelId="{BAC08D23-44CC-4D3C-A045-E7940BD61097}" srcId="{58D1B949-8D11-4DAE-9751-5BEC081B8DFB}" destId="{08A2E8B1-67D9-4A98-86A1-C444292E2BA5}" srcOrd="1" destOrd="0" parTransId="{34474D51-6DF4-4083-BFA9-69892F7C4B60}" sibTransId="{C9302D43-B5F3-4823-A9ED-E72926E6F1AE}"/>
    <dgm:cxn modelId="{88851925-0655-4868-96A5-F9504B4FBC9C}" type="presOf" srcId="{C9302D43-B5F3-4823-A9ED-E72926E6F1AE}" destId="{50C5C3AF-380F-4AAA-B171-A734A6BA5E91}" srcOrd="0" destOrd="0" presId="urn:microsoft.com/office/officeart/2005/8/layout/cycle2"/>
    <dgm:cxn modelId="{1677C92D-CF50-4254-9CBC-26ACB9FAD3DE}" type="presOf" srcId="{9E21CD86-C155-4BA8-AE18-A80E9EC4B4D3}" destId="{3DE06059-A70E-49EB-944C-F86C278D08D6}" srcOrd="1" destOrd="0" presId="urn:microsoft.com/office/officeart/2005/8/layout/cycle2"/>
    <dgm:cxn modelId="{0384BE30-1ABA-4E61-B70C-0EDE3319CE1B}" type="presOf" srcId="{25B881B5-ED42-4AE3-A54C-F6957CCC29D9}" destId="{A8B91723-32D5-4BDB-8E89-E1A525D69422}" srcOrd="0" destOrd="0" presId="urn:microsoft.com/office/officeart/2005/8/layout/cycle2"/>
    <dgm:cxn modelId="{54BE7638-B7FC-4D73-9A15-60BC0159EA26}" type="presOf" srcId="{CA3E4237-4960-45B4-80C8-43378E9196F7}" destId="{6A5381E2-0C5E-43D8-B9A2-1BE9512A44EE}" srcOrd="0" destOrd="0" presId="urn:microsoft.com/office/officeart/2005/8/layout/cycle2"/>
    <dgm:cxn modelId="{49B26A62-EEF2-48CA-8ECF-86765517638B}" type="presOf" srcId="{CA3E4237-4960-45B4-80C8-43378E9196F7}" destId="{27510F00-F05B-4CFE-8761-A05AB9628710}" srcOrd="1" destOrd="0" presId="urn:microsoft.com/office/officeart/2005/8/layout/cycle2"/>
    <dgm:cxn modelId="{42DAEB80-A61D-4D1F-A978-F333C6AA2BAF}" type="presOf" srcId="{58D1B949-8D11-4DAE-9751-5BEC081B8DFB}" destId="{00808793-8356-4863-AA34-E7312D4F93A3}" srcOrd="0" destOrd="0" presId="urn:microsoft.com/office/officeart/2005/8/layout/cycle2"/>
    <dgm:cxn modelId="{B64F2C8C-4D3A-4549-9BA2-1BF7AE4EDF6E}" srcId="{58D1B949-8D11-4DAE-9751-5BEC081B8DFB}" destId="{7B2719C0-2C40-42F7-B1B0-6724A6D75153}" srcOrd="3" destOrd="0" parTransId="{B6E62C1D-8AFF-4F29-A281-CCC7C8FC9719}" sibTransId="{CA3E4237-4960-45B4-80C8-43378E9196F7}"/>
    <dgm:cxn modelId="{E1F37A94-8E8B-483A-8D04-7977232EC8F6}" srcId="{58D1B949-8D11-4DAE-9751-5BEC081B8DFB}" destId="{25B881B5-ED42-4AE3-A54C-F6957CCC29D9}" srcOrd="2" destOrd="0" parTransId="{85D801EC-DECE-4288-9463-F83DA9247382}" sibTransId="{9E21CD86-C155-4BA8-AE18-A80E9EC4B4D3}"/>
    <dgm:cxn modelId="{9B02C6A1-66CA-4F55-AA09-22037B1B57B7}" type="presOf" srcId="{7B2719C0-2C40-42F7-B1B0-6724A6D75153}" destId="{7A961165-8EAF-4994-BF2D-2098D674DCC7}" srcOrd="0" destOrd="0" presId="urn:microsoft.com/office/officeart/2005/8/layout/cycle2"/>
    <dgm:cxn modelId="{BE29F1AD-8836-4AB8-A3E9-499F4F33CDCE}" type="presOf" srcId="{A979EB69-E06F-4E6D-BE28-F21C7EE710C9}" destId="{D2DCCD5D-C3F6-49AF-B178-E5F4238B145E}" srcOrd="0" destOrd="0" presId="urn:microsoft.com/office/officeart/2005/8/layout/cycle2"/>
    <dgm:cxn modelId="{AA745BB5-E575-4DC6-9B1B-AF8557575B44}" type="presOf" srcId="{5A8E20B2-37AE-4961-B9A9-4A7E865808B8}" destId="{7AFF3AA5-1328-49F2-AB99-0B9C0A33CCEF}" srcOrd="1" destOrd="0" presId="urn:microsoft.com/office/officeart/2005/8/layout/cycle2"/>
    <dgm:cxn modelId="{096253D3-6F47-421F-94D8-24093BB31642}" srcId="{58D1B949-8D11-4DAE-9751-5BEC081B8DFB}" destId="{A979EB69-E06F-4E6D-BE28-F21C7EE710C9}" srcOrd="0" destOrd="0" parTransId="{FB0AF2C3-84D8-4F38-9C58-66691BA1F50B}" sibTransId="{5A8E20B2-37AE-4961-B9A9-4A7E865808B8}"/>
    <dgm:cxn modelId="{CC8B58D6-90BA-4379-8069-3E7799871E77}" type="presOf" srcId="{5A8E20B2-37AE-4961-B9A9-4A7E865808B8}" destId="{BD19243D-2FE6-4D22-A40A-8691C8401D5C}" srcOrd="0" destOrd="0" presId="urn:microsoft.com/office/officeart/2005/8/layout/cycle2"/>
    <dgm:cxn modelId="{585362FA-7C6B-4A3E-A477-C41576BDB642}" type="presOf" srcId="{9E21CD86-C155-4BA8-AE18-A80E9EC4B4D3}" destId="{1AFC5B8B-B497-4630-B104-88F2487E170F}" srcOrd="0" destOrd="0" presId="urn:microsoft.com/office/officeart/2005/8/layout/cycle2"/>
    <dgm:cxn modelId="{069BA27B-0330-427F-8D47-9AE6FDF0B1AC}" type="presParOf" srcId="{00808793-8356-4863-AA34-E7312D4F93A3}" destId="{D2DCCD5D-C3F6-49AF-B178-E5F4238B145E}" srcOrd="0" destOrd="0" presId="urn:microsoft.com/office/officeart/2005/8/layout/cycle2"/>
    <dgm:cxn modelId="{01EAB528-A709-458B-97E9-FEFBC531AE4C}" type="presParOf" srcId="{00808793-8356-4863-AA34-E7312D4F93A3}" destId="{BD19243D-2FE6-4D22-A40A-8691C8401D5C}" srcOrd="1" destOrd="0" presId="urn:microsoft.com/office/officeart/2005/8/layout/cycle2"/>
    <dgm:cxn modelId="{A5A38663-D083-4D56-BFC9-DCABF3D7C2BB}" type="presParOf" srcId="{BD19243D-2FE6-4D22-A40A-8691C8401D5C}" destId="{7AFF3AA5-1328-49F2-AB99-0B9C0A33CCEF}" srcOrd="0" destOrd="0" presId="urn:microsoft.com/office/officeart/2005/8/layout/cycle2"/>
    <dgm:cxn modelId="{4848022B-5178-4D8B-BD2E-5B18A98D8B92}" type="presParOf" srcId="{00808793-8356-4863-AA34-E7312D4F93A3}" destId="{4F5F7D9F-3F8B-4414-9FA5-48B997A24463}" srcOrd="2" destOrd="0" presId="urn:microsoft.com/office/officeart/2005/8/layout/cycle2"/>
    <dgm:cxn modelId="{CAEB47AC-67FD-4B25-B9DA-F2D53D4B27D9}" type="presParOf" srcId="{00808793-8356-4863-AA34-E7312D4F93A3}" destId="{50C5C3AF-380F-4AAA-B171-A734A6BA5E91}" srcOrd="3" destOrd="0" presId="urn:microsoft.com/office/officeart/2005/8/layout/cycle2"/>
    <dgm:cxn modelId="{FE9A9733-D4F0-45D8-A2AD-F49A6BF79EDC}" type="presParOf" srcId="{50C5C3AF-380F-4AAA-B171-A734A6BA5E91}" destId="{A76DA480-F934-4D43-91AA-5E83543E0B09}" srcOrd="0" destOrd="0" presId="urn:microsoft.com/office/officeart/2005/8/layout/cycle2"/>
    <dgm:cxn modelId="{4480EBA1-33B0-478E-88BF-6C6ECE03A869}" type="presParOf" srcId="{00808793-8356-4863-AA34-E7312D4F93A3}" destId="{A8B91723-32D5-4BDB-8E89-E1A525D69422}" srcOrd="4" destOrd="0" presId="urn:microsoft.com/office/officeart/2005/8/layout/cycle2"/>
    <dgm:cxn modelId="{ED42ECC8-5D06-4288-A371-F639659F27DB}" type="presParOf" srcId="{00808793-8356-4863-AA34-E7312D4F93A3}" destId="{1AFC5B8B-B497-4630-B104-88F2487E170F}" srcOrd="5" destOrd="0" presId="urn:microsoft.com/office/officeart/2005/8/layout/cycle2"/>
    <dgm:cxn modelId="{E7ED80B9-7708-40A6-AB13-13A59EA0AB95}" type="presParOf" srcId="{1AFC5B8B-B497-4630-B104-88F2487E170F}" destId="{3DE06059-A70E-49EB-944C-F86C278D08D6}" srcOrd="0" destOrd="0" presId="urn:microsoft.com/office/officeart/2005/8/layout/cycle2"/>
    <dgm:cxn modelId="{357E79E9-DE58-44EF-85A7-06ABB9737152}" type="presParOf" srcId="{00808793-8356-4863-AA34-E7312D4F93A3}" destId="{7A961165-8EAF-4994-BF2D-2098D674DCC7}" srcOrd="6" destOrd="0" presId="urn:microsoft.com/office/officeart/2005/8/layout/cycle2"/>
    <dgm:cxn modelId="{39149A01-9C35-4705-9325-E033A1B41854}" type="presParOf" srcId="{00808793-8356-4863-AA34-E7312D4F93A3}" destId="{6A5381E2-0C5E-43D8-B9A2-1BE9512A44EE}" srcOrd="7" destOrd="0" presId="urn:microsoft.com/office/officeart/2005/8/layout/cycle2"/>
    <dgm:cxn modelId="{79581757-B8CB-45E7-A256-2B743C6D24C1}" type="presParOf" srcId="{6A5381E2-0C5E-43D8-B9A2-1BE9512A44EE}" destId="{27510F00-F05B-4CFE-8761-A05AB9628710}"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8D1B949-8D11-4DAE-9751-5BEC081B8DFB}" type="doc">
      <dgm:prSet loTypeId="urn:microsoft.com/office/officeart/2005/8/layout/cycle2" loCatId="cycle" qsTypeId="urn:microsoft.com/office/officeart/2005/8/quickstyle/3d1" qsCatId="3D" csTypeId="urn:microsoft.com/office/officeart/2005/8/colors/accent1_2" csCatId="accent1" phldr="1"/>
      <dgm:spPr/>
      <dgm:t>
        <a:bodyPr/>
        <a:lstStyle/>
        <a:p>
          <a:endParaRPr lang="en-US"/>
        </a:p>
      </dgm:t>
    </dgm:pt>
    <dgm:pt modelId="{A979EB69-E06F-4E6D-BE28-F21C7EE710C9}">
      <dgm:prSet phldrT="[Text]"/>
      <dgm:spPr>
        <a:solidFill>
          <a:schemeClr val="accent3">
            <a:lumMod val="75000"/>
          </a:schemeClr>
        </a:solidFill>
      </dgm:spPr>
      <dgm:t>
        <a:bodyPr/>
        <a:lstStyle/>
        <a:p>
          <a:r>
            <a:rPr lang="en-US" dirty="0"/>
            <a:t>Plan</a:t>
          </a:r>
        </a:p>
      </dgm:t>
    </dgm:pt>
    <dgm:pt modelId="{FB0AF2C3-84D8-4F38-9C58-66691BA1F50B}" type="parTrans" cxnId="{096253D3-6F47-421F-94D8-24093BB31642}">
      <dgm:prSet/>
      <dgm:spPr/>
      <dgm:t>
        <a:bodyPr/>
        <a:lstStyle/>
        <a:p>
          <a:endParaRPr lang="en-US"/>
        </a:p>
      </dgm:t>
    </dgm:pt>
    <dgm:pt modelId="{5A8E20B2-37AE-4961-B9A9-4A7E865808B8}" type="sibTrans" cxnId="{096253D3-6F47-421F-94D8-24093BB31642}">
      <dgm:prSet/>
      <dgm:spPr/>
      <dgm:t>
        <a:bodyPr/>
        <a:lstStyle/>
        <a:p>
          <a:endParaRPr lang="en-US" dirty="0"/>
        </a:p>
      </dgm:t>
    </dgm:pt>
    <dgm:pt modelId="{08A2E8B1-67D9-4A98-86A1-C444292E2BA5}">
      <dgm:prSet phldrT="[Text]"/>
      <dgm:spPr>
        <a:solidFill>
          <a:schemeClr val="accent3">
            <a:lumMod val="75000"/>
          </a:schemeClr>
        </a:solidFill>
      </dgm:spPr>
      <dgm:t>
        <a:bodyPr/>
        <a:lstStyle/>
        <a:p>
          <a:r>
            <a:rPr lang="en-US" dirty="0"/>
            <a:t>Perform</a:t>
          </a:r>
        </a:p>
      </dgm:t>
    </dgm:pt>
    <dgm:pt modelId="{34474D51-6DF4-4083-BFA9-69892F7C4B60}" type="parTrans" cxnId="{BAC08D23-44CC-4D3C-A045-E7940BD61097}">
      <dgm:prSet/>
      <dgm:spPr/>
      <dgm:t>
        <a:bodyPr/>
        <a:lstStyle/>
        <a:p>
          <a:endParaRPr lang="en-US"/>
        </a:p>
      </dgm:t>
    </dgm:pt>
    <dgm:pt modelId="{C9302D43-B5F3-4823-A9ED-E72926E6F1AE}" type="sibTrans" cxnId="{BAC08D23-44CC-4D3C-A045-E7940BD61097}">
      <dgm:prSet/>
      <dgm:spPr/>
      <dgm:t>
        <a:bodyPr/>
        <a:lstStyle/>
        <a:p>
          <a:endParaRPr lang="en-US" dirty="0"/>
        </a:p>
      </dgm:t>
    </dgm:pt>
    <dgm:pt modelId="{25B881B5-ED42-4AE3-A54C-F6957CCC29D9}">
      <dgm:prSet phldrT="[Text]"/>
      <dgm:spPr>
        <a:solidFill>
          <a:schemeClr val="accent3">
            <a:lumMod val="75000"/>
          </a:schemeClr>
        </a:solidFill>
      </dgm:spPr>
      <dgm:t>
        <a:bodyPr/>
        <a:lstStyle/>
        <a:p>
          <a:r>
            <a:rPr lang="en-US" dirty="0"/>
            <a:t>Close-out</a:t>
          </a:r>
        </a:p>
      </dgm:t>
    </dgm:pt>
    <dgm:pt modelId="{85D801EC-DECE-4288-9463-F83DA9247382}" type="parTrans" cxnId="{E1F37A94-8E8B-483A-8D04-7977232EC8F6}">
      <dgm:prSet/>
      <dgm:spPr/>
      <dgm:t>
        <a:bodyPr/>
        <a:lstStyle/>
        <a:p>
          <a:endParaRPr lang="en-US"/>
        </a:p>
      </dgm:t>
    </dgm:pt>
    <dgm:pt modelId="{9E21CD86-C155-4BA8-AE18-A80E9EC4B4D3}" type="sibTrans" cxnId="{E1F37A94-8E8B-483A-8D04-7977232EC8F6}">
      <dgm:prSet/>
      <dgm:spPr/>
      <dgm:t>
        <a:bodyPr/>
        <a:lstStyle/>
        <a:p>
          <a:endParaRPr lang="en-US" dirty="0"/>
        </a:p>
      </dgm:t>
    </dgm:pt>
    <dgm:pt modelId="{7B2719C0-2C40-42F7-B1B0-6724A6D75153}">
      <dgm:prSet phldrT="[Text]"/>
      <dgm:spPr>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dgm:spPr>
      <dgm:t>
        <a:bodyPr/>
        <a:lstStyle/>
        <a:p>
          <a:r>
            <a:rPr lang="en-US" dirty="0"/>
            <a:t>Follow-up</a:t>
          </a:r>
        </a:p>
      </dgm:t>
    </dgm:pt>
    <dgm:pt modelId="{B6E62C1D-8AFF-4F29-A281-CCC7C8FC9719}" type="parTrans" cxnId="{B64F2C8C-4D3A-4549-9BA2-1BF7AE4EDF6E}">
      <dgm:prSet/>
      <dgm:spPr/>
      <dgm:t>
        <a:bodyPr/>
        <a:lstStyle/>
        <a:p>
          <a:endParaRPr lang="en-US"/>
        </a:p>
      </dgm:t>
    </dgm:pt>
    <dgm:pt modelId="{CA3E4237-4960-45B4-80C8-43378E9196F7}" type="sibTrans" cxnId="{B64F2C8C-4D3A-4549-9BA2-1BF7AE4EDF6E}">
      <dgm:prSet/>
      <dgm:spPr/>
      <dgm:t>
        <a:bodyPr/>
        <a:lstStyle/>
        <a:p>
          <a:endParaRPr lang="en-US" dirty="0"/>
        </a:p>
      </dgm:t>
    </dgm:pt>
    <dgm:pt modelId="{00808793-8356-4863-AA34-E7312D4F93A3}" type="pres">
      <dgm:prSet presAssocID="{58D1B949-8D11-4DAE-9751-5BEC081B8DFB}" presName="cycle" presStyleCnt="0">
        <dgm:presLayoutVars>
          <dgm:dir/>
          <dgm:resizeHandles val="exact"/>
        </dgm:presLayoutVars>
      </dgm:prSet>
      <dgm:spPr/>
    </dgm:pt>
    <dgm:pt modelId="{D2DCCD5D-C3F6-49AF-B178-E5F4238B145E}" type="pres">
      <dgm:prSet presAssocID="{A979EB69-E06F-4E6D-BE28-F21C7EE710C9}" presName="node" presStyleLbl="node1" presStyleIdx="0" presStyleCnt="4">
        <dgm:presLayoutVars>
          <dgm:bulletEnabled val="1"/>
        </dgm:presLayoutVars>
      </dgm:prSet>
      <dgm:spPr/>
    </dgm:pt>
    <dgm:pt modelId="{BD19243D-2FE6-4D22-A40A-8691C8401D5C}" type="pres">
      <dgm:prSet presAssocID="{5A8E20B2-37AE-4961-B9A9-4A7E865808B8}" presName="sibTrans" presStyleLbl="sibTrans2D1" presStyleIdx="0" presStyleCnt="4"/>
      <dgm:spPr/>
    </dgm:pt>
    <dgm:pt modelId="{7AFF3AA5-1328-49F2-AB99-0B9C0A33CCEF}" type="pres">
      <dgm:prSet presAssocID="{5A8E20B2-37AE-4961-B9A9-4A7E865808B8}" presName="connectorText" presStyleLbl="sibTrans2D1" presStyleIdx="0" presStyleCnt="4"/>
      <dgm:spPr/>
    </dgm:pt>
    <dgm:pt modelId="{4F5F7D9F-3F8B-4414-9FA5-48B997A24463}" type="pres">
      <dgm:prSet presAssocID="{08A2E8B1-67D9-4A98-86A1-C444292E2BA5}" presName="node" presStyleLbl="node1" presStyleIdx="1" presStyleCnt="4">
        <dgm:presLayoutVars>
          <dgm:bulletEnabled val="1"/>
        </dgm:presLayoutVars>
      </dgm:prSet>
      <dgm:spPr/>
    </dgm:pt>
    <dgm:pt modelId="{50C5C3AF-380F-4AAA-B171-A734A6BA5E91}" type="pres">
      <dgm:prSet presAssocID="{C9302D43-B5F3-4823-A9ED-E72926E6F1AE}" presName="sibTrans" presStyleLbl="sibTrans2D1" presStyleIdx="1" presStyleCnt="4"/>
      <dgm:spPr/>
    </dgm:pt>
    <dgm:pt modelId="{A76DA480-F934-4D43-91AA-5E83543E0B09}" type="pres">
      <dgm:prSet presAssocID="{C9302D43-B5F3-4823-A9ED-E72926E6F1AE}" presName="connectorText" presStyleLbl="sibTrans2D1" presStyleIdx="1" presStyleCnt="4"/>
      <dgm:spPr/>
    </dgm:pt>
    <dgm:pt modelId="{A8B91723-32D5-4BDB-8E89-E1A525D69422}" type="pres">
      <dgm:prSet presAssocID="{25B881B5-ED42-4AE3-A54C-F6957CCC29D9}" presName="node" presStyleLbl="node1" presStyleIdx="2" presStyleCnt="4">
        <dgm:presLayoutVars>
          <dgm:bulletEnabled val="1"/>
        </dgm:presLayoutVars>
      </dgm:prSet>
      <dgm:spPr/>
    </dgm:pt>
    <dgm:pt modelId="{1AFC5B8B-B497-4630-B104-88F2487E170F}" type="pres">
      <dgm:prSet presAssocID="{9E21CD86-C155-4BA8-AE18-A80E9EC4B4D3}" presName="sibTrans" presStyleLbl="sibTrans2D1" presStyleIdx="2" presStyleCnt="4"/>
      <dgm:spPr/>
    </dgm:pt>
    <dgm:pt modelId="{3DE06059-A70E-49EB-944C-F86C278D08D6}" type="pres">
      <dgm:prSet presAssocID="{9E21CD86-C155-4BA8-AE18-A80E9EC4B4D3}" presName="connectorText" presStyleLbl="sibTrans2D1" presStyleIdx="2" presStyleCnt="4"/>
      <dgm:spPr/>
    </dgm:pt>
    <dgm:pt modelId="{7A961165-8EAF-4994-BF2D-2098D674DCC7}" type="pres">
      <dgm:prSet presAssocID="{7B2719C0-2C40-42F7-B1B0-6724A6D75153}" presName="node" presStyleLbl="node1" presStyleIdx="3" presStyleCnt="4">
        <dgm:presLayoutVars>
          <dgm:bulletEnabled val="1"/>
        </dgm:presLayoutVars>
      </dgm:prSet>
      <dgm:spPr/>
    </dgm:pt>
    <dgm:pt modelId="{6A5381E2-0C5E-43D8-B9A2-1BE9512A44EE}" type="pres">
      <dgm:prSet presAssocID="{CA3E4237-4960-45B4-80C8-43378E9196F7}" presName="sibTrans" presStyleLbl="sibTrans2D1" presStyleIdx="3" presStyleCnt="4"/>
      <dgm:spPr/>
    </dgm:pt>
    <dgm:pt modelId="{27510F00-F05B-4CFE-8761-A05AB9628710}" type="pres">
      <dgm:prSet presAssocID="{CA3E4237-4960-45B4-80C8-43378E9196F7}" presName="connectorText" presStyleLbl="sibTrans2D1" presStyleIdx="3" presStyleCnt="4"/>
      <dgm:spPr/>
    </dgm:pt>
  </dgm:ptLst>
  <dgm:cxnLst>
    <dgm:cxn modelId="{F33DA002-C8A9-43BD-84AE-595B8CA58D22}" type="presOf" srcId="{CA3E4237-4960-45B4-80C8-43378E9196F7}" destId="{6A5381E2-0C5E-43D8-B9A2-1BE9512A44EE}" srcOrd="0" destOrd="0" presId="urn:microsoft.com/office/officeart/2005/8/layout/cycle2"/>
    <dgm:cxn modelId="{AA84091E-C12A-4032-9ECD-F5B9DEB839D4}" type="presOf" srcId="{5A8E20B2-37AE-4961-B9A9-4A7E865808B8}" destId="{BD19243D-2FE6-4D22-A40A-8691C8401D5C}" srcOrd="0" destOrd="0" presId="urn:microsoft.com/office/officeart/2005/8/layout/cycle2"/>
    <dgm:cxn modelId="{BAC08D23-44CC-4D3C-A045-E7940BD61097}" srcId="{58D1B949-8D11-4DAE-9751-5BEC081B8DFB}" destId="{08A2E8B1-67D9-4A98-86A1-C444292E2BA5}" srcOrd="1" destOrd="0" parTransId="{34474D51-6DF4-4083-BFA9-69892F7C4B60}" sibTransId="{C9302D43-B5F3-4823-A9ED-E72926E6F1AE}"/>
    <dgm:cxn modelId="{E740653F-98FE-4CBC-931A-6F0BEBC4406F}" type="presOf" srcId="{C9302D43-B5F3-4823-A9ED-E72926E6F1AE}" destId="{50C5C3AF-380F-4AAA-B171-A734A6BA5E91}" srcOrd="0" destOrd="0" presId="urn:microsoft.com/office/officeart/2005/8/layout/cycle2"/>
    <dgm:cxn modelId="{6E1B783F-30A4-4128-8068-6D60BE3B14D5}" type="presOf" srcId="{58D1B949-8D11-4DAE-9751-5BEC081B8DFB}" destId="{00808793-8356-4863-AA34-E7312D4F93A3}" srcOrd="0" destOrd="0" presId="urn:microsoft.com/office/officeart/2005/8/layout/cycle2"/>
    <dgm:cxn modelId="{1FA23D78-E783-459F-A081-B0088BC50BC0}" type="presOf" srcId="{9E21CD86-C155-4BA8-AE18-A80E9EC4B4D3}" destId="{3DE06059-A70E-49EB-944C-F86C278D08D6}" srcOrd="1" destOrd="0" presId="urn:microsoft.com/office/officeart/2005/8/layout/cycle2"/>
    <dgm:cxn modelId="{7E581885-F8BC-4549-B26C-D6DCD3131221}" type="presOf" srcId="{9E21CD86-C155-4BA8-AE18-A80E9EC4B4D3}" destId="{1AFC5B8B-B497-4630-B104-88F2487E170F}" srcOrd="0" destOrd="0" presId="urn:microsoft.com/office/officeart/2005/8/layout/cycle2"/>
    <dgm:cxn modelId="{7678DB8A-3C60-4363-AF0C-0AEE791AC16A}" type="presOf" srcId="{C9302D43-B5F3-4823-A9ED-E72926E6F1AE}" destId="{A76DA480-F934-4D43-91AA-5E83543E0B09}" srcOrd="1" destOrd="0" presId="urn:microsoft.com/office/officeart/2005/8/layout/cycle2"/>
    <dgm:cxn modelId="{B64F2C8C-4D3A-4549-9BA2-1BF7AE4EDF6E}" srcId="{58D1B949-8D11-4DAE-9751-5BEC081B8DFB}" destId="{7B2719C0-2C40-42F7-B1B0-6724A6D75153}" srcOrd="3" destOrd="0" parTransId="{B6E62C1D-8AFF-4F29-A281-CCC7C8FC9719}" sibTransId="{CA3E4237-4960-45B4-80C8-43378E9196F7}"/>
    <dgm:cxn modelId="{E1F37A94-8E8B-483A-8D04-7977232EC8F6}" srcId="{58D1B949-8D11-4DAE-9751-5BEC081B8DFB}" destId="{25B881B5-ED42-4AE3-A54C-F6957CCC29D9}" srcOrd="2" destOrd="0" parTransId="{85D801EC-DECE-4288-9463-F83DA9247382}" sibTransId="{9E21CD86-C155-4BA8-AE18-A80E9EC4B4D3}"/>
    <dgm:cxn modelId="{8910C2A0-1B89-4B62-AE3D-AE9231B0A4C2}" type="presOf" srcId="{7B2719C0-2C40-42F7-B1B0-6724A6D75153}" destId="{7A961165-8EAF-4994-BF2D-2098D674DCC7}" srcOrd="0" destOrd="0" presId="urn:microsoft.com/office/officeart/2005/8/layout/cycle2"/>
    <dgm:cxn modelId="{48A01FAE-48D8-4BD1-A21B-A45FA542A65C}" type="presOf" srcId="{25B881B5-ED42-4AE3-A54C-F6957CCC29D9}" destId="{A8B91723-32D5-4BDB-8E89-E1A525D69422}" srcOrd="0" destOrd="0" presId="urn:microsoft.com/office/officeart/2005/8/layout/cycle2"/>
    <dgm:cxn modelId="{EBDCC2BD-43AD-4C21-8218-1341F22C895D}" type="presOf" srcId="{A979EB69-E06F-4E6D-BE28-F21C7EE710C9}" destId="{D2DCCD5D-C3F6-49AF-B178-E5F4238B145E}" srcOrd="0" destOrd="0" presId="urn:microsoft.com/office/officeart/2005/8/layout/cycle2"/>
    <dgm:cxn modelId="{4B4D0ECD-5A73-461F-8635-E2909D315402}" type="presOf" srcId="{CA3E4237-4960-45B4-80C8-43378E9196F7}" destId="{27510F00-F05B-4CFE-8761-A05AB9628710}" srcOrd="1" destOrd="0" presId="urn:microsoft.com/office/officeart/2005/8/layout/cycle2"/>
    <dgm:cxn modelId="{096253D3-6F47-421F-94D8-24093BB31642}" srcId="{58D1B949-8D11-4DAE-9751-5BEC081B8DFB}" destId="{A979EB69-E06F-4E6D-BE28-F21C7EE710C9}" srcOrd="0" destOrd="0" parTransId="{FB0AF2C3-84D8-4F38-9C58-66691BA1F50B}" sibTransId="{5A8E20B2-37AE-4961-B9A9-4A7E865808B8}"/>
    <dgm:cxn modelId="{C5C501D6-4E82-40A1-B54F-9CFD512CE9DA}" type="presOf" srcId="{5A8E20B2-37AE-4961-B9A9-4A7E865808B8}" destId="{7AFF3AA5-1328-49F2-AB99-0B9C0A33CCEF}" srcOrd="1" destOrd="0" presId="urn:microsoft.com/office/officeart/2005/8/layout/cycle2"/>
    <dgm:cxn modelId="{C6657CDD-AED8-43A6-9F74-8254875B0DAD}" type="presOf" srcId="{08A2E8B1-67D9-4A98-86A1-C444292E2BA5}" destId="{4F5F7D9F-3F8B-4414-9FA5-48B997A24463}" srcOrd="0" destOrd="0" presId="urn:microsoft.com/office/officeart/2005/8/layout/cycle2"/>
    <dgm:cxn modelId="{72D84C79-8337-4A78-8A39-21BDD4E4BCE4}" type="presParOf" srcId="{00808793-8356-4863-AA34-E7312D4F93A3}" destId="{D2DCCD5D-C3F6-49AF-B178-E5F4238B145E}" srcOrd="0" destOrd="0" presId="urn:microsoft.com/office/officeart/2005/8/layout/cycle2"/>
    <dgm:cxn modelId="{1EA83C8F-E1CF-4229-862D-08D40771E5E0}" type="presParOf" srcId="{00808793-8356-4863-AA34-E7312D4F93A3}" destId="{BD19243D-2FE6-4D22-A40A-8691C8401D5C}" srcOrd="1" destOrd="0" presId="urn:microsoft.com/office/officeart/2005/8/layout/cycle2"/>
    <dgm:cxn modelId="{E835D74A-7084-49D0-8348-58C7E905E1CA}" type="presParOf" srcId="{BD19243D-2FE6-4D22-A40A-8691C8401D5C}" destId="{7AFF3AA5-1328-49F2-AB99-0B9C0A33CCEF}" srcOrd="0" destOrd="0" presId="urn:microsoft.com/office/officeart/2005/8/layout/cycle2"/>
    <dgm:cxn modelId="{A716539E-C371-42C9-BFD4-356F62F05DC2}" type="presParOf" srcId="{00808793-8356-4863-AA34-E7312D4F93A3}" destId="{4F5F7D9F-3F8B-4414-9FA5-48B997A24463}" srcOrd="2" destOrd="0" presId="urn:microsoft.com/office/officeart/2005/8/layout/cycle2"/>
    <dgm:cxn modelId="{39A60D5A-B783-4206-B543-12878CD0B660}" type="presParOf" srcId="{00808793-8356-4863-AA34-E7312D4F93A3}" destId="{50C5C3AF-380F-4AAA-B171-A734A6BA5E91}" srcOrd="3" destOrd="0" presId="urn:microsoft.com/office/officeart/2005/8/layout/cycle2"/>
    <dgm:cxn modelId="{7ECDCAA8-0841-4507-A515-BB51AA06A05E}" type="presParOf" srcId="{50C5C3AF-380F-4AAA-B171-A734A6BA5E91}" destId="{A76DA480-F934-4D43-91AA-5E83543E0B09}" srcOrd="0" destOrd="0" presId="urn:microsoft.com/office/officeart/2005/8/layout/cycle2"/>
    <dgm:cxn modelId="{04875E86-C08A-4A80-9A32-1AD7B94B49ED}" type="presParOf" srcId="{00808793-8356-4863-AA34-E7312D4F93A3}" destId="{A8B91723-32D5-4BDB-8E89-E1A525D69422}" srcOrd="4" destOrd="0" presId="urn:microsoft.com/office/officeart/2005/8/layout/cycle2"/>
    <dgm:cxn modelId="{85A36E34-0E32-48A7-AC62-93552AE12258}" type="presParOf" srcId="{00808793-8356-4863-AA34-E7312D4F93A3}" destId="{1AFC5B8B-B497-4630-B104-88F2487E170F}" srcOrd="5" destOrd="0" presId="urn:microsoft.com/office/officeart/2005/8/layout/cycle2"/>
    <dgm:cxn modelId="{5B3F2E97-77F9-4A9A-AEE5-7F1CA9C4B955}" type="presParOf" srcId="{1AFC5B8B-B497-4630-B104-88F2487E170F}" destId="{3DE06059-A70E-49EB-944C-F86C278D08D6}" srcOrd="0" destOrd="0" presId="urn:microsoft.com/office/officeart/2005/8/layout/cycle2"/>
    <dgm:cxn modelId="{F9239A21-2482-4E28-B15D-7C5A894A8806}" type="presParOf" srcId="{00808793-8356-4863-AA34-E7312D4F93A3}" destId="{7A961165-8EAF-4994-BF2D-2098D674DCC7}" srcOrd="6" destOrd="0" presId="urn:microsoft.com/office/officeart/2005/8/layout/cycle2"/>
    <dgm:cxn modelId="{CA4D6DEA-5131-4FFA-9617-50BBE05B1FCB}" type="presParOf" srcId="{00808793-8356-4863-AA34-E7312D4F93A3}" destId="{6A5381E2-0C5E-43D8-B9A2-1BE9512A44EE}" srcOrd="7" destOrd="0" presId="urn:microsoft.com/office/officeart/2005/8/layout/cycle2"/>
    <dgm:cxn modelId="{60307093-4A8E-4BB3-98E4-58474E01B08D}" type="presParOf" srcId="{6A5381E2-0C5E-43D8-B9A2-1BE9512A44EE}" destId="{27510F00-F05B-4CFE-8761-A05AB9628710}"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843C4-6D52-436F-91C2-9468D8B9D4E1}">
      <dsp:nvSpPr>
        <dsp:cNvPr id="0" name=""/>
        <dsp:cNvSpPr/>
      </dsp:nvSpPr>
      <dsp:spPr>
        <a:xfrm>
          <a:off x="0" y="660519"/>
          <a:ext cx="6468842" cy="554400"/>
        </a:xfrm>
        <a:prstGeom prst="rect">
          <a:avLst/>
        </a:prstGeom>
        <a:solidFill>
          <a:schemeClr val="tx2">
            <a:lumMod val="40000"/>
            <a:lumOff val="60000"/>
            <a:alpha val="9000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75056A-E224-4AB0-A813-5631616973F8}">
      <dsp:nvSpPr>
        <dsp:cNvPr id="0" name=""/>
        <dsp:cNvSpPr/>
      </dsp:nvSpPr>
      <dsp:spPr>
        <a:xfrm>
          <a:off x="313018" y="103987"/>
          <a:ext cx="6154755" cy="905949"/>
        </a:xfrm>
        <a:prstGeom prst="roundRect">
          <a:avLst/>
        </a:prstGeom>
        <a:solidFill>
          <a:schemeClr val="tx2"/>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155" tIns="0" rIns="171155"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anose="020F0502020204030204" pitchFamily="34" charset="0"/>
              <a:cs typeface="Calibri" panose="020F0502020204030204" pitchFamily="34" charset="0"/>
            </a:rPr>
            <a:t>Understand the requirements of ISO 9001: 2015 &amp; IATF 16949</a:t>
          </a:r>
        </a:p>
      </dsp:txBody>
      <dsp:txXfrm>
        <a:off x="357243" y="148212"/>
        <a:ext cx="6066305" cy="817499"/>
      </dsp:txXfrm>
    </dsp:sp>
    <dsp:sp modelId="{9EEE1ADB-B56B-4141-9260-ABD2140D3146}">
      <dsp:nvSpPr>
        <dsp:cNvPr id="0" name=""/>
        <dsp:cNvSpPr/>
      </dsp:nvSpPr>
      <dsp:spPr>
        <a:xfrm>
          <a:off x="0" y="2030997"/>
          <a:ext cx="6468842" cy="554400"/>
        </a:xfrm>
        <a:prstGeom prst="rect">
          <a:avLst/>
        </a:prstGeom>
        <a:solidFill>
          <a:schemeClr val="tx2">
            <a:lumMod val="40000"/>
            <a:lumOff val="60000"/>
            <a:alpha val="9000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A6FF36-4F73-4AAB-AF01-6344B1868E4D}">
      <dsp:nvSpPr>
        <dsp:cNvPr id="0" name=""/>
        <dsp:cNvSpPr/>
      </dsp:nvSpPr>
      <dsp:spPr>
        <a:xfrm>
          <a:off x="307964" y="1358416"/>
          <a:ext cx="6159292" cy="1021997"/>
        </a:xfrm>
        <a:prstGeom prst="roundRect">
          <a:avLst/>
        </a:prstGeom>
        <a:solidFill>
          <a:schemeClr val="tx2"/>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155" tIns="0" rIns="171155"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anose="020F0502020204030204" pitchFamily="34" charset="0"/>
              <a:cs typeface="Calibri" panose="020F0502020204030204" pitchFamily="34" charset="0"/>
            </a:rPr>
            <a:t>Understand how to </a:t>
          </a:r>
          <a:r>
            <a:rPr lang="en-US" sz="1600" b="1" kern="1200" dirty="0" err="1">
              <a:solidFill>
                <a:schemeClr val="bg1"/>
              </a:solidFill>
              <a:latin typeface="Calibri" panose="020F0502020204030204" pitchFamily="34" charset="0"/>
              <a:cs typeface="Calibri" panose="020F0502020204030204" pitchFamily="34" charset="0"/>
            </a:rPr>
            <a:t>intergrate</a:t>
          </a:r>
          <a:r>
            <a:rPr lang="en-US" sz="1600" b="1" kern="1200" dirty="0">
              <a:solidFill>
                <a:schemeClr val="bg1"/>
              </a:solidFill>
              <a:latin typeface="Calibri" panose="020F0502020204030204" pitchFamily="34" charset="0"/>
              <a:cs typeface="Calibri" panose="020F0502020204030204" pitchFamily="34" charset="0"/>
            </a:rPr>
            <a:t> CSR’s within your QMS</a:t>
          </a:r>
        </a:p>
      </dsp:txBody>
      <dsp:txXfrm>
        <a:off x="357854" y="1408306"/>
        <a:ext cx="6059512" cy="922217"/>
      </dsp:txXfrm>
    </dsp:sp>
    <dsp:sp modelId="{B63093DB-9EBA-4A8E-9DD9-5575549F37D3}">
      <dsp:nvSpPr>
        <dsp:cNvPr id="0" name=""/>
        <dsp:cNvSpPr/>
      </dsp:nvSpPr>
      <dsp:spPr>
        <a:xfrm>
          <a:off x="0" y="3454079"/>
          <a:ext cx="6468842" cy="554400"/>
        </a:xfrm>
        <a:prstGeom prst="rect">
          <a:avLst/>
        </a:prstGeom>
        <a:solidFill>
          <a:schemeClr val="tx2">
            <a:lumMod val="40000"/>
            <a:lumOff val="60000"/>
            <a:alpha val="9000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955C24-6182-4B1F-93BD-6431F3CA0EE2}">
      <dsp:nvSpPr>
        <dsp:cNvPr id="0" name=""/>
        <dsp:cNvSpPr/>
      </dsp:nvSpPr>
      <dsp:spPr>
        <a:xfrm>
          <a:off x="307964" y="2728894"/>
          <a:ext cx="6159292" cy="1074602"/>
        </a:xfrm>
        <a:prstGeom prst="roundRect">
          <a:avLst/>
        </a:prstGeom>
        <a:solidFill>
          <a:schemeClr val="tx2"/>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155" tIns="0" rIns="171155" bIns="0" numCol="1" spcCol="1270" anchor="ctr" anchorCtr="0">
          <a:noAutofit/>
        </a:bodyPr>
        <a:lstStyle/>
        <a:p>
          <a:pPr marL="0" lvl="0" indent="0" algn="l" defTabSz="711200">
            <a:lnSpc>
              <a:spcPct val="90000"/>
            </a:lnSpc>
            <a:spcBef>
              <a:spcPct val="0"/>
            </a:spcBef>
            <a:spcAft>
              <a:spcPct val="35000"/>
            </a:spcAft>
            <a:buNone/>
          </a:pPr>
          <a:r>
            <a:rPr lang="en-US" sz="1600" b="1" kern="1200" baseline="0" dirty="0">
              <a:solidFill>
                <a:schemeClr val="bg1"/>
              </a:solidFill>
              <a:latin typeface="Calibri" panose="020F0502020204030204" pitchFamily="34" charset="0"/>
              <a:cs typeface="Calibri" panose="020F0502020204030204" pitchFamily="34" charset="0"/>
            </a:rPr>
            <a:t>Understand  the Process Approach  within the QMS</a:t>
          </a:r>
          <a:endParaRPr lang="en-US" sz="1600" b="1" kern="1200" dirty="0">
            <a:solidFill>
              <a:schemeClr val="bg1"/>
            </a:solidFill>
            <a:latin typeface="Calibri" panose="020F0502020204030204" pitchFamily="34" charset="0"/>
            <a:cs typeface="Calibri" panose="020F0502020204030204" pitchFamily="34" charset="0"/>
          </a:endParaRPr>
        </a:p>
      </dsp:txBody>
      <dsp:txXfrm>
        <a:off x="360422" y="2781352"/>
        <a:ext cx="6054376" cy="969686"/>
      </dsp:txXfrm>
    </dsp:sp>
    <dsp:sp modelId="{AB27DCD1-3EE6-469D-8549-1D82BB3D2BD6}">
      <dsp:nvSpPr>
        <dsp:cNvPr id="0" name=""/>
        <dsp:cNvSpPr/>
      </dsp:nvSpPr>
      <dsp:spPr>
        <a:xfrm>
          <a:off x="0" y="4777330"/>
          <a:ext cx="6468842" cy="554400"/>
        </a:xfrm>
        <a:prstGeom prst="rect">
          <a:avLst/>
        </a:prstGeom>
        <a:solidFill>
          <a:schemeClr val="tx2">
            <a:lumMod val="40000"/>
            <a:lumOff val="60000"/>
            <a:alpha val="9000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D3F04E-362E-4C89-86C2-C4F5DC7A13D7}">
      <dsp:nvSpPr>
        <dsp:cNvPr id="0" name=""/>
        <dsp:cNvSpPr/>
      </dsp:nvSpPr>
      <dsp:spPr>
        <a:xfrm>
          <a:off x="307964" y="4151977"/>
          <a:ext cx="6159292" cy="974770"/>
        </a:xfrm>
        <a:prstGeom prst="roundRect">
          <a:avLst/>
        </a:prstGeom>
        <a:solidFill>
          <a:schemeClr val="tx2"/>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155" tIns="0" rIns="171155"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Calibri" panose="020F0502020204030204" pitchFamily="34" charset="0"/>
              <a:cs typeface="Calibri" panose="020F0502020204030204" pitchFamily="34" charset="0"/>
            </a:rPr>
            <a:t>Understand Risk Based Thinking</a:t>
          </a:r>
        </a:p>
      </dsp:txBody>
      <dsp:txXfrm>
        <a:off x="355548" y="4199561"/>
        <a:ext cx="6064124" cy="879602"/>
      </dsp:txXfrm>
    </dsp:sp>
    <dsp:sp modelId="{3BFF0E79-25D0-45E5-9392-E42C79161099}">
      <dsp:nvSpPr>
        <dsp:cNvPr id="0" name=""/>
        <dsp:cNvSpPr/>
      </dsp:nvSpPr>
      <dsp:spPr>
        <a:xfrm>
          <a:off x="0" y="6239644"/>
          <a:ext cx="6468842" cy="554400"/>
        </a:xfrm>
        <a:prstGeom prst="rect">
          <a:avLst/>
        </a:prstGeom>
        <a:solidFill>
          <a:schemeClr val="tx2">
            <a:lumMod val="40000"/>
            <a:lumOff val="60000"/>
            <a:alpha val="9000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08D9E0-C045-4009-BF47-8D59A2B499AD}">
      <dsp:nvSpPr>
        <dsp:cNvPr id="0" name=""/>
        <dsp:cNvSpPr/>
      </dsp:nvSpPr>
      <dsp:spPr>
        <a:xfrm>
          <a:off x="307964" y="5405698"/>
          <a:ext cx="6159292" cy="1158665"/>
        </a:xfrm>
        <a:prstGeom prst="roundRect">
          <a:avLst/>
        </a:prstGeom>
        <a:solidFill>
          <a:schemeClr val="tx2"/>
        </a:solidFill>
        <a:ln w="1397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155" tIns="0" rIns="171155" bIns="0" numCol="1" spcCol="1270" anchor="ctr" anchorCtr="0">
          <a:noAutofit/>
        </a:bodyPr>
        <a:lstStyle/>
        <a:p>
          <a:pPr marL="0" lvl="0" indent="0" algn="l" defTabSz="711200">
            <a:lnSpc>
              <a:spcPct val="90000"/>
            </a:lnSpc>
            <a:spcBef>
              <a:spcPct val="0"/>
            </a:spcBef>
            <a:spcAft>
              <a:spcPct val="35000"/>
            </a:spcAft>
            <a:buNone/>
          </a:pPr>
          <a:r>
            <a:rPr lang="en-US" sz="1600" b="1" kern="1200" baseline="0" dirty="0">
              <a:latin typeface="Calibri" panose="020F0502020204030204" pitchFamily="34" charset="0"/>
              <a:cs typeface="Calibri" panose="020F0502020204030204" pitchFamily="34" charset="0"/>
            </a:rPr>
            <a:t>Understand the basic concepts of the Automotive Core Tools</a:t>
          </a:r>
          <a:endParaRPr lang="en-US" sz="1600" b="1" kern="1200" dirty="0">
            <a:solidFill>
              <a:schemeClr val="bg1"/>
            </a:solidFill>
            <a:latin typeface="Calibri" panose="020F0502020204030204" pitchFamily="34" charset="0"/>
            <a:cs typeface="Calibri" panose="020F0502020204030204" pitchFamily="34" charset="0"/>
          </a:endParaRPr>
        </a:p>
      </dsp:txBody>
      <dsp:txXfrm>
        <a:off x="364525" y="5462259"/>
        <a:ext cx="6046170" cy="10455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CD40B-18D1-484E-9947-66B58FB23E86}">
      <dsp:nvSpPr>
        <dsp:cNvPr id="0" name=""/>
        <dsp:cNvSpPr/>
      </dsp:nvSpPr>
      <dsp:spPr>
        <a:xfrm>
          <a:off x="0" y="149744"/>
          <a:ext cx="9237290" cy="1890000"/>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r>
            <a:rPr lang="en-US" sz="3500" b="1" kern="1200" baseline="0" dirty="0">
              <a:solidFill>
                <a:schemeClr val="bg1"/>
              </a:solidFill>
              <a:latin typeface="Calibri" panose="020F0502020204030204" pitchFamily="34" charset="0"/>
              <a:cs typeface="Calibri" panose="020F0502020204030204" pitchFamily="34" charset="0"/>
            </a:rPr>
            <a:t>4.3.1 Determining the scope of the QMS</a:t>
          </a:r>
          <a:endParaRPr lang="en-US" sz="3500" kern="1200" dirty="0">
            <a:solidFill>
              <a:schemeClr val="bg1"/>
            </a:solidFill>
            <a:latin typeface="Calibri" panose="020F0502020204030204" pitchFamily="34" charset="0"/>
            <a:cs typeface="Calibri" panose="020F0502020204030204" pitchFamily="34" charset="0"/>
          </a:endParaRPr>
        </a:p>
      </dsp:txBody>
      <dsp:txXfrm>
        <a:off x="945000" y="149744"/>
        <a:ext cx="7347290" cy="1890000"/>
      </dsp:txXfrm>
    </dsp:sp>
    <dsp:sp modelId="{712B9405-CADE-4648-9384-9453FB193816}">
      <dsp:nvSpPr>
        <dsp:cNvPr id="0" name=""/>
        <dsp:cNvSpPr/>
      </dsp:nvSpPr>
      <dsp:spPr>
        <a:xfrm>
          <a:off x="0" y="2255204"/>
          <a:ext cx="7389832" cy="3071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555750">
            <a:lnSpc>
              <a:spcPct val="90000"/>
            </a:lnSpc>
            <a:spcBef>
              <a:spcPct val="0"/>
            </a:spcBef>
            <a:spcAft>
              <a:spcPct val="15000"/>
            </a:spcAft>
            <a:buFont typeface="Wingdings" panose="05000000000000000000" pitchFamily="2" charset="2"/>
            <a:buChar char="Ø"/>
          </a:pPr>
          <a:r>
            <a:rPr lang="en-US" sz="3500" b="0" kern="1200" baseline="0" dirty="0">
              <a:latin typeface="Calibri" panose="020F0502020204030204" pitchFamily="34" charset="0"/>
              <a:cs typeface="Calibri" panose="020F0502020204030204" pitchFamily="34" charset="0"/>
            </a:rPr>
            <a:t>The requirement related to supporting functions was revised to include in scope and not just the audit.</a:t>
          </a:r>
          <a:endParaRPr lang="en-US" sz="3500" b="0" kern="1200" dirty="0">
            <a:latin typeface="Calibri" panose="020F0502020204030204" pitchFamily="34" charset="0"/>
            <a:cs typeface="Calibri" panose="020F0502020204030204" pitchFamily="34" charset="0"/>
          </a:endParaRPr>
        </a:p>
        <a:p>
          <a:pPr marL="285750" lvl="1" indent="-285750" algn="l" defTabSz="1555750">
            <a:lnSpc>
              <a:spcPct val="90000"/>
            </a:lnSpc>
            <a:spcBef>
              <a:spcPct val="0"/>
            </a:spcBef>
            <a:spcAft>
              <a:spcPct val="15000"/>
            </a:spcAft>
            <a:buFont typeface="Wingdings" panose="05000000000000000000" pitchFamily="2" charset="2"/>
            <a:buChar char="Ø"/>
          </a:pPr>
          <a:r>
            <a:rPr lang="en-US" sz="3500" b="0" kern="1200" baseline="0" dirty="0">
              <a:latin typeface="Calibri" panose="020F0502020204030204" pitchFamily="34" charset="0"/>
              <a:cs typeface="Calibri" panose="020F0502020204030204" pitchFamily="34" charset="0"/>
            </a:rPr>
            <a:t>Also, any exclusions for D&amp;D, have to be retained as documented information</a:t>
          </a:r>
          <a:endParaRPr lang="en-US" sz="3500" b="0" kern="1200" dirty="0">
            <a:latin typeface="Calibri" panose="020F0502020204030204" pitchFamily="34" charset="0"/>
            <a:cs typeface="Calibri" panose="020F0502020204030204" pitchFamily="34" charset="0"/>
          </a:endParaRPr>
        </a:p>
      </dsp:txBody>
      <dsp:txXfrm>
        <a:off x="0" y="2255204"/>
        <a:ext cx="7389832" cy="30712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9A0F53-C5DC-4690-AD84-810C896B9A54}">
      <dsp:nvSpPr>
        <dsp:cNvPr id="0" name=""/>
        <dsp:cNvSpPr/>
      </dsp:nvSpPr>
      <dsp:spPr>
        <a:xfrm>
          <a:off x="0" y="143238"/>
          <a:ext cx="9237290" cy="1566000"/>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b="1" kern="1200" baseline="0" dirty="0">
              <a:latin typeface="Calibri" panose="020F0502020204030204" pitchFamily="34" charset="0"/>
              <a:cs typeface="Calibri" panose="020F0502020204030204" pitchFamily="34" charset="0"/>
            </a:rPr>
            <a:t>4.3.2 Customer Specific Requirements</a:t>
          </a:r>
          <a:endParaRPr lang="en-US" sz="2900" kern="1200" dirty="0">
            <a:latin typeface="Calibri" panose="020F0502020204030204" pitchFamily="34" charset="0"/>
            <a:cs typeface="Calibri" panose="020F0502020204030204" pitchFamily="34" charset="0"/>
          </a:endParaRPr>
        </a:p>
      </dsp:txBody>
      <dsp:txXfrm>
        <a:off x="783000" y="143238"/>
        <a:ext cx="7671290" cy="1566000"/>
      </dsp:txXfrm>
    </dsp:sp>
    <dsp:sp modelId="{82DA0ED7-83B3-40A8-A8F6-85045D59260A}">
      <dsp:nvSpPr>
        <dsp:cNvPr id="0" name=""/>
        <dsp:cNvSpPr/>
      </dsp:nvSpPr>
      <dsp:spPr>
        <a:xfrm>
          <a:off x="0" y="1904989"/>
          <a:ext cx="7389832" cy="215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289050">
            <a:lnSpc>
              <a:spcPct val="90000"/>
            </a:lnSpc>
            <a:spcBef>
              <a:spcPct val="0"/>
            </a:spcBef>
            <a:spcAft>
              <a:spcPct val="15000"/>
            </a:spcAft>
            <a:buFont typeface="Wingdings" panose="05000000000000000000" pitchFamily="2" charset="2"/>
            <a:buChar char="Ø"/>
          </a:pPr>
          <a:r>
            <a:rPr lang="en-US" sz="2900" b="0" kern="1200" baseline="0" dirty="0">
              <a:latin typeface="Calibri" panose="020F0502020204030204" pitchFamily="34" charset="0"/>
              <a:cs typeface="Calibri" panose="020F0502020204030204" pitchFamily="34" charset="0"/>
            </a:rPr>
            <a:t>The requirement now also requires the need to EVALUATE CSR’s and include them in your QMS.</a:t>
          </a:r>
          <a:endParaRPr lang="en-US" sz="2900" b="0" kern="1200" dirty="0">
            <a:latin typeface="Calibri" panose="020F0502020204030204" pitchFamily="34" charset="0"/>
            <a:cs typeface="Calibri" panose="020F0502020204030204" pitchFamily="34" charset="0"/>
          </a:endParaRPr>
        </a:p>
        <a:p>
          <a:pPr marL="285750" lvl="1" indent="-285750" algn="l" defTabSz="1289050">
            <a:lnSpc>
              <a:spcPct val="90000"/>
            </a:lnSpc>
            <a:spcBef>
              <a:spcPct val="0"/>
            </a:spcBef>
            <a:spcAft>
              <a:spcPct val="15000"/>
            </a:spcAft>
            <a:buFont typeface="Wingdings" panose="05000000000000000000" pitchFamily="2" charset="2"/>
            <a:buChar char="Ø"/>
          </a:pPr>
          <a:r>
            <a:rPr lang="en-US" sz="2900" b="0" kern="1200" baseline="0" dirty="0">
              <a:latin typeface="Calibri" panose="020F0502020204030204" pitchFamily="34" charset="0"/>
              <a:cs typeface="Calibri" panose="020F0502020204030204" pitchFamily="34" charset="0"/>
            </a:rPr>
            <a:t>Requires that you evaluate each customer specific requirements and determine where it applies in your QMS, as applicable</a:t>
          </a:r>
          <a:r>
            <a:rPr lang="en-US" sz="2900" b="1" kern="1200" baseline="0" dirty="0">
              <a:latin typeface="Calibri" panose="020F0502020204030204" pitchFamily="34" charset="0"/>
              <a:cs typeface="Calibri" panose="020F0502020204030204" pitchFamily="34" charset="0"/>
            </a:rPr>
            <a:t>.</a:t>
          </a:r>
          <a:endParaRPr lang="en-US" sz="2900" kern="1200" dirty="0">
            <a:latin typeface="Calibri" panose="020F0502020204030204" pitchFamily="34" charset="0"/>
            <a:cs typeface="Calibri" panose="020F0502020204030204" pitchFamily="34" charset="0"/>
          </a:endParaRPr>
        </a:p>
      </dsp:txBody>
      <dsp:txXfrm>
        <a:off x="0" y="1904989"/>
        <a:ext cx="7389832" cy="21532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420034" y="0"/>
          <a:ext cx="8389335" cy="1463747"/>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b="1" kern="1200" baseline="0" dirty="0">
              <a:latin typeface="Calibri" panose="020F0502020204030204" pitchFamily="34" charset="0"/>
              <a:cs typeface="Calibri" panose="020F0502020204030204" pitchFamily="34" charset="0"/>
            </a:rPr>
            <a:t>4.4.1.2 Product Safety</a:t>
          </a:r>
          <a:endParaRPr lang="en-US" sz="2400" kern="1200" dirty="0">
            <a:latin typeface="Calibri" panose="020F0502020204030204" pitchFamily="34" charset="0"/>
            <a:cs typeface="Calibri" panose="020F0502020204030204" pitchFamily="34" charset="0"/>
          </a:endParaRPr>
        </a:p>
      </dsp:txBody>
      <dsp:txXfrm>
        <a:off x="1151908" y="0"/>
        <a:ext cx="6925588" cy="1463747"/>
      </dsp:txXfrm>
    </dsp:sp>
    <dsp:sp modelId="{78E3FCA2-2556-4D81-AFD6-BB24811236E5}">
      <dsp:nvSpPr>
        <dsp:cNvPr id="0" name=""/>
        <dsp:cNvSpPr/>
      </dsp:nvSpPr>
      <dsp:spPr>
        <a:xfrm>
          <a:off x="4510" y="1323581"/>
          <a:ext cx="8389335" cy="4537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Char char="•"/>
          </a:pPr>
          <a:endParaRPr lang="en-US" sz="2400" b="0" kern="1200" dirty="0">
            <a:latin typeface="Calibri" panose="020F0502020204030204" pitchFamily="34" charset="0"/>
            <a:cs typeface="Calibri" panose="020F0502020204030204" pitchFamily="34" charset="0"/>
          </a:endParaRPr>
        </a:p>
        <a:p>
          <a:pPr marL="228600" lvl="1" indent="-228600" algn="l" defTabSz="1066800">
            <a:lnSpc>
              <a:spcPct val="90000"/>
            </a:lnSpc>
            <a:spcBef>
              <a:spcPct val="0"/>
            </a:spcBef>
            <a:spcAft>
              <a:spcPct val="15000"/>
            </a:spcAft>
            <a:buChar char="•"/>
          </a:pPr>
          <a:r>
            <a:rPr lang="en-US" sz="2400" b="0" kern="1200" baseline="0" dirty="0">
              <a:latin typeface="Calibri" panose="020F0502020204030204" pitchFamily="34" charset="0"/>
              <a:cs typeface="Calibri" panose="020F0502020204030204" pitchFamily="34" charset="0"/>
            </a:rPr>
            <a:t>This new section addresses current issues in the automotive industry related to product/process safety.   </a:t>
          </a:r>
          <a:endParaRPr lang="en-US" sz="2400" b="0" kern="1200" dirty="0">
            <a:latin typeface="Calibri" panose="020F0502020204030204" pitchFamily="34" charset="0"/>
            <a:cs typeface="Calibri" panose="020F0502020204030204" pitchFamily="34" charset="0"/>
          </a:endParaRPr>
        </a:p>
        <a:p>
          <a:pPr marL="228600" lvl="1" indent="-228600" algn="l" defTabSz="1066800">
            <a:lnSpc>
              <a:spcPct val="90000"/>
            </a:lnSpc>
            <a:spcBef>
              <a:spcPct val="0"/>
            </a:spcBef>
            <a:spcAft>
              <a:spcPct val="15000"/>
            </a:spcAft>
            <a:buChar char="•"/>
          </a:pPr>
          <a:r>
            <a:rPr lang="en-US" sz="2400" b="0" kern="1200" baseline="0" dirty="0">
              <a:latin typeface="Calibri" panose="020F0502020204030204" pitchFamily="34" charset="0"/>
              <a:cs typeface="Calibri" panose="020F0502020204030204" pitchFamily="34" charset="0"/>
            </a:rPr>
            <a:t>Requires a documented process to manage </a:t>
          </a:r>
          <a:r>
            <a:rPr lang="en-US" sz="2400" b="1" kern="1200" baseline="0" dirty="0">
              <a:solidFill>
                <a:schemeClr val="accent1"/>
              </a:solidFill>
              <a:latin typeface="Calibri" panose="020F0502020204030204" pitchFamily="34" charset="0"/>
              <a:cs typeface="Calibri" panose="020F0502020204030204" pitchFamily="34" charset="0"/>
            </a:rPr>
            <a:t>product safety related products and processes</a:t>
          </a:r>
          <a:r>
            <a:rPr lang="en-US" sz="2400" b="0" kern="1200" baseline="0" dirty="0">
              <a:latin typeface="Calibri" panose="020F0502020204030204" pitchFamily="34" charset="0"/>
              <a:cs typeface="Calibri" panose="020F0502020204030204" pitchFamily="34" charset="0"/>
            </a:rPr>
            <a:t> and includes: </a:t>
          </a:r>
          <a:endParaRPr lang="en-US" sz="2400" b="0" kern="1200" dirty="0">
            <a:latin typeface="Calibri" panose="020F0502020204030204" pitchFamily="34" charset="0"/>
            <a:cs typeface="Calibri" panose="020F0502020204030204" pitchFamily="34" charset="0"/>
          </a:endParaRP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Identification of legal requirements </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Identification and controls of safety characteristics</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Defining responsibilities for escalation process, reaction plans and flow of information</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Special approvals of FMEAS and Control Plans</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Product Traceability</a:t>
          </a:r>
        </a:p>
        <a:p>
          <a:pPr marL="457200" lvl="2" indent="-228600" algn="l" defTabSz="1066800">
            <a:lnSpc>
              <a:spcPct val="90000"/>
            </a:lnSpc>
            <a:spcBef>
              <a:spcPct val="0"/>
            </a:spcBef>
            <a:spcAft>
              <a:spcPct val="15000"/>
            </a:spcAft>
            <a:buFont typeface="Wingdings" panose="05000000000000000000" pitchFamily="2" charset="2"/>
            <a:buChar char="Ø"/>
          </a:pPr>
          <a:r>
            <a:rPr lang="en-US" sz="2400" b="0" kern="1200" dirty="0">
              <a:latin typeface="Calibri" panose="020F0502020204030204" pitchFamily="34" charset="0"/>
              <a:cs typeface="Calibri" panose="020F0502020204030204" pitchFamily="34" charset="0"/>
            </a:rPr>
            <a:t>Cascading requirements to supply chain</a:t>
          </a:r>
        </a:p>
      </dsp:txBody>
      <dsp:txXfrm>
        <a:off x="4510" y="1323581"/>
        <a:ext cx="8389335" cy="45378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0" y="102060"/>
          <a:ext cx="8939872" cy="1242000"/>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b="1" kern="1200" baseline="0" dirty="0">
              <a:latin typeface="Calibri" panose="020F0502020204030204" pitchFamily="34" charset="0"/>
              <a:cs typeface="Calibri" panose="020F0502020204030204" pitchFamily="34" charset="0"/>
            </a:rPr>
            <a:t>4.4.1.2 Corporate Responsibility</a:t>
          </a:r>
          <a:endParaRPr lang="en-US" sz="2300" kern="1200" dirty="0">
            <a:latin typeface="Calibri" panose="020F0502020204030204" pitchFamily="34" charset="0"/>
            <a:cs typeface="Calibri" panose="020F0502020204030204" pitchFamily="34" charset="0"/>
          </a:endParaRPr>
        </a:p>
      </dsp:txBody>
      <dsp:txXfrm>
        <a:off x="621000" y="102060"/>
        <a:ext cx="7697872" cy="1242000"/>
      </dsp:txXfrm>
    </dsp:sp>
    <dsp:sp modelId="{78E3FCA2-2556-4D81-AFD6-BB24811236E5}">
      <dsp:nvSpPr>
        <dsp:cNvPr id="0" name=""/>
        <dsp:cNvSpPr/>
      </dsp:nvSpPr>
      <dsp:spPr>
        <a:xfrm>
          <a:off x="4806" y="1523852"/>
          <a:ext cx="8939872" cy="3467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Font typeface="Wingdings" panose="05000000000000000000" pitchFamily="2" charset="2"/>
            <a:buChar char="Ø"/>
          </a:pPr>
          <a:r>
            <a:rPr lang="en-US" sz="2300" b="0" kern="1200" baseline="0" dirty="0">
              <a:solidFill>
                <a:schemeClr val="tx1"/>
              </a:solidFill>
              <a:latin typeface="Calibri" panose="020F0502020204030204" pitchFamily="34" charset="0"/>
              <a:cs typeface="Calibri" panose="020F0502020204030204" pitchFamily="34" charset="0"/>
            </a:rPr>
            <a:t>ISO 9001:2015 expanded the concept of Management Responsibility and Commitment into leadership behaviors.</a:t>
          </a:r>
          <a:endParaRPr lang="en-US" sz="2300" b="0" kern="1200" dirty="0">
            <a:solidFill>
              <a:schemeClr val="tx1"/>
            </a:solidFill>
            <a:latin typeface="Calibri" panose="020F0502020204030204" pitchFamily="34" charset="0"/>
            <a:cs typeface="Calibri" panose="020F0502020204030204" pitchFamily="34" charset="0"/>
          </a:endParaRPr>
        </a:p>
        <a:p>
          <a:pPr marL="228600" lvl="1" indent="-228600" algn="l" defTabSz="1022350">
            <a:lnSpc>
              <a:spcPct val="90000"/>
            </a:lnSpc>
            <a:spcBef>
              <a:spcPct val="0"/>
            </a:spcBef>
            <a:spcAft>
              <a:spcPct val="15000"/>
            </a:spcAft>
            <a:buFont typeface="Wingdings" panose="05000000000000000000" pitchFamily="2" charset="2"/>
            <a:buNone/>
          </a:pPr>
          <a:endParaRPr lang="en-US" sz="2300" b="0" kern="1200" dirty="0">
            <a:solidFill>
              <a:schemeClr val="tx1"/>
            </a:solidFill>
            <a:latin typeface="Calibri" panose="020F0502020204030204" pitchFamily="34" charset="0"/>
            <a:cs typeface="Calibri" panose="020F0502020204030204" pitchFamily="34" charset="0"/>
          </a:endParaRPr>
        </a:p>
        <a:p>
          <a:pPr marL="228600" lvl="1" indent="-228600" algn="l" defTabSz="1022350">
            <a:lnSpc>
              <a:spcPct val="90000"/>
            </a:lnSpc>
            <a:spcBef>
              <a:spcPct val="0"/>
            </a:spcBef>
            <a:spcAft>
              <a:spcPct val="15000"/>
            </a:spcAft>
            <a:buFont typeface="Wingdings" panose="05000000000000000000" pitchFamily="2" charset="2"/>
            <a:buChar char="Ø"/>
          </a:pPr>
          <a:r>
            <a:rPr lang="en-US" sz="2300" b="0" kern="1200" baseline="0" dirty="0">
              <a:solidFill>
                <a:schemeClr val="tx1"/>
              </a:solidFill>
              <a:latin typeface="Calibri" panose="020F0502020204030204" pitchFamily="34" charset="0"/>
              <a:cs typeface="Calibri" panose="020F0502020204030204" pitchFamily="34" charset="0"/>
            </a:rPr>
            <a:t>IATF now requires a Corporate Responsibility Policy to address increasing governmental and market expectations in social and environmental matters.</a:t>
          </a:r>
          <a:endParaRPr lang="en-US" sz="2300" b="0" kern="1200" dirty="0">
            <a:solidFill>
              <a:schemeClr val="tx1"/>
            </a:solidFill>
            <a:latin typeface="Calibri" panose="020F0502020204030204" pitchFamily="34" charset="0"/>
            <a:cs typeface="Calibri" panose="020F0502020204030204" pitchFamily="34" charset="0"/>
          </a:endParaRPr>
        </a:p>
        <a:p>
          <a:pPr marL="228600" lvl="1" indent="-228600" algn="l" defTabSz="1022350">
            <a:lnSpc>
              <a:spcPct val="90000"/>
            </a:lnSpc>
            <a:spcBef>
              <a:spcPct val="0"/>
            </a:spcBef>
            <a:spcAft>
              <a:spcPct val="15000"/>
            </a:spcAft>
            <a:buFont typeface="Wingdings" panose="05000000000000000000" pitchFamily="2" charset="2"/>
            <a:buNone/>
          </a:pPr>
          <a:endParaRPr lang="en-US" sz="2300" b="0" kern="1200" dirty="0">
            <a:solidFill>
              <a:schemeClr val="tx1"/>
            </a:solidFill>
            <a:latin typeface="Calibri" panose="020F0502020204030204" pitchFamily="34" charset="0"/>
            <a:cs typeface="Calibri" panose="020F0502020204030204" pitchFamily="34" charset="0"/>
          </a:endParaRPr>
        </a:p>
        <a:p>
          <a:pPr marL="228600" lvl="1" indent="-228600" algn="l" defTabSz="1022350">
            <a:lnSpc>
              <a:spcPct val="90000"/>
            </a:lnSpc>
            <a:spcBef>
              <a:spcPct val="0"/>
            </a:spcBef>
            <a:spcAft>
              <a:spcPct val="15000"/>
            </a:spcAft>
            <a:buFont typeface="Wingdings" panose="05000000000000000000" pitchFamily="2" charset="2"/>
            <a:buChar char="Ø"/>
          </a:pPr>
          <a:r>
            <a:rPr lang="en-US" sz="2300" b="0" kern="1200" baseline="0" dirty="0">
              <a:solidFill>
                <a:schemeClr val="tx1"/>
              </a:solidFill>
              <a:latin typeface="Calibri" panose="020F0502020204030204" pitchFamily="34" charset="0"/>
              <a:cs typeface="Calibri" panose="020F0502020204030204" pitchFamily="34" charset="0"/>
            </a:rPr>
            <a:t> Requires policies that address Ethics, Code of Conduct and an Anti-Bribery.</a:t>
          </a:r>
          <a:endParaRPr lang="en-US" sz="2300" b="0" kern="1200" dirty="0">
            <a:solidFill>
              <a:schemeClr val="tx1"/>
            </a:solidFill>
            <a:latin typeface="Calibri" panose="020F0502020204030204" pitchFamily="34" charset="0"/>
            <a:cs typeface="Calibri" panose="020F0502020204030204" pitchFamily="34" charset="0"/>
          </a:endParaRPr>
        </a:p>
      </dsp:txBody>
      <dsp:txXfrm>
        <a:off x="4806" y="1523852"/>
        <a:ext cx="8939872" cy="34672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0" y="309456"/>
          <a:ext cx="9265738" cy="771575"/>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b="1" kern="1200" baseline="0" dirty="0">
              <a:latin typeface="Calibri" panose="020F0502020204030204" pitchFamily="34" charset="0"/>
              <a:cs typeface="Calibri" panose="020F0502020204030204" pitchFamily="34" charset="0"/>
            </a:rPr>
            <a:t>5.1.1.2 Process Effectiveness and Efficiency</a:t>
          </a:r>
          <a:endParaRPr lang="en-US" sz="2400" kern="1200" dirty="0">
            <a:latin typeface="Calibri" panose="020F0502020204030204" pitchFamily="34" charset="0"/>
            <a:cs typeface="Calibri" panose="020F0502020204030204" pitchFamily="34" charset="0"/>
          </a:endParaRPr>
        </a:p>
      </dsp:txBody>
      <dsp:txXfrm>
        <a:off x="385788" y="309456"/>
        <a:ext cx="8494163" cy="771575"/>
      </dsp:txXfrm>
    </dsp:sp>
    <dsp:sp modelId="{78E3FCA2-2556-4D81-AFD6-BB24811236E5}">
      <dsp:nvSpPr>
        <dsp:cNvPr id="0" name=""/>
        <dsp:cNvSpPr/>
      </dsp:nvSpPr>
      <dsp:spPr>
        <a:xfrm>
          <a:off x="222861" y="1332091"/>
          <a:ext cx="9246500" cy="2458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66800">
            <a:lnSpc>
              <a:spcPct val="90000"/>
            </a:lnSpc>
            <a:spcBef>
              <a:spcPct val="0"/>
            </a:spcBef>
            <a:spcAft>
              <a:spcPct val="15000"/>
            </a:spcAft>
            <a:buFont typeface="Wingdings" panose="05000000000000000000" pitchFamily="2" charset="2"/>
            <a:buChar char="Ø"/>
          </a:pPr>
          <a:r>
            <a:rPr lang="en-US" sz="2400" b="0" kern="1200" baseline="0" dirty="0">
              <a:solidFill>
                <a:schemeClr val="tx1"/>
              </a:solidFill>
              <a:latin typeface="Calibri" panose="020F0502020204030204" pitchFamily="34" charset="0"/>
              <a:cs typeface="Calibri" panose="020F0502020204030204" pitchFamily="34" charset="0"/>
            </a:rPr>
            <a:t>This requirement from TS was strengthened to ensure that the results of the process review activities are now included in Management Review.</a:t>
          </a:r>
          <a:endParaRPr lang="en-US" sz="2400" b="0" kern="1200" dirty="0">
            <a:solidFill>
              <a:schemeClr val="tx1"/>
            </a:solidFill>
            <a:latin typeface="Calibri" panose="020F0502020204030204" pitchFamily="34" charset="0"/>
            <a:cs typeface="Calibri" panose="020F0502020204030204" pitchFamily="34" charset="0"/>
          </a:endParaRPr>
        </a:p>
        <a:p>
          <a:pPr marL="228600" lvl="1" indent="-228600" algn="l" defTabSz="1066800">
            <a:lnSpc>
              <a:spcPct val="90000"/>
            </a:lnSpc>
            <a:spcBef>
              <a:spcPct val="0"/>
            </a:spcBef>
            <a:spcAft>
              <a:spcPct val="15000"/>
            </a:spcAft>
            <a:buFont typeface="Wingdings" panose="05000000000000000000" pitchFamily="2" charset="2"/>
            <a:buNone/>
          </a:pPr>
          <a:endParaRPr lang="en-US" sz="2400" b="0" kern="1200" dirty="0">
            <a:solidFill>
              <a:schemeClr val="tx1"/>
            </a:solidFill>
            <a:latin typeface="Calibri" panose="020F0502020204030204" pitchFamily="34" charset="0"/>
            <a:cs typeface="Calibri" panose="020F0502020204030204" pitchFamily="34" charset="0"/>
          </a:endParaRPr>
        </a:p>
        <a:p>
          <a:pPr marL="228600" lvl="1" indent="-228600" algn="l" defTabSz="1066800">
            <a:lnSpc>
              <a:spcPct val="90000"/>
            </a:lnSpc>
            <a:spcBef>
              <a:spcPct val="0"/>
            </a:spcBef>
            <a:spcAft>
              <a:spcPct val="15000"/>
            </a:spcAft>
            <a:buFont typeface="Wingdings" panose="05000000000000000000" pitchFamily="2" charset="2"/>
            <a:buChar char="Ø"/>
          </a:pPr>
          <a:r>
            <a:rPr lang="en-US" sz="2400" b="0" kern="1200" dirty="0">
              <a:solidFill>
                <a:schemeClr val="tx1"/>
              </a:solidFill>
              <a:latin typeface="Calibri" panose="020F0502020204030204" pitchFamily="34" charset="0"/>
              <a:cs typeface="Calibri" panose="020F0502020204030204" pitchFamily="34" charset="0"/>
            </a:rPr>
            <a:t>Requires methods/KPI’s to evaluate processes and identify improvements.</a:t>
          </a:r>
        </a:p>
        <a:p>
          <a:pPr marL="228600" lvl="1" indent="-228600" algn="l" defTabSz="1066800">
            <a:lnSpc>
              <a:spcPct val="90000"/>
            </a:lnSpc>
            <a:spcBef>
              <a:spcPct val="0"/>
            </a:spcBef>
            <a:spcAft>
              <a:spcPct val="15000"/>
            </a:spcAft>
            <a:buFont typeface="Wingdings" panose="05000000000000000000" pitchFamily="2" charset="2"/>
            <a:buNone/>
          </a:pPr>
          <a:endParaRPr lang="en-US" sz="2400" b="0" kern="1200" dirty="0">
            <a:solidFill>
              <a:schemeClr val="tx1"/>
            </a:solidFill>
            <a:latin typeface="Calibri" panose="020F0502020204030204" pitchFamily="34" charset="0"/>
            <a:cs typeface="Calibri" panose="020F0502020204030204" pitchFamily="34" charset="0"/>
          </a:endParaRPr>
        </a:p>
        <a:p>
          <a:pPr marL="228600" lvl="1" indent="-228600" algn="l" defTabSz="1066800">
            <a:lnSpc>
              <a:spcPct val="90000"/>
            </a:lnSpc>
            <a:spcBef>
              <a:spcPct val="0"/>
            </a:spcBef>
            <a:spcAft>
              <a:spcPct val="15000"/>
            </a:spcAft>
            <a:buFont typeface="Wingdings" panose="05000000000000000000" pitchFamily="2" charset="2"/>
            <a:buChar char="Ø"/>
          </a:pPr>
          <a:r>
            <a:rPr lang="en-US" sz="2400" b="0" kern="1200" baseline="0" dirty="0">
              <a:solidFill>
                <a:schemeClr val="tx1"/>
              </a:solidFill>
              <a:latin typeface="Calibri" panose="020F0502020204030204" pitchFamily="34" charset="0"/>
              <a:cs typeface="Calibri" panose="020F0502020204030204" pitchFamily="34" charset="0"/>
            </a:rPr>
            <a:t> This information shall be part of the Management Review process to determine the overall effectiveness of each process</a:t>
          </a:r>
          <a:r>
            <a:rPr lang="en-US" sz="2400" b="1" kern="1200" baseline="0" dirty="0">
              <a:solidFill>
                <a:schemeClr val="tx1"/>
              </a:solidFill>
              <a:latin typeface="Calibri" panose="020F0502020204030204" pitchFamily="34" charset="0"/>
              <a:cs typeface="Calibri" panose="020F0502020204030204" pitchFamily="34" charset="0"/>
            </a:rPr>
            <a:t>. </a:t>
          </a:r>
          <a:endParaRPr lang="en-US" sz="2400" b="1" kern="1200" dirty="0">
            <a:solidFill>
              <a:schemeClr val="tx1"/>
            </a:solidFill>
            <a:latin typeface="Calibri" panose="020F0502020204030204" pitchFamily="34" charset="0"/>
            <a:cs typeface="Calibri" panose="020F0502020204030204" pitchFamily="34" charset="0"/>
          </a:endParaRPr>
        </a:p>
      </dsp:txBody>
      <dsp:txXfrm>
        <a:off x="222861" y="1332091"/>
        <a:ext cx="9246500" cy="24588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43498" y="68102"/>
          <a:ext cx="8459233" cy="1336807"/>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b="1" kern="1200" baseline="0" dirty="0">
              <a:latin typeface="Calibri" panose="020F0502020204030204" pitchFamily="34" charset="0"/>
              <a:cs typeface="Calibri" panose="020F0502020204030204" pitchFamily="34" charset="0"/>
            </a:rPr>
            <a:t>5.1.1.3 Process Owners</a:t>
          </a:r>
          <a:endParaRPr lang="en-US" sz="3000" kern="1200" dirty="0">
            <a:latin typeface="Calibri" panose="020F0502020204030204" pitchFamily="34" charset="0"/>
            <a:cs typeface="Calibri" panose="020F0502020204030204" pitchFamily="34" charset="0"/>
          </a:endParaRPr>
        </a:p>
      </dsp:txBody>
      <dsp:txXfrm>
        <a:off x="711902" y="68102"/>
        <a:ext cx="7122426" cy="1336807"/>
      </dsp:txXfrm>
    </dsp:sp>
    <dsp:sp modelId="{78E3FCA2-2556-4D81-AFD6-BB24811236E5}">
      <dsp:nvSpPr>
        <dsp:cNvPr id="0" name=""/>
        <dsp:cNvSpPr/>
      </dsp:nvSpPr>
      <dsp:spPr>
        <a:xfrm>
          <a:off x="2911" y="1823395"/>
          <a:ext cx="9524217" cy="31248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33500">
            <a:lnSpc>
              <a:spcPct val="90000"/>
            </a:lnSpc>
            <a:spcBef>
              <a:spcPct val="0"/>
            </a:spcBef>
            <a:spcAft>
              <a:spcPct val="15000"/>
            </a:spcAft>
            <a:buFont typeface="Wingdings" panose="05000000000000000000" pitchFamily="2" charset="2"/>
            <a:buChar char="Ø"/>
          </a:pPr>
          <a:r>
            <a:rPr lang="en-US" sz="3000" b="0" kern="1200" baseline="0" dirty="0">
              <a:solidFill>
                <a:schemeClr val="tx1"/>
              </a:solidFill>
              <a:latin typeface="Calibri" panose="020F0502020204030204" pitchFamily="34" charset="0"/>
              <a:cs typeface="Calibri" panose="020F0502020204030204" pitchFamily="34" charset="0"/>
            </a:rPr>
            <a:t>Now requires that top management identify individual process owners.</a:t>
          </a:r>
          <a:endParaRPr lang="en-US" sz="3000" b="0" kern="1200" dirty="0">
            <a:solidFill>
              <a:schemeClr val="tx1"/>
            </a:solidFill>
            <a:latin typeface="Calibri" panose="020F0502020204030204" pitchFamily="34" charset="0"/>
            <a:cs typeface="Calibri" panose="020F0502020204030204" pitchFamily="34" charset="0"/>
          </a:endParaRPr>
        </a:p>
        <a:p>
          <a:pPr marL="285750" lvl="1" indent="-285750" algn="l" defTabSz="1333500">
            <a:lnSpc>
              <a:spcPct val="90000"/>
            </a:lnSpc>
            <a:spcBef>
              <a:spcPct val="0"/>
            </a:spcBef>
            <a:spcAft>
              <a:spcPct val="15000"/>
            </a:spcAft>
            <a:buFont typeface="Wingdings" panose="05000000000000000000" pitchFamily="2" charset="2"/>
            <a:buChar char="Ø"/>
          </a:pPr>
          <a:r>
            <a:rPr lang="en-US" sz="3000" b="0" kern="1200" dirty="0">
              <a:solidFill>
                <a:schemeClr val="tx1"/>
              </a:solidFill>
              <a:latin typeface="Calibri" panose="020F0502020204030204" pitchFamily="34" charset="0"/>
              <a:cs typeface="Calibri" panose="020F0502020204030204" pitchFamily="34" charset="0"/>
            </a:rPr>
            <a:t>Intent is that process owners understand their roles and are competent.</a:t>
          </a:r>
        </a:p>
        <a:p>
          <a:pPr marL="285750" lvl="1" indent="-285750" algn="l" defTabSz="1333500">
            <a:lnSpc>
              <a:spcPct val="90000"/>
            </a:lnSpc>
            <a:spcBef>
              <a:spcPct val="0"/>
            </a:spcBef>
            <a:spcAft>
              <a:spcPct val="15000"/>
            </a:spcAft>
            <a:buFont typeface="Wingdings" panose="05000000000000000000" pitchFamily="2" charset="2"/>
            <a:buChar char="Ø"/>
          </a:pPr>
          <a:r>
            <a:rPr lang="en-US" sz="3000" b="0" kern="1200" dirty="0">
              <a:solidFill>
                <a:schemeClr val="tx1"/>
              </a:solidFill>
              <a:latin typeface="Calibri" panose="020F0502020204030204" pitchFamily="34" charset="0"/>
              <a:cs typeface="Calibri" panose="020F0502020204030204" pitchFamily="34" charset="0"/>
            </a:rPr>
            <a:t>Process owners are responsible for the ensuring activities are performed in order to achieve desired output (objective).</a:t>
          </a:r>
        </a:p>
      </dsp:txBody>
      <dsp:txXfrm>
        <a:off x="2911" y="1823395"/>
        <a:ext cx="9524217" cy="312481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0" y="0"/>
          <a:ext cx="8459233" cy="1134000"/>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baseline="0" dirty="0">
              <a:latin typeface="Calibri" panose="020F0502020204030204" pitchFamily="34" charset="0"/>
              <a:cs typeface="Calibri" panose="020F0502020204030204" pitchFamily="34" charset="0"/>
            </a:rPr>
            <a:t>5.3.1 Organizational Roles, R&amp;A</a:t>
          </a:r>
          <a:endParaRPr lang="en-US" sz="2100" kern="1200" dirty="0">
            <a:latin typeface="Calibri" panose="020F0502020204030204" pitchFamily="34" charset="0"/>
            <a:cs typeface="Calibri" panose="020F0502020204030204" pitchFamily="34" charset="0"/>
          </a:endParaRPr>
        </a:p>
      </dsp:txBody>
      <dsp:txXfrm>
        <a:off x="567000" y="0"/>
        <a:ext cx="7325233" cy="1134000"/>
      </dsp:txXfrm>
    </dsp:sp>
    <dsp:sp modelId="{78E3FCA2-2556-4D81-AFD6-BB24811236E5}">
      <dsp:nvSpPr>
        <dsp:cNvPr id="0" name=""/>
        <dsp:cNvSpPr/>
      </dsp:nvSpPr>
      <dsp:spPr>
        <a:xfrm>
          <a:off x="2911" y="1270386"/>
          <a:ext cx="9524217" cy="3824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Requires that top management identify and document R&amp;A for certain activities including:</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Customer Portals/Scorecards</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Corrective Action</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Logistics</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Capacity Planning</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Now requires that top management identify individual process owners.</a:t>
          </a:r>
          <a:endParaRPr lang="en-US" sz="2000" b="0" kern="1200" dirty="0">
            <a:solidFill>
              <a:schemeClr val="tx1"/>
            </a:solidFill>
            <a:latin typeface="Calibri" panose="020F0502020204030204" pitchFamily="34" charset="0"/>
            <a:cs typeface="Calibri" panose="020F050202020403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solidFill>
                <a:schemeClr val="tx1"/>
              </a:solidFill>
              <a:latin typeface="Calibri" panose="020F0502020204030204" pitchFamily="34" charset="0"/>
              <a:cs typeface="Calibri" panose="020F0502020204030204" pitchFamily="34" charset="0"/>
            </a:rPr>
            <a:t>Intent is that process owners understand their roles and are competent</a:t>
          </a: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solidFill>
                <a:schemeClr val="tx1"/>
              </a:solidFill>
              <a:latin typeface="Calibri" panose="020F0502020204030204" pitchFamily="34" charset="0"/>
              <a:cs typeface="Calibri" panose="020F0502020204030204" pitchFamily="34" charset="0"/>
            </a:rPr>
            <a:t>Process owners are responsible for the ensuring activities are performed in order to achieve desired output (objective).</a:t>
          </a:r>
        </a:p>
      </dsp:txBody>
      <dsp:txXfrm>
        <a:off x="2911" y="1270386"/>
        <a:ext cx="9524217" cy="38249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0" y="190999"/>
          <a:ext cx="9152007" cy="542082"/>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sz="2800" b="1" kern="1200" baseline="0" dirty="0">
              <a:latin typeface="Calibri" panose="020F0502020204030204" pitchFamily="34" charset="0"/>
              <a:cs typeface="Calibri" panose="020F0502020204030204" pitchFamily="34" charset="0"/>
            </a:rPr>
            <a:t>6.1.2. Risk Analysis</a:t>
          </a:r>
          <a:endParaRPr lang="en-US" sz="2800" kern="1200" dirty="0">
            <a:latin typeface="Calibri" panose="020F0502020204030204" pitchFamily="34" charset="0"/>
            <a:cs typeface="Calibri" panose="020F0502020204030204" pitchFamily="34" charset="0"/>
          </a:endParaRPr>
        </a:p>
      </dsp:txBody>
      <dsp:txXfrm>
        <a:off x="271041" y="190999"/>
        <a:ext cx="8609925" cy="542082"/>
      </dsp:txXfrm>
    </dsp:sp>
    <dsp:sp modelId="{78E3FCA2-2556-4D81-AFD6-BB24811236E5}">
      <dsp:nvSpPr>
        <dsp:cNvPr id="0" name=""/>
        <dsp:cNvSpPr/>
      </dsp:nvSpPr>
      <dsp:spPr>
        <a:xfrm>
          <a:off x="7536" y="880929"/>
          <a:ext cx="8920234" cy="3965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0" algn="l" defTabSz="1066800">
            <a:lnSpc>
              <a:spcPct val="90000"/>
            </a:lnSpc>
            <a:spcBef>
              <a:spcPct val="0"/>
            </a:spcBef>
            <a:spcAft>
              <a:spcPct val="15000"/>
            </a:spcAft>
            <a:buFont typeface="Wingdings" panose="05000000000000000000" pitchFamily="2" charset="2"/>
            <a:buChar char="Ø"/>
          </a:pPr>
          <a:r>
            <a:rPr lang="en-US" sz="2400" b="0" kern="1200" baseline="0" dirty="0">
              <a:solidFill>
                <a:schemeClr val="tx1"/>
              </a:solidFill>
              <a:latin typeface="Calibri" panose="020F0502020204030204" pitchFamily="34" charset="0"/>
              <a:cs typeface="Calibri" panose="020F0502020204030204" pitchFamily="34" charset="0"/>
            </a:rPr>
            <a:t>Although, TS 16949 required companies to identify, analyze and consider ACTUAL and POTENTIAL risks in various area through APQP, IATF requires that risk be reviewed in several areas within the QMS, including:</a:t>
          </a:r>
          <a:endParaRPr lang="en-US" sz="2400" b="0" kern="1200" dirty="0">
            <a:solidFill>
              <a:schemeClr val="tx1"/>
            </a:solidFill>
            <a:latin typeface="Calibri" panose="020F0502020204030204" pitchFamily="34" charset="0"/>
            <a:cs typeface="Calibri" panose="020F0502020204030204" pitchFamily="34" charset="0"/>
          </a:endParaRPr>
        </a:p>
        <a:p>
          <a:pPr marL="687388" lvl="1" indent="-288925" algn="l" defTabSz="1066800">
            <a:lnSpc>
              <a:spcPct val="90000"/>
            </a:lnSpc>
            <a:spcBef>
              <a:spcPct val="0"/>
            </a:spcBef>
            <a:spcAft>
              <a:spcPct val="15000"/>
            </a:spcAft>
            <a:buFont typeface="Wingdings" panose="05000000000000000000" pitchFamily="2" charset="2"/>
            <a:buChar char="§"/>
          </a:pPr>
          <a:r>
            <a:rPr lang="en-US" sz="2400" b="0" kern="1200" baseline="0" dirty="0">
              <a:solidFill>
                <a:schemeClr val="tx1"/>
              </a:solidFill>
              <a:latin typeface="Calibri" panose="020F0502020204030204" pitchFamily="34" charset="0"/>
              <a:cs typeface="Calibri" panose="020F0502020204030204" pitchFamily="34" charset="0"/>
            </a:rPr>
            <a:t>Individual Processes</a:t>
          </a:r>
          <a:endParaRPr lang="en-US" sz="2400" b="0" kern="1200" dirty="0">
            <a:solidFill>
              <a:schemeClr val="tx1"/>
            </a:solidFill>
            <a:latin typeface="Calibri" panose="020F0502020204030204" pitchFamily="34" charset="0"/>
            <a:cs typeface="Calibri" panose="020F0502020204030204" pitchFamily="34" charset="0"/>
          </a:endParaRPr>
        </a:p>
        <a:p>
          <a:pPr marL="687388" lvl="1" indent="-288925" algn="l" defTabSz="1066800">
            <a:lnSpc>
              <a:spcPct val="90000"/>
            </a:lnSpc>
            <a:spcBef>
              <a:spcPct val="0"/>
            </a:spcBef>
            <a:spcAft>
              <a:spcPct val="15000"/>
            </a:spcAft>
            <a:buFont typeface="Wingdings" panose="05000000000000000000" pitchFamily="2" charset="2"/>
            <a:buChar char="§"/>
          </a:pPr>
          <a:r>
            <a:rPr lang="en-US" sz="2400" b="0" kern="1200" dirty="0">
              <a:solidFill>
                <a:schemeClr val="tx1"/>
              </a:solidFill>
              <a:latin typeface="Calibri" panose="020F0502020204030204" pitchFamily="34" charset="0"/>
              <a:cs typeface="Calibri" panose="020F0502020204030204" pitchFamily="34" charset="0"/>
            </a:rPr>
            <a:t>Design and Development</a:t>
          </a:r>
        </a:p>
        <a:p>
          <a:pPr marL="687388" lvl="1" indent="-288925" algn="l" defTabSz="1066800">
            <a:lnSpc>
              <a:spcPct val="90000"/>
            </a:lnSpc>
            <a:spcBef>
              <a:spcPct val="0"/>
            </a:spcBef>
            <a:spcAft>
              <a:spcPct val="15000"/>
            </a:spcAft>
            <a:buFont typeface="Wingdings" panose="05000000000000000000" pitchFamily="2" charset="2"/>
            <a:buChar char="§"/>
          </a:pPr>
          <a:r>
            <a:rPr lang="en-US" sz="2400" b="0" kern="1200" baseline="0" dirty="0">
              <a:solidFill>
                <a:schemeClr val="tx1"/>
              </a:solidFill>
              <a:latin typeface="Calibri" panose="020F0502020204030204" pitchFamily="34" charset="0"/>
              <a:cs typeface="Calibri" panose="020F0502020204030204" pitchFamily="34" charset="0"/>
            </a:rPr>
            <a:t>Facility Layout</a:t>
          </a:r>
          <a:endParaRPr lang="en-US" sz="2400" b="0" kern="1200" dirty="0">
            <a:solidFill>
              <a:schemeClr val="tx1"/>
            </a:solidFill>
            <a:latin typeface="Calibri" panose="020F0502020204030204" pitchFamily="34" charset="0"/>
            <a:cs typeface="Calibri" panose="020F0502020204030204" pitchFamily="34" charset="0"/>
          </a:endParaRPr>
        </a:p>
        <a:p>
          <a:pPr marL="687388" lvl="1" indent="-288925" algn="l" defTabSz="1066800">
            <a:lnSpc>
              <a:spcPct val="90000"/>
            </a:lnSpc>
            <a:spcBef>
              <a:spcPct val="0"/>
            </a:spcBef>
            <a:spcAft>
              <a:spcPct val="15000"/>
            </a:spcAft>
            <a:buFont typeface="Wingdings" panose="05000000000000000000" pitchFamily="2" charset="2"/>
            <a:buChar char="§"/>
          </a:pPr>
          <a:r>
            <a:rPr lang="en-US" sz="2400" b="0" kern="1200" baseline="0" dirty="0">
              <a:solidFill>
                <a:schemeClr val="tx1"/>
              </a:solidFill>
              <a:latin typeface="Calibri" panose="020F0502020204030204" pitchFamily="34" charset="0"/>
              <a:cs typeface="Calibri" panose="020F0502020204030204" pitchFamily="34" charset="0"/>
            </a:rPr>
            <a:t>Contingency Plans</a:t>
          </a:r>
          <a:endParaRPr lang="en-US" sz="2400" b="0" kern="1200" dirty="0">
            <a:solidFill>
              <a:schemeClr val="tx1"/>
            </a:solidFill>
            <a:latin typeface="Calibri" panose="020F0502020204030204" pitchFamily="34" charset="0"/>
            <a:cs typeface="Calibri" panose="020F0502020204030204" pitchFamily="34" charset="0"/>
          </a:endParaRPr>
        </a:p>
        <a:p>
          <a:pPr marL="687388" lvl="1" indent="-288925" algn="l" defTabSz="1066800">
            <a:lnSpc>
              <a:spcPct val="90000"/>
            </a:lnSpc>
            <a:spcBef>
              <a:spcPct val="0"/>
            </a:spcBef>
            <a:spcAft>
              <a:spcPct val="15000"/>
            </a:spcAft>
            <a:buFont typeface="Wingdings" panose="05000000000000000000" pitchFamily="2" charset="2"/>
            <a:buChar char="§"/>
          </a:pPr>
          <a:r>
            <a:rPr lang="en-US" sz="2400" b="0" kern="1200" dirty="0">
              <a:solidFill>
                <a:schemeClr val="tx1"/>
              </a:solidFill>
              <a:latin typeface="Calibri" panose="020F0502020204030204" pitchFamily="34" charset="0"/>
              <a:cs typeface="Calibri" panose="020F0502020204030204" pitchFamily="34" charset="0"/>
            </a:rPr>
            <a:t>Supplier Selection/Control</a:t>
          </a:r>
        </a:p>
        <a:p>
          <a:pPr marL="171450" lvl="1" indent="0" algn="l" defTabSz="1066800">
            <a:lnSpc>
              <a:spcPct val="90000"/>
            </a:lnSpc>
            <a:spcBef>
              <a:spcPct val="0"/>
            </a:spcBef>
            <a:spcAft>
              <a:spcPct val="15000"/>
            </a:spcAft>
            <a:buFont typeface="Wingdings" panose="05000000000000000000" pitchFamily="2" charset="2"/>
            <a:buChar char="Ø"/>
          </a:pPr>
          <a:r>
            <a:rPr lang="en-US" sz="2400" b="0" kern="1200" dirty="0">
              <a:solidFill>
                <a:schemeClr val="tx1"/>
              </a:solidFill>
              <a:latin typeface="Calibri" panose="020F0502020204030204" pitchFamily="34" charset="0"/>
              <a:cs typeface="Calibri" panose="020F0502020204030204" pitchFamily="34" charset="0"/>
            </a:rPr>
            <a:t>Need to consider lessons learned, product audits, field returns, complaints, scrap and rework in the analysis of risks.</a:t>
          </a:r>
        </a:p>
      </dsp:txBody>
      <dsp:txXfrm>
        <a:off x="7536" y="880929"/>
        <a:ext cx="8920234" cy="396567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410338" y="0"/>
          <a:ext cx="8847190" cy="1041125"/>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baseline="0" dirty="0">
              <a:latin typeface="Calibri" panose="020F0502020204030204" pitchFamily="34" charset="0"/>
              <a:cs typeface="Calibri" panose="020F0502020204030204" pitchFamily="34" charset="0"/>
            </a:rPr>
            <a:t>6.1.3. Contingency Plans</a:t>
          </a:r>
          <a:endParaRPr lang="en-US" sz="2100" kern="1200" dirty="0">
            <a:latin typeface="Calibri" panose="020F0502020204030204" pitchFamily="34" charset="0"/>
            <a:cs typeface="Calibri" panose="020F0502020204030204" pitchFamily="34" charset="0"/>
          </a:endParaRPr>
        </a:p>
      </dsp:txBody>
      <dsp:txXfrm>
        <a:off x="930901" y="0"/>
        <a:ext cx="7806065" cy="1041125"/>
      </dsp:txXfrm>
    </dsp:sp>
    <dsp:sp modelId="{78E3FCA2-2556-4D81-AFD6-BB24811236E5}">
      <dsp:nvSpPr>
        <dsp:cNvPr id="0" name=""/>
        <dsp:cNvSpPr/>
      </dsp:nvSpPr>
      <dsp:spPr>
        <a:xfrm>
          <a:off x="4700" y="1184009"/>
          <a:ext cx="9188705" cy="3874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This requirement has been strengthened in IATF.</a:t>
          </a:r>
          <a:endParaRPr lang="en-US" sz="2000" b="0" kern="1200" dirty="0">
            <a:solidFill>
              <a:schemeClr val="tx1"/>
            </a:solidFill>
            <a:latin typeface="Calibri" panose="020F0502020204030204" pitchFamily="34" charset="0"/>
            <a:cs typeface="Calibri" panose="020F0502020204030204" pitchFamily="34" charset="0"/>
          </a:endParaRPr>
        </a:p>
        <a:p>
          <a:pPr marL="171450" lvl="1" indent="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Contingency Plans need to be defined</a:t>
          </a:r>
          <a:endParaRPr lang="en-US" sz="2000" b="0" kern="1200" dirty="0">
            <a:solidFill>
              <a:schemeClr val="tx1"/>
            </a:solidFill>
            <a:latin typeface="Calibri" panose="020F0502020204030204" pitchFamily="34" charset="0"/>
            <a:cs typeface="Calibri" panose="020F0502020204030204" pitchFamily="34" charset="0"/>
          </a:endParaRPr>
        </a:p>
        <a:p>
          <a:pPr marL="171450" lvl="1" indent="0" algn="l" defTabSz="889000">
            <a:lnSpc>
              <a:spcPct val="90000"/>
            </a:lnSpc>
            <a:spcBef>
              <a:spcPct val="0"/>
            </a:spcBef>
            <a:spcAft>
              <a:spcPct val="15000"/>
            </a:spcAft>
            <a:buFont typeface="Wingdings" panose="05000000000000000000" pitchFamily="2" charset="2"/>
            <a:buChar char="Ø"/>
          </a:pPr>
          <a:r>
            <a:rPr lang="en-US" sz="2000" b="0" kern="1200" baseline="0" dirty="0">
              <a:solidFill>
                <a:schemeClr val="tx1"/>
              </a:solidFill>
              <a:latin typeface="Calibri" panose="020F0502020204030204" pitchFamily="34" charset="0"/>
              <a:cs typeface="Calibri" panose="020F0502020204030204" pitchFamily="34" charset="0"/>
            </a:rPr>
            <a:t>Includes notification to customer and interested parties</a:t>
          </a:r>
          <a:endParaRPr lang="en-US" sz="2000" b="0" kern="1200" dirty="0">
            <a:solidFill>
              <a:schemeClr val="tx1"/>
            </a:solidFill>
            <a:latin typeface="Calibri" panose="020F0502020204030204" pitchFamily="34" charset="0"/>
            <a:cs typeface="Calibri" panose="020F0502020204030204" pitchFamily="34" charset="0"/>
          </a:endParaRPr>
        </a:p>
        <a:p>
          <a:pPr marL="171450" lvl="1" indent="0" algn="l" defTabSz="889000">
            <a:lnSpc>
              <a:spcPct val="90000"/>
            </a:lnSpc>
            <a:spcBef>
              <a:spcPct val="0"/>
            </a:spcBef>
            <a:spcAft>
              <a:spcPct val="15000"/>
            </a:spcAft>
            <a:buFont typeface="Wingdings" panose="05000000000000000000" pitchFamily="2" charset="2"/>
            <a:buChar char="Ø"/>
          </a:pPr>
          <a:r>
            <a:rPr lang="en-US" sz="2000" b="0" kern="1200" dirty="0">
              <a:solidFill>
                <a:schemeClr val="tx1"/>
              </a:solidFill>
              <a:latin typeface="Calibri" panose="020F0502020204030204" pitchFamily="34" charset="0"/>
              <a:cs typeface="Calibri" panose="020F0502020204030204" pitchFamily="34" charset="0"/>
            </a:rPr>
            <a:t>Requires conducting a risk analysis on the potential issues/emergencies</a:t>
          </a:r>
        </a:p>
        <a:p>
          <a:pPr marL="171450" lvl="1" indent="0" algn="l" defTabSz="889000">
            <a:lnSpc>
              <a:spcPct val="90000"/>
            </a:lnSpc>
            <a:spcBef>
              <a:spcPct val="0"/>
            </a:spcBef>
            <a:spcAft>
              <a:spcPct val="15000"/>
            </a:spcAft>
            <a:buFont typeface="Wingdings" panose="05000000000000000000" pitchFamily="2" charset="2"/>
            <a:buChar char="Ø"/>
          </a:pPr>
          <a:r>
            <a:rPr lang="en-US" sz="2000" b="0" kern="1200" dirty="0">
              <a:solidFill>
                <a:schemeClr val="tx1"/>
              </a:solidFill>
              <a:latin typeface="Calibri" panose="020F0502020204030204" pitchFamily="34" charset="0"/>
              <a:cs typeface="Calibri" panose="020F0502020204030204" pitchFamily="34" charset="0"/>
            </a:rPr>
            <a:t>Need to be updated and tested where feasible.</a:t>
          </a:r>
        </a:p>
        <a:p>
          <a:pPr marL="171450" lvl="1" indent="0" algn="l" defTabSz="889000">
            <a:lnSpc>
              <a:spcPct val="90000"/>
            </a:lnSpc>
            <a:spcBef>
              <a:spcPct val="0"/>
            </a:spcBef>
            <a:spcAft>
              <a:spcPct val="15000"/>
            </a:spcAft>
            <a:buFont typeface="Wingdings" panose="05000000000000000000" pitchFamily="2" charset="2"/>
            <a:buChar char="Ø"/>
          </a:pPr>
          <a:r>
            <a:rPr lang="en-US" sz="2000" b="0" kern="1200" dirty="0">
              <a:solidFill>
                <a:schemeClr val="tx1"/>
              </a:solidFill>
              <a:latin typeface="Calibri" panose="020F0502020204030204" pitchFamily="34" charset="0"/>
              <a:cs typeface="Calibri" panose="020F0502020204030204" pitchFamily="34" charset="0"/>
            </a:rPr>
            <a:t>Examples include:</a:t>
          </a:r>
        </a:p>
        <a:p>
          <a:pPr marL="687388" lvl="1" indent="-171450" algn="l" defTabSz="889000">
            <a:lnSpc>
              <a:spcPct val="90000"/>
            </a:lnSpc>
            <a:spcBef>
              <a:spcPct val="0"/>
            </a:spcBef>
            <a:spcAft>
              <a:spcPct val="15000"/>
            </a:spcAft>
            <a:buFont typeface="Wingdings" panose="05000000000000000000" pitchFamily="2" charset="2"/>
            <a:buChar char="§"/>
          </a:pPr>
          <a:r>
            <a:rPr lang="en-US" sz="2000" b="0" kern="1200" baseline="0" dirty="0">
              <a:solidFill>
                <a:schemeClr val="tx1"/>
              </a:solidFill>
              <a:latin typeface="Calibri" panose="020F0502020204030204" pitchFamily="34" charset="0"/>
              <a:cs typeface="Calibri" panose="020F0502020204030204" pitchFamily="34" charset="0"/>
            </a:rPr>
            <a:t>Interruption of supplied products, processes or services</a:t>
          </a:r>
          <a:endParaRPr lang="en-US" sz="2000" b="0" kern="1200" dirty="0">
            <a:solidFill>
              <a:schemeClr val="tx1"/>
            </a:solidFill>
            <a:latin typeface="Calibri" panose="020F0502020204030204" pitchFamily="34" charset="0"/>
            <a:cs typeface="Calibri" panose="020F0502020204030204" pitchFamily="34" charset="0"/>
          </a:endParaRPr>
        </a:p>
        <a:p>
          <a:pPr marL="687388" lvl="1" indent="-171450" algn="l" defTabSz="889000">
            <a:lnSpc>
              <a:spcPct val="90000"/>
            </a:lnSpc>
            <a:spcBef>
              <a:spcPct val="0"/>
            </a:spcBef>
            <a:spcAft>
              <a:spcPct val="15000"/>
            </a:spcAft>
            <a:buFont typeface="Wingdings" panose="05000000000000000000" pitchFamily="2" charset="2"/>
            <a:buChar char="§"/>
          </a:pPr>
          <a:r>
            <a:rPr lang="en-US" sz="2000" b="0" kern="1200" dirty="0">
              <a:solidFill>
                <a:schemeClr val="tx1"/>
              </a:solidFill>
              <a:latin typeface="Calibri" panose="020F0502020204030204" pitchFamily="34" charset="0"/>
              <a:cs typeface="Calibri" panose="020F0502020204030204" pitchFamily="34" charset="0"/>
            </a:rPr>
            <a:t>Natural Disasters</a:t>
          </a:r>
        </a:p>
        <a:p>
          <a:pPr marL="687388" lvl="1" indent="-171450" algn="l" defTabSz="889000">
            <a:lnSpc>
              <a:spcPct val="90000"/>
            </a:lnSpc>
            <a:spcBef>
              <a:spcPct val="0"/>
            </a:spcBef>
            <a:spcAft>
              <a:spcPct val="15000"/>
            </a:spcAft>
            <a:buFont typeface="Wingdings" panose="05000000000000000000" pitchFamily="2" charset="2"/>
            <a:buChar char="§"/>
          </a:pPr>
          <a:r>
            <a:rPr lang="en-US" sz="2000" b="0" kern="1200" baseline="0" dirty="0">
              <a:solidFill>
                <a:schemeClr val="tx1"/>
              </a:solidFill>
              <a:latin typeface="Calibri" panose="020F0502020204030204" pitchFamily="34" charset="0"/>
              <a:cs typeface="Calibri" panose="020F0502020204030204" pitchFamily="34" charset="0"/>
            </a:rPr>
            <a:t>Infrastructure Disruptions</a:t>
          </a:r>
          <a:endParaRPr lang="en-US" sz="2000" b="0" kern="1200" dirty="0">
            <a:solidFill>
              <a:schemeClr val="tx1"/>
            </a:solidFill>
            <a:latin typeface="Calibri" panose="020F0502020204030204" pitchFamily="34" charset="0"/>
            <a:cs typeface="Calibri" panose="020F0502020204030204" pitchFamily="34" charset="0"/>
          </a:endParaRPr>
        </a:p>
        <a:p>
          <a:pPr marL="687388" lvl="1" indent="-171450" algn="l" defTabSz="889000">
            <a:lnSpc>
              <a:spcPct val="90000"/>
            </a:lnSpc>
            <a:spcBef>
              <a:spcPct val="0"/>
            </a:spcBef>
            <a:spcAft>
              <a:spcPct val="15000"/>
            </a:spcAft>
            <a:buFont typeface="Wingdings" panose="05000000000000000000" pitchFamily="2" charset="2"/>
            <a:buChar char="§"/>
          </a:pPr>
          <a:r>
            <a:rPr lang="en-US" sz="2000" b="0" kern="1200" baseline="0" dirty="0">
              <a:solidFill>
                <a:schemeClr val="tx1"/>
              </a:solidFill>
              <a:latin typeface="Calibri" panose="020F0502020204030204" pitchFamily="34" charset="0"/>
              <a:cs typeface="Calibri" panose="020F0502020204030204" pitchFamily="34" charset="0"/>
            </a:rPr>
            <a:t>Labor Disruptions</a:t>
          </a:r>
          <a:endParaRPr lang="en-US" sz="2000" b="0" kern="1200" dirty="0">
            <a:solidFill>
              <a:schemeClr val="tx1"/>
            </a:solidFill>
            <a:latin typeface="Calibri" panose="020F0502020204030204" pitchFamily="34" charset="0"/>
            <a:cs typeface="Calibri" panose="020F0502020204030204" pitchFamily="34" charset="0"/>
          </a:endParaRPr>
        </a:p>
        <a:p>
          <a:pPr marL="687388" lvl="1" indent="-171450" algn="l" defTabSz="889000">
            <a:lnSpc>
              <a:spcPct val="90000"/>
            </a:lnSpc>
            <a:spcBef>
              <a:spcPct val="0"/>
            </a:spcBef>
            <a:spcAft>
              <a:spcPct val="15000"/>
            </a:spcAft>
            <a:buFont typeface="Wingdings" panose="05000000000000000000" pitchFamily="2" charset="2"/>
            <a:buChar char="§"/>
          </a:pPr>
          <a:r>
            <a:rPr lang="en-US" sz="2000" b="0" kern="1200" dirty="0">
              <a:solidFill>
                <a:schemeClr val="tx1"/>
              </a:solidFill>
              <a:latin typeface="Calibri" panose="020F0502020204030204" pitchFamily="34" charset="0"/>
              <a:cs typeface="Calibri" panose="020F0502020204030204" pitchFamily="34" charset="0"/>
            </a:rPr>
            <a:t>IT Disruptions/Cyber Attacks</a:t>
          </a:r>
        </a:p>
      </dsp:txBody>
      <dsp:txXfrm>
        <a:off x="4700" y="1184009"/>
        <a:ext cx="9188705" cy="38745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52F388-306C-4A14-9FCA-396F3F210499}">
      <dsp:nvSpPr>
        <dsp:cNvPr id="0" name=""/>
        <dsp:cNvSpPr/>
      </dsp:nvSpPr>
      <dsp:spPr>
        <a:xfrm>
          <a:off x="0" y="0"/>
          <a:ext cx="9149031" cy="1134000"/>
        </a:xfrm>
        <a:prstGeom prst="chevron">
          <a:avLst/>
        </a:prstGeom>
        <a:solidFill>
          <a:schemeClr val="tx2">
            <a:lumMod val="60000"/>
            <a:lumOff val="4000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baseline="0" dirty="0">
              <a:latin typeface="Calibri" panose="020F0502020204030204" pitchFamily="34" charset="0"/>
              <a:cs typeface="Calibri" panose="020F0502020204030204" pitchFamily="34" charset="0"/>
            </a:rPr>
            <a:t>6.2.2.1 Quality Objectives</a:t>
          </a:r>
          <a:endParaRPr lang="en-US" sz="2100" kern="1200" dirty="0">
            <a:latin typeface="Calibri" panose="020F0502020204030204" pitchFamily="34" charset="0"/>
            <a:cs typeface="Calibri" panose="020F0502020204030204" pitchFamily="34" charset="0"/>
          </a:endParaRPr>
        </a:p>
      </dsp:txBody>
      <dsp:txXfrm>
        <a:off x="567000" y="0"/>
        <a:ext cx="8015031" cy="1134000"/>
      </dsp:txXfrm>
    </dsp:sp>
    <dsp:sp modelId="{78E3FCA2-2556-4D81-AFD6-BB24811236E5}">
      <dsp:nvSpPr>
        <dsp:cNvPr id="0" name=""/>
        <dsp:cNvSpPr/>
      </dsp:nvSpPr>
      <dsp:spPr>
        <a:xfrm>
          <a:off x="2526" y="1288649"/>
          <a:ext cx="8939776" cy="3816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Font typeface="Wingdings" panose="05000000000000000000" pitchFamily="2" charset="2"/>
            <a:buChar char="Ø"/>
          </a:pPr>
          <a:r>
            <a:rPr lang="en-US" sz="2100" b="0" kern="1200" baseline="0" dirty="0">
              <a:solidFill>
                <a:schemeClr val="tx1"/>
              </a:solidFill>
              <a:latin typeface="Calibri" panose="020F0502020204030204" pitchFamily="34" charset="0"/>
              <a:cs typeface="Calibri" panose="020F0502020204030204" pitchFamily="34" charset="0"/>
            </a:rPr>
            <a:t>Although TS required establishing Quality Objectives, IATF has required that it be done in all levels or the organization.</a:t>
          </a:r>
          <a:endParaRPr lang="en-US" sz="2100" b="0" kern="1200" dirty="0">
            <a:solidFill>
              <a:schemeClr val="tx1"/>
            </a:solidFill>
            <a:latin typeface="Calibri" panose="020F0502020204030204" pitchFamily="34" charset="0"/>
            <a:cs typeface="Calibri" panose="020F0502020204030204" pitchFamily="34" charset="0"/>
          </a:endParaRPr>
        </a:p>
        <a:p>
          <a:pPr marL="228600" lvl="1" indent="-228600" algn="l" defTabSz="933450">
            <a:lnSpc>
              <a:spcPct val="90000"/>
            </a:lnSpc>
            <a:spcBef>
              <a:spcPct val="0"/>
            </a:spcBef>
            <a:spcAft>
              <a:spcPct val="15000"/>
            </a:spcAft>
            <a:buFont typeface="Wingdings" panose="05000000000000000000" pitchFamily="2" charset="2"/>
            <a:buNone/>
          </a:pPr>
          <a:endParaRPr lang="en-US" sz="2100" b="0" kern="1200" dirty="0">
            <a:solidFill>
              <a:schemeClr val="tx1"/>
            </a:solidFill>
            <a:latin typeface="Calibri" panose="020F0502020204030204" pitchFamily="34" charset="0"/>
            <a:cs typeface="Calibri" panose="020F0502020204030204" pitchFamily="34" charset="0"/>
          </a:endParaRPr>
        </a:p>
        <a:p>
          <a:pPr marL="228600" lvl="1" indent="-228600" algn="l" defTabSz="933450">
            <a:lnSpc>
              <a:spcPct val="90000"/>
            </a:lnSpc>
            <a:spcBef>
              <a:spcPct val="0"/>
            </a:spcBef>
            <a:spcAft>
              <a:spcPct val="15000"/>
            </a:spcAft>
            <a:buFont typeface="Wingdings" panose="05000000000000000000" pitchFamily="2" charset="2"/>
            <a:buChar char="Ø"/>
          </a:pPr>
          <a:r>
            <a:rPr lang="en-US" sz="2100" b="0" kern="1200" dirty="0">
              <a:solidFill>
                <a:schemeClr val="tx1"/>
              </a:solidFill>
              <a:latin typeface="Calibri" panose="020F0502020204030204" pitchFamily="34" charset="0"/>
              <a:cs typeface="Calibri" panose="020F0502020204030204" pitchFamily="34" charset="0"/>
            </a:rPr>
            <a:t>Employees need to be aware of the objectives.</a:t>
          </a:r>
        </a:p>
        <a:p>
          <a:pPr marL="228600" lvl="1" indent="-228600" algn="l" defTabSz="933450">
            <a:lnSpc>
              <a:spcPct val="90000"/>
            </a:lnSpc>
            <a:spcBef>
              <a:spcPct val="0"/>
            </a:spcBef>
            <a:spcAft>
              <a:spcPct val="15000"/>
            </a:spcAft>
            <a:buFont typeface="Wingdings" panose="05000000000000000000" pitchFamily="2" charset="2"/>
            <a:buNone/>
          </a:pPr>
          <a:endParaRPr lang="en-US" sz="2100" b="0" kern="1200" dirty="0">
            <a:solidFill>
              <a:schemeClr val="tx1"/>
            </a:solidFill>
            <a:latin typeface="Calibri" panose="020F0502020204030204" pitchFamily="34" charset="0"/>
            <a:cs typeface="Calibri" panose="020F0502020204030204" pitchFamily="34" charset="0"/>
          </a:endParaRPr>
        </a:p>
        <a:p>
          <a:pPr marL="228600" lvl="1" indent="-228600" algn="l" defTabSz="933450">
            <a:lnSpc>
              <a:spcPct val="90000"/>
            </a:lnSpc>
            <a:spcBef>
              <a:spcPct val="0"/>
            </a:spcBef>
            <a:spcAft>
              <a:spcPct val="15000"/>
            </a:spcAft>
            <a:buFont typeface="Wingdings" panose="05000000000000000000" pitchFamily="2" charset="2"/>
            <a:buChar char="Ø"/>
          </a:pPr>
          <a:r>
            <a:rPr lang="en-US" sz="2100" b="0" kern="1200" dirty="0">
              <a:solidFill>
                <a:schemeClr val="tx1"/>
              </a:solidFill>
              <a:latin typeface="Calibri" panose="020F0502020204030204" pitchFamily="34" charset="0"/>
              <a:cs typeface="Calibri" panose="020F0502020204030204" pitchFamily="34" charset="0"/>
            </a:rPr>
            <a:t>Objectives and targets need to be reviewed at least ANNUALLY.</a:t>
          </a:r>
        </a:p>
        <a:p>
          <a:pPr marL="228600" lvl="1" indent="-228600" algn="l" defTabSz="933450">
            <a:lnSpc>
              <a:spcPct val="90000"/>
            </a:lnSpc>
            <a:spcBef>
              <a:spcPct val="0"/>
            </a:spcBef>
            <a:spcAft>
              <a:spcPct val="15000"/>
            </a:spcAft>
            <a:buFont typeface="Wingdings" panose="05000000000000000000" pitchFamily="2" charset="2"/>
            <a:buNone/>
          </a:pPr>
          <a:endParaRPr lang="en-US" sz="2100" b="0" kern="1200" dirty="0">
            <a:solidFill>
              <a:schemeClr val="tx1"/>
            </a:solidFill>
            <a:latin typeface="Calibri" panose="020F0502020204030204" pitchFamily="34" charset="0"/>
            <a:cs typeface="Calibri" panose="020F0502020204030204" pitchFamily="34" charset="0"/>
          </a:endParaRPr>
        </a:p>
        <a:p>
          <a:pPr marL="228600" lvl="1" indent="-228600" algn="l" defTabSz="933450">
            <a:lnSpc>
              <a:spcPct val="90000"/>
            </a:lnSpc>
            <a:spcBef>
              <a:spcPct val="0"/>
            </a:spcBef>
            <a:spcAft>
              <a:spcPct val="15000"/>
            </a:spcAft>
            <a:buFont typeface="Wingdings" panose="05000000000000000000" pitchFamily="2" charset="2"/>
            <a:buChar char="Ø"/>
          </a:pPr>
          <a:r>
            <a:rPr lang="en-US" sz="2100" b="0" kern="1200" dirty="0">
              <a:solidFill>
                <a:schemeClr val="tx1"/>
              </a:solidFill>
              <a:latin typeface="Calibri" panose="020F0502020204030204" pitchFamily="34" charset="0"/>
              <a:cs typeface="Calibri" panose="020F0502020204030204" pitchFamily="34" charset="0"/>
            </a:rPr>
            <a:t>Consider requirements from interested parties when establishing new and updated objective and targets.</a:t>
          </a:r>
        </a:p>
      </dsp:txBody>
      <dsp:txXfrm>
        <a:off x="2526" y="1288649"/>
        <a:ext cx="8939776" cy="38161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5E78BD-1169-4BAD-BDCB-59B3B2EB868B}">
      <dsp:nvSpPr>
        <dsp:cNvPr id="0" name=""/>
        <dsp:cNvSpPr/>
      </dsp:nvSpPr>
      <dsp:spPr>
        <a:xfrm>
          <a:off x="0" y="0"/>
          <a:ext cx="5990135" cy="0"/>
        </a:xfrm>
        <a:prstGeom prst="line">
          <a:avLst/>
        </a:prstGeom>
        <a:solidFill>
          <a:schemeClr val="dk2">
            <a:hueOff val="0"/>
            <a:satOff val="0"/>
            <a:lumOff val="0"/>
            <a:alphaOff val="0"/>
          </a:schemeClr>
        </a:solidFill>
        <a:ln w="1397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3F24F4-AD2E-470E-B4B5-B7C3551D6B5A}">
      <dsp:nvSpPr>
        <dsp:cNvPr id="0" name=""/>
        <dsp:cNvSpPr/>
      </dsp:nvSpPr>
      <dsp:spPr>
        <a:xfrm>
          <a:off x="0" y="0"/>
          <a:ext cx="1198027" cy="52620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u="sng" kern="1200" baseline="0" dirty="0">
              <a:latin typeface="Calibri" panose="020F0502020204030204" pitchFamily="34" charset="0"/>
              <a:cs typeface="Calibri" panose="020F0502020204030204" pitchFamily="34" charset="0"/>
            </a:rPr>
            <a:t>AUTOMOTIVE PROCESS APPROACH INCLUDES:</a:t>
          </a:r>
          <a:endParaRPr lang="en-US" sz="1500" kern="1200" dirty="0">
            <a:latin typeface="Calibri" panose="020F0502020204030204" pitchFamily="34" charset="0"/>
            <a:cs typeface="Calibri" panose="020F0502020204030204" pitchFamily="34" charset="0"/>
          </a:endParaRPr>
        </a:p>
      </dsp:txBody>
      <dsp:txXfrm>
        <a:off x="0" y="0"/>
        <a:ext cx="1198027" cy="5262054"/>
      </dsp:txXfrm>
    </dsp:sp>
    <dsp:sp modelId="{7A6BD6C2-482F-421B-A827-79802DABC297}">
      <dsp:nvSpPr>
        <dsp:cNvPr id="0" name=""/>
        <dsp:cNvSpPr/>
      </dsp:nvSpPr>
      <dsp:spPr>
        <a:xfrm>
          <a:off x="1287879" y="82219"/>
          <a:ext cx="4702256" cy="1644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baseline="0" dirty="0">
              <a:latin typeface="Calibri" panose="020F0502020204030204" pitchFamily="34" charset="0"/>
              <a:cs typeface="Calibri" panose="020F0502020204030204" pitchFamily="34" charset="0"/>
            </a:rPr>
            <a:t>COPS – CUSTOMER ORIENTED</a:t>
          </a:r>
          <a:endParaRPr lang="en-US" sz="4400" kern="1200" dirty="0">
            <a:latin typeface="Calibri" panose="020F0502020204030204" pitchFamily="34" charset="0"/>
            <a:cs typeface="Calibri" panose="020F0502020204030204" pitchFamily="34" charset="0"/>
          </a:endParaRPr>
        </a:p>
      </dsp:txBody>
      <dsp:txXfrm>
        <a:off x="1287879" y="82219"/>
        <a:ext cx="4702256" cy="1644391"/>
      </dsp:txXfrm>
    </dsp:sp>
    <dsp:sp modelId="{B45ED340-FC65-4F24-9E8D-781786AA0414}">
      <dsp:nvSpPr>
        <dsp:cNvPr id="0" name=""/>
        <dsp:cNvSpPr/>
      </dsp:nvSpPr>
      <dsp:spPr>
        <a:xfrm>
          <a:off x="1198027" y="1726611"/>
          <a:ext cx="4792108" cy="0"/>
        </a:xfrm>
        <a:prstGeom prst="line">
          <a:avLst/>
        </a:prstGeom>
        <a:solidFill>
          <a:schemeClr val="dk2">
            <a:hueOff val="0"/>
            <a:satOff val="0"/>
            <a:lumOff val="0"/>
            <a:alphaOff val="0"/>
          </a:schemeClr>
        </a:solidFill>
        <a:ln w="1397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08B814-D432-4DE4-B093-7BBBD05BF4C0}">
      <dsp:nvSpPr>
        <dsp:cNvPr id="0" name=""/>
        <dsp:cNvSpPr/>
      </dsp:nvSpPr>
      <dsp:spPr>
        <a:xfrm>
          <a:off x="1287879" y="1808831"/>
          <a:ext cx="4702256" cy="1644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baseline="0" dirty="0">
              <a:latin typeface="Calibri" panose="020F0502020204030204" pitchFamily="34" charset="0"/>
              <a:cs typeface="Calibri" panose="020F0502020204030204" pitchFamily="34" charset="0"/>
            </a:rPr>
            <a:t>MOPS – MANAGEMENT </a:t>
          </a:r>
          <a:endParaRPr lang="en-US" sz="4400" kern="1200" dirty="0">
            <a:latin typeface="Calibri" panose="020F0502020204030204" pitchFamily="34" charset="0"/>
            <a:cs typeface="Calibri" panose="020F0502020204030204" pitchFamily="34" charset="0"/>
          </a:endParaRPr>
        </a:p>
      </dsp:txBody>
      <dsp:txXfrm>
        <a:off x="1287879" y="1808831"/>
        <a:ext cx="4702256" cy="1644391"/>
      </dsp:txXfrm>
    </dsp:sp>
    <dsp:sp modelId="{B36A0352-3EDA-4ED3-955C-BE7BF156AD87}">
      <dsp:nvSpPr>
        <dsp:cNvPr id="0" name=""/>
        <dsp:cNvSpPr/>
      </dsp:nvSpPr>
      <dsp:spPr>
        <a:xfrm>
          <a:off x="1198027" y="3453222"/>
          <a:ext cx="4792108" cy="0"/>
        </a:xfrm>
        <a:prstGeom prst="line">
          <a:avLst/>
        </a:prstGeom>
        <a:solidFill>
          <a:schemeClr val="dk2">
            <a:hueOff val="0"/>
            <a:satOff val="0"/>
            <a:lumOff val="0"/>
            <a:alphaOff val="0"/>
          </a:schemeClr>
        </a:solidFill>
        <a:ln w="1397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E189E2-F891-4867-ADC9-56A65B6E3B5B}">
      <dsp:nvSpPr>
        <dsp:cNvPr id="0" name=""/>
        <dsp:cNvSpPr/>
      </dsp:nvSpPr>
      <dsp:spPr>
        <a:xfrm>
          <a:off x="1287879" y="3535442"/>
          <a:ext cx="4702256" cy="1644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baseline="0" dirty="0">
              <a:latin typeface="Calibri" panose="020F0502020204030204" pitchFamily="34" charset="0"/>
              <a:cs typeface="Calibri" panose="020F0502020204030204" pitchFamily="34" charset="0"/>
            </a:rPr>
            <a:t>SOPS - SUPPORTING</a:t>
          </a:r>
          <a:endParaRPr lang="en-US" sz="4400" kern="1200" dirty="0">
            <a:latin typeface="Calibri" panose="020F0502020204030204" pitchFamily="34" charset="0"/>
            <a:cs typeface="Calibri" panose="020F0502020204030204" pitchFamily="34" charset="0"/>
          </a:endParaRPr>
        </a:p>
      </dsp:txBody>
      <dsp:txXfrm>
        <a:off x="1287879" y="3535442"/>
        <a:ext cx="4702256" cy="1644391"/>
      </dsp:txXfrm>
    </dsp:sp>
    <dsp:sp modelId="{B36BB419-1630-400A-A12C-401A24F1B9CB}">
      <dsp:nvSpPr>
        <dsp:cNvPr id="0" name=""/>
        <dsp:cNvSpPr/>
      </dsp:nvSpPr>
      <dsp:spPr>
        <a:xfrm>
          <a:off x="1198027" y="5179834"/>
          <a:ext cx="4792108" cy="0"/>
        </a:xfrm>
        <a:prstGeom prst="line">
          <a:avLst/>
        </a:prstGeom>
        <a:solidFill>
          <a:schemeClr val="dk2">
            <a:hueOff val="0"/>
            <a:satOff val="0"/>
            <a:lumOff val="0"/>
            <a:alphaOff val="0"/>
          </a:schemeClr>
        </a:solidFill>
        <a:ln w="13970" cap="flat" cmpd="sng" algn="ctr">
          <a:solidFill>
            <a:schemeClr val="dk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2DA5C-830B-4059-82B0-E9E1297E6354}">
      <dsp:nvSpPr>
        <dsp:cNvPr id="0" name=""/>
        <dsp:cNvSpPr/>
      </dsp:nvSpPr>
      <dsp:spPr>
        <a:xfrm>
          <a:off x="1654224" y="708870"/>
          <a:ext cx="1319510" cy="72"/>
        </a:xfrm>
        <a:prstGeom prst="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393DD6-A02B-44BB-A744-E1C4B53A6BA1}">
      <dsp:nvSpPr>
        <dsp:cNvPr id="0" name=""/>
        <dsp:cNvSpPr/>
      </dsp:nvSpPr>
      <dsp:spPr>
        <a:xfrm>
          <a:off x="3052905" y="598067"/>
          <a:ext cx="151743" cy="285014"/>
        </a:xfrm>
        <a:prstGeom prst="chevron">
          <a:avLst>
            <a:gd name="adj" fmla="val 9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B7C41B-D202-42DF-9A26-8FA315BD3512}">
      <dsp:nvSpPr>
        <dsp:cNvPr id="0" name=""/>
        <dsp:cNvSpPr/>
      </dsp:nvSpPr>
      <dsp:spPr>
        <a:xfrm>
          <a:off x="780379" y="0"/>
          <a:ext cx="1417812" cy="1417812"/>
        </a:xfrm>
        <a:prstGeom prst="ellipse">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55019" tIns="55019" rIns="55019" bIns="55019" numCol="1" spcCol="1270" anchor="ctr" anchorCtr="0">
          <a:noAutofit/>
        </a:bodyPr>
        <a:lstStyle/>
        <a:p>
          <a:pPr marL="0" lvl="0" indent="0" algn="ctr" defTabSz="2667000">
            <a:lnSpc>
              <a:spcPct val="90000"/>
            </a:lnSpc>
            <a:spcBef>
              <a:spcPct val="0"/>
            </a:spcBef>
            <a:spcAft>
              <a:spcPct val="35000"/>
            </a:spcAft>
            <a:buNone/>
          </a:pPr>
          <a:r>
            <a:rPr lang="en-US" sz="6000" kern="1200" dirty="0"/>
            <a:t>1</a:t>
          </a:r>
        </a:p>
      </dsp:txBody>
      <dsp:txXfrm>
        <a:off x="988013" y="207634"/>
        <a:ext cx="1002544" cy="1002544"/>
      </dsp:txXfrm>
    </dsp:sp>
    <dsp:sp modelId="{7C4E4B5D-6418-4EFF-A2CC-F99AEDB8B1AC}">
      <dsp:nvSpPr>
        <dsp:cNvPr id="0" name=""/>
        <dsp:cNvSpPr/>
      </dsp:nvSpPr>
      <dsp:spPr>
        <a:xfrm>
          <a:off x="4836" y="1583412"/>
          <a:ext cx="2968897" cy="180402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190" tIns="165100" rIns="234190" bIns="16510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Universal Risk</a:t>
          </a:r>
        </a:p>
      </dsp:txBody>
      <dsp:txXfrm>
        <a:off x="4836" y="1944217"/>
        <a:ext cx="2968897" cy="1443218"/>
      </dsp:txXfrm>
    </dsp:sp>
    <dsp:sp modelId="{EBC5D500-F847-4985-AD71-EAF3022E4BB9}">
      <dsp:nvSpPr>
        <dsp:cNvPr id="0" name=""/>
        <dsp:cNvSpPr/>
      </dsp:nvSpPr>
      <dsp:spPr>
        <a:xfrm>
          <a:off x="3303612" y="708870"/>
          <a:ext cx="2968897" cy="72"/>
        </a:xfrm>
        <a:prstGeom prst="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645A35A-FD75-4854-8252-32566B510E67}">
      <dsp:nvSpPr>
        <dsp:cNvPr id="0" name=""/>
        <dsp:cNvSpPr/>
      </dsp:nvSpPr>
      <dsp:spPr>
        <a:xfrm>
          <a:off x="6351680" y="598067"/>
          <a:ext cx="151743" cy="285014"/>
        </a:xfrm>
        <a:prstGeom prst="chevron">
          <a:avLst>
            <a:gd name="adj" fmla="val 9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AAC9FC-856B-447A-B8A9-045EC9086752}">
      <dsp:nvSpPr>
        <dsp:cNvPr id="0" name=""/>
        <dsp:cNvSpPr/>
      </dsp:nvSpPr>
      <dsp:spPr>
        <a:xfrm>
          <a:off x="4079155" y="0"/>
          <a:ext cx="1417812" cy="1417812"/>
        </a:xfrm>
        <a:prstGeom prst="ellipse">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55019" tIns="55019" rIns="55019" bIns="55019" numCol="1" spcCol="1270" anchor="ctr" anchorCtr="0">
          <a:noAutofit/>
        </a:bodyPr>
        <a:lstStyle/>
        <a:p>
          <a:pPr marL="0" lvl="0" indent="0" algn="ctr" defTabSz="2667000">
            <a:lnSpc>
              <a:spcPct val="90000"/>
            </a:lnSpc>
            <a:spcBef>
              <a:spcPct val="0"/>
            </a:spcBef>
            <a:spcAft>
              <a:spcPct val="35000"/>
            </a:spcAft>
            <a:buNone/>
          </a:pPr>
          <a:r>
            <a:rPr lang="en-US" sz="6000" kern="1200" dirty="0"/>
            <a:t>2</a:t>
          </a:r>
        </a:p>
      </dsp:txBody>
      <dsp:txXfrm>
        <a:off x="4286789" y="207634"/>
        <a:ext cx="1002544" cy="1002544"/>
      </dsp:txXfrm>
    </dsp:sp>
    <dsp:sp modelId="{5C4F27D6-73FF-4260-8114-C3E8095BB1B1}">
      <dsp:nvSpPr>
        <dsp:cNvPr id="0" name=""/>
        <dsp:cNvSpPr/>
      </dsp:nvSpPr>
      <dsp:spPr>
        <a:xfrm>
          <a:off x="3303612" y="1583412"/>
          <a:ext cx="2968897" cy="180402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190" tIns="165100" rIns="234190" bIns="16510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Launch Risk</a:t>
          </a:r>
        </a:p>
      </dsp:txBody>
      <dsp:txXfrm>
        <a:off x="3303612" y="1944217"/>
        <a:ext cx="2968897" cy="1443218"/>
      </dsp:txXfrm>
    </dsp:sp>
    <dsp:sp modelId="{2969CED1-DE10-405B-A73B-1F9EF63E0345}">
      <dsp:nvSpPr>
        <dsp:cNvPr id="0" name=""/>
        <dsp:cNvSpPr/>
      </dsp:nvSpPr>
      <dsp:spPr>
        <a:xfrm>
          <a:off x="6602387" y="708870"/>
          <a:ext cx="1484448" cy="72"/>
        </a:xfrm>
        <a:prstGeom prst="rect">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EFBFD8-4638-49C2-9C39-A3C12E0B6A92}">
      <dsp:nvSpPr>
        <dsp:cNvPr id="0" name=""/>
        <dsp:cNvSpPr/>
      </dsp:nvSpPr>
      <dsp:spPr>
        <a:xfrm>
          <a:off x="7377930" y="0"/>
          <a:ext cx="1417812" cy="1417812"/>
        </a:xfrm>
        <a:prstGeom prst="ellipse">
          <a:avLst/>
        </a:prstGeom>
        <a:solidFill>
          <a:schemeClr val="accent1">
            <a:hueOff val="0"/>
            <a:satOff val="0"/>
            <a:lumOff val="0"/>
            <a:alphaOff val="0"/>
          </a:schemeClr>
        </a:solidFill>
        <a:ln w="1397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55019" tIns="55019" rIns="55019" bIns="55019" numCol="1" spcCol="1270" anchor="ctr" anchorCtr="0">
          <a:noAutofit/>
        </a:bodyPr>
        <a:lstStyle/>
        <a:p>
          <a:pPr marL="0" lvl="0" indent="0" algn="ctr" defTabSz="2667000">
            <a:lnSpc>
              <a:spcPct val="90000"/>
            </a:lnSpc>
            <a:spcBef>
              <a:spcPct val="0"/>
            </a:spcBef>
            <a:spcAft>
              <a:spcPct val="35000"/>
            </a:spcAft>
            <a:buNone/>
          </a:pPr>
          <a:r>
            <a:rPr lang="en-US" sz="6000" kern="1200" dirty="0"/>
            <a:t>3</a:t>
          </a:r>
        </a:p>
      </dsp:txBody>
      <dsp:txXfrm>
        <a:off x="7585564" y="207634"/>
        <a:ext cx="1002544" cy="1002544"/>
      </dsp:txXfrm>
    </dsp:sp>
    <dsp:sp modelId="{FE1BF23A-59D9-4228-BDDB-94C83AADED02}">
      <dsp:nvSpPr>
        <dsp:cNvPr id="0" name=""/>
        <dsp:cNvSpPr/>
      </dsp:nvSpPr>
      <dsp:spPr>
        <a:xfrm>
          <a:off x="6595084" y="1568781"/>
          <a:ext cx="2968897" cy="1804023"/>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397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34190" tIns="165100" rIns="234190" bIns="16510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Calibri" panose="020F0502020204030204" pitchFamily="34" charset="0"/>
              <a:cs typeface="Calibri" panose="020F0502020204030204" pitchFamily="34" charset="0"/>
            </a:rPr>
            <a:t>Operational Risk</a:t>
          </a:r>
        </a:p>
      </dsp:txBody>
      <dsp:txXfrm>
        <a:off x="6595084" y="1929586"/>
        <a:ext cx="2968897" cy="14432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CD5D-C3F6-49AF-B178-E5F4238B145E}">
      <dsp:nvSpPr>
        <dsp:cNvPr id="0" name=""/>
        <dsp:cNvSpPr/>
      </dsp:nvSpPr>
      <dsp:spPr>
        <a:xfrm>
          <a:off x="1529142" y="1034"/>
          <a:ext cx="1300355" cy="1300355"/>
        </a:xfrm>
        <a:prstGeom prst="ellipse">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Calibri" panose="020F0502020204030204" pitchFamily="34" charset="0"/>
              <a:cs typeface="Calibri" panose="020F0502020204030204" pitchFamily="34" charset="0"/>
            </a:rPr>
            <a:t>Plan</a:t>
          </a:r>
        </a:p>
      </dsp:txBody>
      <dsp:txXfrm>
        <a:off x="1719575" y="191467"/>
        <a:ext cx="919489" cy="919489"/>
      </dsp:txXfrm>
    </dsp:sp>
    <dsp:sp modelId="{BD19243D-2FE6-4D22-A40A-8691C8401D5C}">
      <dsp:nvSpPr>
        <dsp:cNvPr id="0" name=""/>
        <dsp:cNvSpPr/>
      </dsp:nvSpPr>
      <dsp:spPr>
        <a:xfrm rot="2700000">
          <a:off x="2689915" y="1115251"/>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2705105" y="1166352"/>
        <a:ext cx="242030" cy="263322"/>
      </dsp:txXfrm>
    </dsp:sp>
    <dsp:sp modelId="{4F5F7D9F-3F8B-4414-9FA5-48B997A24463}">
      <dsp:nvSpPr>
        <dsp:cNvPr id="0" name=""/>
        <dsp:cNvSpPr/>
      </dsp:nvSpPr>
      <dsp:spPr>
        <a:xfrm>
          <a:off x="2909929" y="1381822"/>
          <a:ext cx="1300355" cy="1300355"/>
        </a:xfrm>
        <a:prstGeom prst="ellipse">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Calibri" panose="020F0502020204030204" pitchFamily="34" charset="0"/>
              <a:cs typeface="Calibri" panose="020F0502020204030204" pitchFamily="34" charset="0"/>
            </a:rPr>
            <a:t>Perform</a:t>
          </a:r>
        </a:p>
      </dsp:txBody>
      <dsp:txXfrm>
        <a:off x="3100362" y="1572255"/>
        <a:ext cx="919489" cy="919489"/>
      </dsp:txXfrm>
    </dsp:sp>
    <dsp:sp modelId="{50C5C3AF-380F-4AAA-B171-A734A6BA5E91}">
      <dsp:nvSpPr>
        <dsp:cNvPr id="0" name=""/>
        <dsp:cNvSpPr/>
      </dsp:nvSpPr>
      <dsp:spPr>
        <a:xfrm rot="8316782">
          <a:off x="2677270" y="2443844"/>
          <a:ext cx="332922"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10800000">
        <a:off x="2764675" y="2498602"/>
        <a:ext cx="233045" cy="263322"/>
      </dsp:txXfrm>
    </dsp:sp>
    <dsp:sp modelId="{A8B91723-32D5-4BDB-8E89-E1A525D69422}">
      <dsp:nvSpPr>
        <dsp:cNvPr id="0" name=""/>
        <dsp:cNvSpPr/>
      </dsp:nvSpPr>
      <dsp:spPr>
        <a:xfrm>
          <a:off x="1463040" y="2656841"/>
          <a:ext cx="1300355" cy="1300355"/>
        </a:xfrm>
        <a:prstGeom prst="ellipse">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Calibri" panose="020F0502020204030204" pitchFamily="34" charset="0"/>
              <a:cs typeface="Calibri" panose="020F0502020204030204" pitchFamily="34" charset="0"/>
            </a:rPr>
            <a:t>Close-out</a:t>
          </a:r>
        </a:p>
      </dsp:txBody>
      <dsp:txXfrm>
        <a:off x="1653473" y="2847274"/>
        <a:ext cx="919489" cy="919489"/>
      </dsp:txXfrm>
    </dsp:sp>
    <dsp:sp modelId="{1AFC5B8B-B497-4630-B104-88F2487E170F}">
      <dsp:nvSpPr>
        <dsp:cNvPr id="0" name=""/>
        <dsp:cNvSpPr/>
      </dsp:nvSpPr>
      <dsp:spPr>
        <a:xfrm rot="13447347">
          <a:off x="1320863" y="2455620"/>
          <a:ext cx="281460"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rot="10800000">
        <a:off x="1393389" y="2572787"/>
        <a:ext cx="197022" cy="263322"/>
      </dsp:txXfrm>
    </dsp:sp>
    <dsp:sp modelId="{7A961165-8EAF-4994-BF2D-2098D674DCC7}">
      <dsp:nvSpPr>
        <dsp:cNvPr id="0" name=""/>
        <dsp:cNvSpPr/>
      </dsp:nvSpPr>
      <dsp:spPr>
        <a:xfrm>
          <a:off x="148354" y="1381822"/>
          <a:ext cx="1300355" cy="1300355"/>
        </a:xfrm>
        <a:prstGeom prst="ellipse">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1"/>
              </a:solidFill>
              <a:latin typeface="Calibri" panose="020F0502020204030204" pitchFamily="34" charset="0"/>
              <a:cs typeface="Calibri" panose="020F0502020204030204" pitchFamily="34" charset="0"/>
            </a:rPr>
            <a:t>Follow-up</a:t>
          </a:r>
        </a:p>
      </dsp:txBody>
      <dsp:txXfrm>
        <a:off x="338787" y="1572255"/>
        <a:ext cx="919489" cy="919489"/>
      </dsp:txXfrm>
    </dsp:sp>
    <dsp:sp modelId="{6A5381E2-0C5E-43D8-B9A2-1BE9512A44EE}">
      <dsp:nvSpPr>
        <dsp:cNvPr id="0" name=""/>
        <dsp:cNvSpPr/>
      </dsp:nvSpPr>
      <dsp:spPr>
        <a:xfrm rot="18900000">
          <a:off x="1309128" y="1129090"/>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dirty="0"/>
        </a:p>
      </dsp:txBody>
      <dsp:txXfrm>
        <a:off x="1324318" y="1253537"/>
        <a:ext cx="242030" cy="26332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CD5D-C3F6-49AF-B178-E5F4238B145E}">
      <dsp:nvSpPr>
        <dsp:cNvPr id="0" name=""/>
        <dsp:cNvSpPr/>
      </dsp:nvSpPr>
      <dsp:spPr>
        <a:xfrm>
          <a:off x="1529142" y="1034"/>
          <a:ext cx="1300355" cy="1300355"/>
        </a:xfrm>
        <a:prstGeom prst="ellipse">
          <a:avLst/>
        </a:prstGeom>
        <a:solidFill>
          <a:schemeClr val="accent1">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Plan</a:t>
          </a:r>
        </a:p>
      </dsp:txBody>
      <dsp:txXfrm>
        <a:off x="1719575" y="191467"/>
        <a:ext cx="919489" cy="919489"/>
      </dsp:txXfrm>
    </dsp:sp>
    <dsp:sp modelId="{BD19243D-2FE6-4D22-A40A-8691C8401D5C}">
      <dsp:nvSpPr>
        <dsp:cNvPr id="0" name=""/>
        <dsp:cNvSpPr/>
      </dsp:nvSpPr>
      <dsp:spPr>
        <a:xfrm rot="2700000">
          <a:off x="2689915" y="1115251"/>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2705105" y="1166352"/>
        <a:ext cx="242030" cy="263322"/>
      </dsp:txXfrm>
    </dsp:sp>
    <dsp:sp modelId="{4F5F7D9F-3F8B-4414-9FA5-48B997A24463}">
      <dsp:nvSpPr>
        <dsp:cNvPr id="0" name=""/>
        <dsp:cNvSpPr/>
      </dsp:nvSpPr>
      <dsp:spPr>
        <a:xfrm>
          <a:off x="2909929" y="1381822"/>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Perform</a:t>
          </a:r>
        </a:p>
      </dsp:txBody>
      <dsp:txXfrm>
        <a:off x="3100362" y="1572255"/>
        <a:ext cx="919489" cy="919489"/>
      </dsp:txXfrm>
    </dsp:sp>
    <dsp:sp modelId="{50C5C3AF-380F-4AAA-B171-A734A6BA5E91}">
      <dsp:nvSpPr>
        <dsp:cNvPr id="0" name=""/>
        <dsp:cNvSpPr/>
      </dsp:nvSpPr>
      <dsp:spPr>
        <a:xfrm rot="8100000">
          <a:off x="2703754" y="2496039"/>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2792291" y="2547140"/>
        <a:ext cx="242030" cy="263322"/>
      </dsp:txXfrm>
    </dsp:sp>
    <dsp:sp modelId="{A8B91723-32D5-4BDB-8E89-E1A525D69422}">
      <dsp:nvSpPr>
        <dsp:cNvPr id="0" name=""/>
        <dsp:cNvSpPr/>
      </dsp:nvSpPr>
      <dsp:spPr>
        <a:xfrm>
          <a:off x="1529142" y="2762609"/>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Close-out</a:t>
          </a:r>
        </a:p>
      </dsp:txBody>
      <dsp:txXfrm>
        <a:off x="1719575" y="2953042"/>
        <a:ext cx="919489" cy="919489"/>
      </dsp:txXfrm>
    </dsp:sp>
    <dsp:sp modelId="{1AFC5B8B-B497-4630-B104-88F2487E170F}">
      <dsp:nvSpPr>
        <dsp:cNvPr id="0" name=""/>
        <dsp:cNvSpPr/>
      </dsp:nvSpPr>
      <dsp:spPr>
        <a:xfrm rot="13500000">
          <a:off x="1322967" y="2509878"/>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1411504" y="2634325"/>
        <a:ext cx="242030" cy="263322"/>
      </dsp:txXfrm>
    </dsp:sp>
    <dsp:sp modelId="{7A961165-8EAF-4994-BF2D-2098D674DCC7}">
      <dsp:nvSpPr>
        <dsp:cNvPr id="0" name=""/>
        <dsp:cNvSpPr/>
      </dsp:nvSpPr>
      <dsp:spPr>
        <a:xfrm>
          <a:off x="148354" y="1381822"/>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Follow-up</a:t>
          </a:r>
        </a:p>
      </dsp:txBody>
      <dsp:txXfrm>
        <a:off x="338787" y="1572255"/>
        <a:ext cx="919489" cy="919489"/>
      </dsp:txXfrm>
    </dsp:sp>
    <dsp:sp modelId="{6A5381E2-0C5E-43D8-B9A2-1BE9512A44EE}">
      <dsp:nvSpPr>
        <dsp:cNvPr id="0" name=""/>
        <dsp:cNvSpPr/>
      </dsp:nvSpPr>
      <dsp:spPr>
        <a:xfrm rot="18900000">
          <a:off x="1309128" y="1129090"/>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1324318" y="1253537"/>
        <a:ext cx="242030" cy="26332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CD5D-C3F6-49AF-B178-E5F4238B145E}">
      <dsp:nvSpPr>
        <dsp:cNvPr id="0" name=""/>
        <dsp:cNvSpPr/>
      </dsp:nvSpPr>
      <dsp:spPr>
        <a:xfrm>
          <a:off x="1529142" y="1034"/>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Plan</a:t>
          </a:r>
        </a:p>
      </dsp:txBody>
      <dsp:txXfrm>
        <a:off x="1719575" y="191467"/>
        <a:ext cx="919489" cy="919489"/>
      </dsp:txXfrm>
    </dsp:sp>
    <dsp:sp modelId="{BD19243D-2FE6-4D22-A40A-8691C8401D5C}">
      <dsp:nvSpPr>
        <dsp:cNvPr id="0" name=""/>
        <dsp:cNvSpPr/>
      </dsp:nvSpPr>
      <dsp:spPr>
        <a:xfrm rot="2700000">
          <a:off x="2689915" y="1115251"/>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2705105" y="1166352"/>
        <a:ext cx="242030" cy="263322"/>
      </dsp:txXfrm>
    </dsp:sp>
    <dsp:sp modelId="{4F5F7D9F-3F8B-4414-9FA5-48B997A24463}">
      <dsp:nvSpPr>
        <dsp:cNvPr id="0" name=""/>
        <dsp:cNvSpPr/>
      </dsp:nvSpPr>
      <dsp:spPr>
        <a:xfrm>
          <a:off x="2909929" y="1381822"/>
          <a:ext cx="1300355" cy="1300355"/>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Perform</a:t>
          </a:r>
        </a:p>
      </dsp:txBody>
      <dsp:txXfrm>
        <a:off x="3100362" y="1572255"/>
        <a:ext cx="919489" cy="919489"/>
      </dsp:txXfrm>
    </dsp:sp>
    <dsp:sp modelId="{50C5C3AF-380F-4AAA-B171-A734A6BA5E91}">
      <dsp:nvSpPr>
        <dsp:cNvPr id="0" name=""/>
        <dsp:cNvSpPr/>
      </dsp:nvSpPr>
      <dsp:spPr>
        <a:xfrm rot="8100000">
          <a:off x="2703754" y="2496039"/>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2792291" y="2547140"/>
        <a:ext cx="242030" cy="263322"/>
      </dsp:txXfrm>
    </dsp:sp>
    <dsp:sp modelId="{A8B91723-32D5-4BDB-8E89-E1A525D69422}">
      <dsp:nvSpPr>
        <dsp:cNvPr id="0" name=""/>
        <dsp:cNvSpPr/>
      </dsp:nvSpPr>
      <dsp:spPr>
        <a:xfrm>
          <a:off x="1529142" y="2762609"/>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Close-out</a:t>
          </a:r>
        </a:p>
      </dsp:txBody>
      <dsp:txXfrm>
        <a:off x="1719575" y="2953042"/>
        <a:ext cx="919489" cy="919489"/>
      </dsp:txXfrm>
    </dsp:sp>
    <dsp:sp modelId="{1AFC5B8B-B497-4630-B104-88F2487E170F}">
      <dsp:nvSpPr>
        <dsp:cNvPr id="0" name=""/>
        <dsp:cNvSpPr/>
      </dsp:nvSpPr>
      <dsp:spPr>
        <a:xfrm rot="13500000">
          <a:off x="1322967" y="2509878"/>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1411504" y="2634325"/>
        <a:ext cx="242030" cy="263322"/>
      </dsp:txXfrm>
    </dsp:sp>
    <dsp:sp modelId="{7A961165-8EAF-4994-BF2D-2098D674DCC7}">
      <dsp:nvSpPr>
        <dsp:cNvPr id="0" name=""/>
        <dsp:cNvSpPr/>
      </dsp:nvSpPr>
      <dsp:spPr>
        <a:xfrm>
          <a:off x="148354" y="1381822"/>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Follow-up</a:t>
          </a:r>
        </a:p>
      </dsp:txBody>
      <dsp:txXfrm>
        <a:off x="338787" y="1572255"/>
        <a:ext cx="919489" cy="919489"/>
      </dsp:txXfrm>
    </dsp:sp>
    <dsp:sp modelId="{6A5381E2-0C5E-43D8-B9A2-1BE9512A44EE}">
      <dsp:nvSpPr>
        <dsp:cNvPr id="0" name=""/>
        <dsp:cNvSpPr/>
      </dsp:nvSpPr>
      <dsp:spPr>
        <a:xfrm rot="18900000">
          <a:off x="1309128" y="1129090"/>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1324318" y="1253537"/>
        <a:ext cx="242030" cy="26332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CD5D-C3F6-49AF-B178-E5F4238B145E}">
      <dsp:nvSpPr>
        <dsp:cNvPr id="0" name=""/>
        <dsp:cNvSpPr/>
      </dsp:nvSpPr>
      <dsp:spPr>
        <a:xfrm>
          <a:off x="1529142" y="1034"/>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Plan</a:t>
          </a:r>
        </a:p>
      </dsp:txBody>
      <dsp:txXfrm>
        <a:off x="1719575" y="191467"/>
        <a:ext cx="919489" cy="919489"/>
      </dsp:txXfrm>
    </dsp:sp>
    <dsp:sp modelId="{BD19243D-2FE6-4D22-A40A-8691C8401D5C}">
      <dsp:nvSpPr>
        <dsp:cNvPr id="0" name=""/>
        <dsp:cNvSpPr/>
      </dsp:nvSpPr>
      <dsp:spPr>
        <a:xfrm rot="2700000">
          <a:off x="2689915" y="1115251"/>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2705105" y="1166352"/>
        <a:ext cx="242030" cy="263322"/>
      </dsp:txXfrm>
    </dsp:sp>
    <dsp:sp modelId="{4F5F7D9F-3F8B-4414-9FA5-48B997A24463}">
      <dsp:nvSpPr>
        <dsp:cNvPr id="0" name=""/>
        <dsp:cNvSpPr/>
      </dsp:nvSpPr>
      <dsp:spPr>
        <a:xfrm>
          <a:off x="2909929" y="1381822"/>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Perform</a:t>
          </a:r>
        </a:p>
      </dsp:txBody>
      <dsp:txXfrm>
        <a:off x="3100362" y="1572255"/>
        <a:ext cx="919489" cy="919489"/>
      </dsp:txXfrm>
    </dsp:sp>
    <dsp:sp modelId="{50C5C3AF-380F-4AAA-B171-A734A6BA5E91}">
      <dsp:nvSpPr>
        <dsp:cNvPr id="0" name=""/>
        <dsp:cNvSpPr/>
      </dsp:nvSpPr>
      <dsp:spPr>
        <a:xfrm rot="8100000">
          <a:off x="2703754" y="2496039"/>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2792291" y="2547140"/>
        <a:ext cx="242030" cy="263322"/>
      </dsp:txXfrm>
    </dsp:sp>
    <dsp:sp modelId="{A8B91723-32D5-4BDB-8E89-E1A525D69422}">
      <dsp:nvSpPr>
        <dsp:cNvPr id="0" name=""/>
        <dsp:cNvSpPr/>
      </dsp:nvSpPr>
      <dsp:spPr>
        <a:xfrm>
          <a:off x="1529142" y="2762609"/>
          <a:ext cx="1300355" cy="1300355"/>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Close-out</a:t>
          </a:r>
        </a:p>
      </dsp:txBody>
      <dsp:txXfrm>
        <a:off x="1719575" y="2953042"/>
        <a:ext cx="919489" cy="919489"/>
      </dsp:txXfrm>
    </dsp:sp>
    <dsp:sp modelId="{1AFC5B8B-B497-4630-B104-88F2487E170F}">
      <dsp:nvSpPr>
        <dsp:cNvPr id="0" name=""/>
        <dsp:cNvSpPr/>
      </dsp:nvSpPr>
      <dsp:spPr>
        <a:xfrm rot="13500000">
          <a:off x="1322967" y="2509878"/>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10800000">
        <a:off x="1411504" y="2634325"/>
        <a:ext cx="242030" cy="263322"/>
      </dsp:txXfrm>
    </dsp:sp>
    <dsp:sp modelId="{7A961165-8EAF-4994-BF2D-2098D674DCC7}">
      <dsp:nvSpPr>
        <dsp:cNvPr id="0" name=""/>
        <dsp:cNvSpPr/>
      </dsp:nvSpPr>
      <dsp:spPr>
        <a:xfrm>
          <a:off x="148354" y="1381822"/>
          <a:ext cx="1300355" cy="1300355"/>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Follow-up</a:t>
          </a:r>
        </a:p>
      </dsp:txBody>
      <dsp:txXfrm>
        <a:off x="338787" y="1572255"/>
        <a:ext cx="919489" cy="919489"/>
      </dsp:txXfrm>
    </dsp:sp>
    <dsp:sp modelId="{6A5381E2-0C5E-43D8-B9A2-1BE9512A44EE}">
      <dsp:nvSpPr>
        <dsp:cNvPr id="0" name=""/>
        <dsp:cNvSpPr/>
      </dsp:nvSpPr>
      <dsp:spPr>
        <a:xfrm rot="18900000">
          <a:off x="1309128" y="1129090"/>
          <a:ext cx="345757" cy="438870"/>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a:off x="1324318" y="1253537"/>
        <a:ext cx="242030" cy="26332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CCD5D-C3F6-49AF-B178-E5F4238B145E}">
      <dsp:nvSpPr>
        <dsp:cNvPr id="0" name=""/>
        <dsp:cNvSpPr/>
      </dsp:nvSpPr>
      <dsp:spPr>
        <a:xfrm>
          <a:off x="1618163" y="64177"/>
          <a:ext cx="1525166" cy="1525166"/>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Plan</a:t>
          </a:r>
        </a:p>
      </dsp:txBody>
      <dsp:txXfrm>
        <a:off x="1841518" y="287532"/>
        <a:ext cx="1078456" cy="1078456"/>
      </dsp:txXfrm>
    </dsp:sp>
    <dsp:sp modelId="{BD19243D-2FE6-4D22-A40A-8691C8401D5C}">
      <dsp:nvSpPr>
        <dsp:cNvPr id="0" name=""/>
        <dsp:cNvSpPr/>
      </dsp:nvSpPr>
      <dsp:spPr>
        <a:xfrm rot="2700000">
          <a:off x="2979453" y="1370311"/>
          <a:ext cx="404430" cy="51474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2997221" y="1430364"/>
        <a:ext cx="283101" cy="308845"/>
      </dsp:txXfrm>
    </dsp:sp>
    <dsp:sp modelId="{4F5F7D9F-3F8B-4414-9FA5-48B997A24463}">
      <dsp:nvSpPr>
        <dsp:cNvPr id="0" name=""/>
        <dsp:cNvSpPr/>
      </dsp:nvSpPr>
      <dsp:spPr>
        <a:xfrm>
          <a:off x="3236195" y="1682208"/>
          <a:ext cx="1525166" cy="1525166"/>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Perform</a:t>
          </a:r>
        </a:p>
      </dsp:txBody>
      <dsp:txXfrm>
        <a:off x="3459550" y="1905563"/>
        <a:ext cx="1078456" cy="1078456"/>
      </dsp:txXfrm>
    </dsp:sp>
    <dsp:sp modelId="{50C5C3AF-380F-4AAA-B171-A734A6BA5E91}">
      <dsp:nvSpPr>
        <dsp:cNvPr id="0" name=""/>
        <dsp:cNvSpPr/>
      </dsp:nvSpPr>
      <dsp:spPr>
        <a:xfrm rot="8100000">
          <a:off x="2995641" y="2988342"/>
          <a:ext cx="404430" cy="51474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rot="10800000">
        <a:off x="3099202" y="3048395"/>
        <a:ext cx="283101" cy="308845"/>
      </dsp:txXfrm>
    </dsp:sp>
    <dsp:sp modelId="{A8B91723-32D5-4BDB-8E89-E1A525D69422}">
      <dsp:nvSpPr>
        <dsp:cNvPr id="0" name=""/>
        <dsp:cNvSpPr/>
      </dsp:nvSpPr>
      <dsp:spPr>
        <a:xfrm>
          <a:off x="1618163" y="3300240"/>
          <a:ext cx="1525166" cy="1525166"/>
        </a:xfrm>
        <a:prstGeom prst="ellipse">
          <a:avLst/>
        </a:prstGeom>
        <a:solidFill>
          <a:schemeClr val="accent3">
            <a:lumMod val="75000"/>
          </a:schemeClr>
        </a:soli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Close-out</a:t>
          </a:r>
        </a:p>
      </dsp:txBody>
      <dsp:txXfrm>
        <a:off x="1841518" y="3523595"/>
        <a:ext cx="1078456" cy="1078456"/>
      </dsp:txXfrm>
    </dsp:sp>
    <dsp:sp modelId="{1AFC5B8B-B497-4630-B104-88F2487E170F}">
      <dsp:nvSpPr>
        <dsp:cNvPr id="0" name=""/>
        <dsp:cNvSpPr/>
      </dsp:nvSpPr>
      <dsp:spPr>
        <a:xfrm rot="13500000">
          <a:off x="1377610" y="3004529"/>
          <a:ext cx="404430" cy="51474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rot="10800000">
        <a:off x="1481171" y="3150374"/>
        <a:ext cx="283101" cy="308845"/>
      </dsp:txXfrm>
    </dsp:sp>
    <dsp:sp modelId="{7A961165-8EAF-4994-BF2D-2098D674DCC7}">
      <dsp:nvSpPr>
        <dsp:cNvPr id="0" name=""/>
        <dsp:cNvSpPr/>
      </dsp:nvSpPr>
      <dsp:spPr>
        <a:xfrm>
          <a:off x="132" y="1682208"/>
          <a:ext cx="1525166" cy="1525166"/>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50800" dist="15240" dir="5400000" algn="tl" rotWithShape="0">
            <a:srgbClr val="000000">
              <a:alpha val="7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Follow-up</a:t>
          </a:r>
        </a:p>
      </dsp:txBody>
      <dsp:txXfrm>
        <a:off x="223487" y="1905563"/>
        <a:ext cx="1078456" cy="1078456"/>
      </dsp:txXfrm>
    </dsp:sp>
    <dsp:sp modelId="{6A5381E2-0C5E-43D8-B9A2-1BE9512A44EE}">
      <dsp:nvSpPr>
        <dsp:cNvPr id="0" name=""/>
        <dsp:cNvSpPr/>
      </dsp:nvSpPr>
      <dsp:spPr>
        <a:xfrm rot="18900000">
          <a:off x="1361422" y="1386498"/>
          <a:ext cx="404430" cy="514743"/>
        </a:xfrm>
        <a:prstGeom prst="rightArrow">
          <a:avLst>
            <a:gd name="adj1" fmla="val 60000"/>
            <a:gd name="adj2" fmla="val 50000"/>
          </a:avLst>
        </a:prstGeom>
        <a:solidFill>
          <a:schemeClr val="accent1">
            <a:tint val="60000"/>
            <a:hueOff val="0"/>
            <a:satOff val="0"/>
            <a:lumOff val="0"/>
            <a:alphaOff val="0"/>
          </a:schemeClr>
        </a:solidFill>
        <a:ln>
          <a:noFill/>
        </a:ln>
        <a:effectLst>
          <a:outerShdw blurRad="50800" dist="15240" dir="5400000" algn="tl" rotWithShape="0">
            <a:srgbClr val="000000">
              <a:alpha val="7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1379190" y="1532343"/>
        <a:ext cx="283101" cy="30884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D49F8-0441-4047-BEF6-98B7FA078960}" type="datetimeFigureOut">
              <a:rPr lang="en-US" smtClean="0"/>
              <a:t>5/5/2023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CC98C4-00EC-48C6-9DA0-789849BE6E41}" type="slidenum">
              <a:rPr lang="en-US" smtClean="0"/>
              <a:t>‹#›</a:t>
            </a:fld>
            <a:endParaRPr lang="en-US" dirty="0"/>
          </a:p>
        </p:txBody>
      </p:sp>
    </p:spTree>
    <p:extLst>
      <p:ext uri="{BB962C8B-B14F-4D97-AF65-F5344CB8AC3E}">
        <p14:creationId xmlns:p14="http://schemas.microsoft.com/office/powerpoint/2010/main" val="3717063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a:extLst>
              <a:ext uri="{FF2B5EF4-FFF2-40B4-BE49-F238E27FC236}">
                <a16:creationId xmlns:a16="http://schemas.microsoft.com/office/drawing/2014/main" id="{1BF58FB7-A999-4F2E-9776-E0F0D9A69E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4F6F960-A034-4A01-91FD-0E7B1F08237B}" type="slidenum">
              <a:rPr lang="en-US" altLang="en-US" smtClean="0">
                <a:cs typeface="Arial" panose="020B0604020202020204" pitchFamily="34" charset="0"/>
              </a:rPr>
              <a:pPr>
                <a:spcBef>
                  <a:spcPct val="0"/>
                </a:spcBef>
              </a:pPr>
              <a:t>86</a:t>
            </a:fld>
            <a:endParaRPr lang="en-US" altLang="en-US" dirty="0">
              <a:cs typeface="Arial" panose="020B0604020202020204" pitchFamily="34" charset="0"/>
            </a:endParaRPr>
          </a:p>
        </p:txBody>
      </p:sp>
      <p:sp>
        <p:nvSpPr>
          <p:cNvPr id="256003" name="Rectangle 7">
            <a:extLst>
              <a:ext uri="{FF2B5EF4-FFF2-40B4-BE49-F238E27FC236}">
                <a16:creationId xmlns:a16="http://schemas.microsoft.com/office/drawing/2014/main" id="{E55DBF04-FD1C-4F94-A26C-6CC880CEAFF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3" tIns="46586" rIns="93173" bIns="4658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768782D6-4567-4AD9-95A1-56B3EB505043}" type="slidenum">
              <a:rPr lang="en-US" altLang="en-US">
                <a:latin typeface="Arial" panose="020B0604020202020204" pitchFamily="34" charset="0"/>
                <a:cs typeface="Arial" panose="020B0604020202020204" pitchFamily="34" charset="0"/>
              </a:rPr>
              <a:pPr algn="r" eaLnBrk="1" hangingPunct="1">
                <a:spcBef>
                  <a:spcPct val="0"/>
                </a:spcBef>
              </a:pPr>
              <a:t>86</a:t>
            </a:fld>
            <a:endParaRPr lang="en-US" altLang="en-US" dirty="0">
              <a:latin typeface="Arial" panose="020B0604020202020204" pitchFamily="34" charset="0"/>
              <a:cs typeface="Arial" panose="020B0604020202020204" pitchFamily="34" charset="0"/>
            </a:endParaRPr>
          </a:p>
        </p:txBody>
      </p:sp>
      <p:sp>
        <p:nvSpPr>
          <p:cNvPr id="256004" name="Rectangle 2">
            <a:extLst>
              <a:ext uri="{FF2B5EF4-FFF2-40B4-BE49-F238E27FC236}">
                <a16:creationId xmlns:a16="http://schemas.microsoft.com/office/drawing/2014/main" id="{909EF114-EC55-437D-AAA5-0E2F17801832}"/>
              </a:ext>
            </a:extLst>
          </p:cNvPr>
          <p:cNvSpPr>
            <a:spLocks noGrp="1" noRot="1" noChangeAspect="1" noChangeArrowheads="1" noTextEdit="1"/>
          </p:cNvSpPr>
          <p:nvPr>
            <p:ph type="sldImg"/>
          </p:nvPr>
        </p:nvSpPr>
        <p:spPr>
          <a:ln/>
        </p:spPr>
      </p:sp>
      <p:sp>
        <p:nvSpPr>
          <p:cNvPr id="256005" name="Rectangle 5">
            <a:extLst>
              <a:ext uri="{FF2B5EF4-FFF2-40B4-BE49-F238E27FC236}">
                <a16:creationId xmlns:a16="http://schemas.microsoft.com/office/drawing/2014/main" id="{7DCF06C4-6FC2-4C59-9CA6-32EC31D6E6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8881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a16="http://schemas.microsoft.com/office/drawing/2014/main" id="{577EAB35-8B41-44E3-BD35-DC06F12F2D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E54D3FD-E55B-4898-AA76-D352B363C0CC}" type="slidenum">
              <a:rPr lang="en-US" altLang="en-US" smtClean="0">
                <a:cs typeface="Arial" panose="020B0604020202020204" pitchFamily="34" charset="0"/>
              </a:rPr>
              <a:pPr>
                <a:spcBef>
                  <a:spcPct val="0"/>
                </a:spcBef>
              </a:pPr>
              <a:t>96</a:t>
            </a:fld>
            <a:endParaRPr lang="en-US" altLang="en-US" dirty="0">
              <a:cs typeface="Arial" panose="020B0604020202020204" pitchFamily="34" charset="0"/>
            </a:endParaRPr>
          </a:p>
        </p:txBody>
      </p:sp>
      <p:sp>
        <p:nvSpPr>
          <p:cNvPr id="269315" name="Rectangle 7">
            <a:extLst>
              <a:ext uri="{FF2B5EF4-FFF2-40B4-BE49-F238E27FC236}">
                <a16:creationId xmlns:a16="http://schemas.microsoft.com/office/drawing/2014/main" id="{854F34FE-7446-4F59-A0C5-C7E71B1E2D6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3" tIns="46586" rIns="93173" bIns="4658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86D07867-AE49-4C7A-9A6D-720A3A5A73B5}" type="slidenum">
              <a:rPr lang="en-US" altLang="en-US">
                <a:latin typeface="Arial" panose="020B0604020202020204" pitchFamily="34" charset="0"/>
                <a:cs typeface="Arial" panose="020B0604020202020204" pitchFamily="34" charset="0"/>
              </a:rPr>
              <a:pPr algn="r" eaLnBrk="1" hangingPunct="1">
                <a:spcBef>
                  <a:spcPct val="0"/>
                </a:spcBef>
              </a:pPr>
              <a:t>96</a:t>
            </a:fld>
            <a:endParaRPr lang="en-US" altLang="en-US" dirty="0">
              <a:latin typeface="Arial" panose="020B0604020202020204" pitchFamily="34" charset="0"/>
              <a:cs typeface="Arial" panose="020B0604020202020204" pitchFamily="34" charset="0"/>
            </a:endParaRPr>
          </a:p>
        </p:txBody>
      </p:sp>
      <p:sp>
        <p:nvSpPr>
          <p:cNvPr id="269316" name="Rectangle 2">
            <a:extLst>
              <a:ext uri="{FF2B5EF4-FFF2-40B4-BE49-F238E27FC236}">
                <a16:creationId xmlns:a16="http://schemas.microsoft.com/office/drawing/2014/main" id="{F0EBD75D-8F23-4FDC-AF6C-FD21AD4968D8}"/>
              </a:ext>
            </a:extLst>
          </p:cNvPr>
          <p:cNvSpPr>
            <a:spLocks noGrp="1" noRot="1" noChangeAspect="1" noChangeArrowheads="1" noTextEdit="1"/>
          </p:cNvSpPr>
          <p:nvPr>
            <p:ph type="sldImg"/>
          </p:nvPr>
        </p:nvSpPr>
        <p:spPr>
          <a:xfrm>
            <a:off x="384175" y="0"/>
            <a:ext cx="6091238" cy="3427413"/>
          </a:xfrm>
          <a:ln/>
        </p:spPr>
      </p:sp>
      <p:sp>
        <p:nvSpPr>
          <p:cNvPr id="269317" name="Rectangle 5">
            <a:extLst>
              <a:ext uri="{FF2B5EF4-FFF2-40B4-BE49-F238E27FC236}">
                <a16:creationId xmlns:a16="http://schemas.microsoft.com/office/drawing/2014/main" id="{64AFF3B4-7887-4F97-BB6E-8D9A2ED2CC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773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a:extLst>
              <a:ext uri="{FF2B5EF4-FFF2-40B4-BE49-F238E27FC236}">
                <a16:creationId xmlns:a16="http://schemas.microsoft.com/office/drawing/2014/main" id="{1BF6ECB0-E90C-4C7F-AA8F-9E72E7BAAC8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A7F95A-7BC7-46DD-88ED-88A3BBC9193C}" type="slidenum">
              <a:rPr lang="en-US" altLang="en-US" smtClean="0">
                <a:latin typeface="Arial" panose="020B0604020202020204" pitchFamily="34" charset="0"/>
                <a:cs typeface="Arial" panose="020B0604020202020204" pitchFamily="34" charset="0"/>
              </a:rPr>
              <a:pPr>
                <a:spcBef>
                  <a:spcPct val="0"/>
                </a:spcBef>
              </a:pPr>
              <a:t>112</a:t>
            </a:fld>
            <a:endParaRPr lang="en-US" altLang="en-US" dirty="0">
              <a:latin typeface="Arial" panose="020B0604020202020204" pitchFamily="34" charset="0"/>
              <a:cs typeface="Arial" panose="020B0604020202020204" pitchFamily="34" charset="0"/>
            </a:endParaRPr>
          </a:p>
        </p:txBody>
      </p:sp>
      <p:sp>
        <p:nvSpPr>
          <p:cNvPr id="330755" name="Rectangle 2">
            <a:extLst>
              <a:ext uri="{FF2B5EF4-FFF2-40B4-BE49-F238E27FC236}">
                <a16:creationId xmlns:a16="http://schemas.microsoft.com/office/drawing/2014/main" id="{E411A03A-BCEE-437F-B800-C2EEDF78D373}"/>
              </a:ext>
            </a:extLst>
          </p:cNvPr>
          <p:cNvSpPr>
            <a:spLocks noGrp="1" noRot="1" noChangeAspect="1" noChangeArrowheads="1" noTextEdit="1"/>
          </p:cNvSpPr>
          <p:nvPr>
            <p:ph type="sldImg"/>
          </p:nvPr>
        </p:nvSpPr>
        <p:spPr>
          <a:ln/>
        </p:spPr>
      </p:sp>
      <p:sp>
        <p:nvSpPr>
          <p:cNvPr id="330756" name="Rectangle 3">
            <a:extLst>
              <a:ext uri="{FF2B5EF4-FFF2-40B4-BE49-F238E27FC236}">
                <a16:creationId xmlns:a16="http://schemas.microsoft.com/office/drawing/2014/main" id="{85A46623-22D2-4E34-9151-E2DCB07EBE2E}"/>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5153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Image Placeholder 1">
            <a:extLst>
              <a:ext uri="{FF2B5EF4-FFF2-40B4-BE49-F238E27FC236}">
                <a16:creationId xmlns:a16="http://schemas.microsoft.com/office/drawing/2014/main" id="{29C08B83-5A87-4141-8CEC-E960EE82D538}"/>
              </a:ext>
            </a:extLst>
          </p:cNvPr>
          <p:cNvSpPr>
            <a:spLocks noGrp="1" noRot="1" noChangeAspect="1" noTextEdit="1"/>
          </p:cNvSpPr>
          <p:nvPr>
            <p:ph type="sldImg"/>
          </p:nvPr>
        </p:nvSpPr>
        <p:spPr>
          <a:ln/>
        </p:spPr>
      </p:sp>
      <p:sp>
        <p:nvSpPr>
          <p:cNvPr id="277507" name="Notes Placeholder 2">
            <a:extLst>
              <a:ext uri="{FF2B5EF4-FFF2-40B4-BE49-F238E27FC236}">
                <a16:creationId xmlns:a16="http://schemas.microsoft.com/office/drawing/2014/main" id="{30FD6D6D-19B7-4484-9874-24F71CE8BAD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Now we are ready to conduct the audit.  There are certain steps that we need to go through every time we audit…</a:t>
            </a:r>
          </a:p>
        </p:txBody>
      </p:sp>
      <p:sp>
        <p:nvSpPr>
          <p:cNvPr id="277508" name="Slide Number Placeholder 3">
            <a:extLst>
              <a:ext uri="{FF2B5EF4-FFF2-40B4-BE49-F238E27FC236}">
                <a16:creationId xmlns:a16="http://schemas.microsoft.com/office/drawing/2014/main" id="{2AC39A11-6513-4C65-8AA2-140C96A11B7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4A3D1B1-3276-4998-B5D5-5ABC01B5A7AD}" type="slidenum">
              <a:rPr lang="en-US" altLang="en-US" sz="1200" smtClean="0">
                <a:latin typeface="Arial" panose="020B0604020202020204" pitchFamily="34" charset="0"/>
                <a:cs typeface="Arial" panose="020B0604020202020204" pitchFamily="34" charset="0"/>
              </a:rPr>
              <a:pPr/>
              <a:t>113</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2925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Image Placeholder 1">
            <a:extLst>
              <a:ext uri="{FF2B5EF4-FFF2-40B4-BE49-F238E27FC236}">
                <a16:creationId xmlns:a16="http://schemas.microsoft.com/office/drawing/2014/main" id="{73157372-6BCC-4367-BF63-58899E2938AB}"/>
              </a:ext>
            </a:extLst>
          </p:cNvPr>
          <p:cNvSpPr>
            <a:spLocks noGrp="1" noRot="1" noChangeAspect="1" noTextEdit="1"/>
          </p:cNvSpPr>
          <p:nvPr>
            <p:ph type="sldImg"/>
          </p:nvPr>
        </p:nvSpPr>
        <p:spPr>
          <a:ln/>
        </p:spPr>
      </p:sp>
      <p:sp>
        <p:nvSpPr>
          <p:cNvPr id="279555" name="Notes Placeholder 2">
            <a:extLst>
              <a:ext uri="{FF2B5EF4-FFF2-40B4-BE49-F238E27FC236}">
                <a16:creationId xmlns:a16="http://schemas.microsoft.com/office/drawing/2014/main" id="{617FFBB5-722C-463E-B8F9-3EE88E9A6AD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 ISO standard provides some definition as well. The key here is that it’s a systematic and documented process.</a:t>
            </a:r>
          </a:p>
          <a:p>
            <a:pPr eaLnBrk="1" hangingPunct="1"/>
            <a:endParaRPr lang="en-US" altLang="en-US" i="1" dirty="0">
              <a:latin typeface="Arial" panose="020B0604020202020204" pitchFamily="34" charset="0"/>
            </a:endParaRPr>
          </a:p>
          <a:p>
            <a:pPr eaLnBrk="1" hangingPunct="1"/>
            <a:r>
              <a:rPr lang="en-US" altLang="en-US" i="1" dirty="0">
                <a:latin typeface="Arial" panose="020B0604020202020204" pitchFamily="34" charset="0"/>
              </a:rPr>
              <a:t>Read slide</a:t>
            </a:r>
          </a:p>
          <a:p>
            <a:pPr eaLnBrk="1" hangingPunct="1"/>
            <a:endParaRPr lang="en-US" altLang="en-US" i="1" dirty="0">
              <a:latin typeface="Arial" panose="020B0604020202020204" pitchFamily="34" charset="0"/>
            </a:endParaRPr>
          </a:p>
          <a:p>
            <a:pPr eaLnBrk="1" hangingPunct="1"/>
            <a:r>
              <a:rPr lang="en-US" altLang="en-US" dirty="0">
                <a:latin typeface="Arial" panose="020B0604020202020204" pitchFamily="34" charset="0"/>
              </a:rPr>
              <a:t>Really – there are a variety of reasons to audit...</a:t>
            </a:r>
          </a:p>
          <a:p>
            <a:pPr eaLnBrk="1" hangingPunct="1"/>
            <a:endParaRPr lang="en-US" altLang="en-US" i="1" dirty="0">
              <a:latin typeface="Arial" panose="020B0604020202020204" pitchFamily="34" charset="0"/>
            </a:endParaRPr>
          </a:p>
        </p:txBody>
      </p:sp>
      <p:sp>
        <p:nvSpPr>
          <p:cNvPr id="279556" name="Slide Number Placeholder 3">
            <a:extLst>
              <a:ext uri="{FF2B5EF4-FFF2-40B4-BE49-F238E27FC236}">
                <a16:creationId xmlns:a16="http://schemas.microsoft.com/office/drawing/2014/main" id="{A795A40B-8C25-4D20-9A8D-087C1A0F6D5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BE679182-5809-4D59-96F4-94E0E597CD1A}" type="slidenum">
              <a:rPr lang="en-US" altLang="en-US" sz="1200" smtClean="0">
                <a:latin typeface="Arial" panose="020B0604020202020204" pitchFamily="34" charset="0"/>
                <a:cs typeface="Arial" panose="020B0604020202020204" pitchFamily="34" charset="0"/>
              </a:rPr>
              <a:pPr/>
              <a:t>114</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4102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Image Placeholder 1">
            <a:extLst>
              <a:ext uri="{FF2B5EF4-FFF2-40B4-BE49-F238E27FC236}">
                <a16:creationId xmlns:a16="http://schemas.microsoft.com/office/drawing/2014/main" id="{80C71BE4-1FB3-4A0A-A769-D88A571055DD}"/>
              </a:ext>
            </a:extLst>
          </p:cNvPr>
          <p:cNvSpPr>
            <a:spLocks noGrp="1" noRot="1" noChangeAspect="1" noTextEdit="1"/>
          </p:cNvSpPr>
          <p:nvPr>
            <p:ph type="sldImg"/>
          </p:nvPr>
        </p:nvSpPr>
        <p:spPr>
          <a:ln/>
        </p:spPr>
      </p:sp>
      <p:sp>
        <p:nvSpPr>
          <p:cNvPr id="281603" name="Notes Placeholder 2">
            <a:extLst>
              <a:ext uri="{FF2B5EF4-FFF2-40B4-BE49-F238E27FC236}">
                <a16:creationId xmlns:a16="http://schemas.microsoft.com/office/drawing/2014/main" id="{3D5D2532-5981-4C21-83E6-688F14CFC33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We want to determine if our systems are effective.  And if not, we want to make adjustments.</a:t>
            </a:r>
          </a:p>
          <a:p>
            <a:pPr eaLnBrk="1" hangingPunct="1">
              <a:buFontTx/>
              <a:buChar char="•"/>
            </a:pPr>
            <a:r>
              <a:rPr lang="en-US" altLang="en-US" dirty="0">
                <a:latin typeface="Arial" panose="020B0604020202020204" pitchFamily="34" charset="0"/>
              </a:rPr>
              <a:t> We may audit to ensure we are within contractual boundaries</a:t>
            </a:r>
          </a:p>
          <a:p>
            <a:pPr eaLnBrk="1" hangingPunct="1">
              <a:buFontTx/>
              <a:buChar char="•"/>
            </a:pPr>
            <a:r>
              <a:rPr lang="en-US" altLang="en-US" dirty="0">
                <a:latin typeface="Arial" panose="020B0604020202020204" pitchFamily="34" charset="0"/>
              </a:rPr>
              <a:t> We definitely audit to determine what are current processes are – which we know don’t always run as written – so that we can improve them.  </a:t>
            </a:r>
          </a:p>
          <a:p>
            <a:pPr eaLnBrk="1" hangingPunct="1">
              <a:buFontTx/>
              <a:buChar char="•"/>
            </a:pPr>
            <a:r>
              <a:rPr lang="en-US" altLang="en-US" dirty="0">
                <a:latin typeface="Arial" panose="020B0604020202020204" pitchFamily="34" charset="0"/>
              </a:rPr>
              <a:t> Sometimes we may audit to meet regulatory requirements. </a:t>
            </a:r>
          </a:p>
          <a:p>
            <a:pPr eaLnBrk="1" hangingPunct="1">
              <a:buFontTx/>
              <a:buChar char="•"/>
            </a:pPr>
            <a:r>
              <a:rPr lang="en-US" altLang="en-US" dirty="0">
                <a:latin typeface="Arial" panose="020B0604020202020204" pitchFamily="34" charset="0"/>
              </a:rPr>
              <a:t> We audit because a requirement of the ISO standard is that we conduct these audits of our systems.</a:t>
            </a:r>
          </a:p>
          <a:p>
            <a:pPr eaLnBrk="1" hangingPunct="1">
              <a:buFontTx/>
              <a:buChar char="•"/>
            </a:pPr>
            <a:r>
              <a:rPr lang="en-US" altLang="en-US" dirty="0">
                <a:latin typeface="Arial" panose="020B0604020202020204" pitchFamily="34" charset="0"/>
              </a:rPr>
              <a:t> Sometimes a specific customer may require processes that we want to ensure are being implemented, or they may come to our site to audit.</a:t>
            </a:r>
          </a:p>
          <a:p>
            <a:pPr eaLnBrk="1" hangingPunct="1">
              <a:buFontTx/>
              <a:buChar char="•"/>
            </a:pPr>
            <a:endParaRPr lang="en-US" altLang="en-US" dirty="0">
              <a:latin typeface="Arial" panose="020B0604020202020204" pitchFamily="34" charset="0"/>
            </a:endParaRPr>
          </a:p>
          <a:p>
            <a:pPr eaLnBrk="1" hangingPunct="1"/>
            <a:r>
              <a:rPr lang="en-US" altLang="en-US" dirty="0">
                <a:latin typeface="Arial" panose="020B0604020202020204" pitchFamily="34" charset="0"/>
              </a:rPr>
              <a:t>And no matter what our reason(s), we want to ensure that we have qualified and competent internal auditors to conduct the process…</a:t>
            </a:r>
          </a:p>
          <a:p>
            <a:pPr eaLnBrk="1" hangingPunct="1">
              <a:buFontTx/>
              <a:buChar char="•"/>
            </a:pPr>
            <a:endParaRPr lang="en-US" altLang="en-US" dirty="0">
              <a:latin typeface="Arial" panose="020B0604020202020204" pitchFamily="34" charset="0"/>
            </a:endParaRPr>
          </a:p>
        </p:txBody>
      </p:sp>
      <p:sp>
        <p:nvSpPr>
          <p:cNvPr id="281604" name="Slide Number Placeholder 3">
            <a:extLst>
              <a:ext uri="{FF2B5EF4-FFF2-40B4-BE49-F238E27FC236}">
                <a16:creationId xmlns:a16="http://schemas.microsoft.com/office/drawing/2014/main" id="{3606845D-65AF-498D-A28E-5C99FC7C479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4C2086B-84BB-4F66-B5B1-2988184AE7AB}" type="slidenum">
              <a:rPr lang="en-US" altLang="en-US" sz="1200" smtClean="0">
                <a:latin typeface="Arial" panose="020B0604020202020204" pitchFamily="34" charset="0"/>
                <a:cs typeface="Arial" panose="020B0604020202020204" pitchFamily="34" charset="0"/>
              </a:rPr>
              <a:pPr/>
              <a:t>115</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1134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Image Placeholder 1">
            <a:extLst>
              <a:ext uri="{FF2B5EF4-FFF2-40B4-BE49-F238E27FC236}">
                <a16:creationId xmlns:a16="http://schemas.microsoft.com/office/drawing/2014/main" id="{79702E20-DA55-48CA-A7B4-E23BDAB25224}"/>
              </a:ext>
            </a:extLst>
          </p:cNvPr>
          <p:cNvSpPr>
            <a:spLocks noGrp="1" noRot="1" noChangeAspect="1" noTextEdit="1"/>
          </p:cNvSpPr>
          <p:nvPr>
            <p:ph type="sldImg"/>
          </p:nvPr>
        </p:nvSpPr>
        <p:spPr>
          <a:ln/>
        </p:spPr>
      </p:sp>
      <p:sp>
        <p:nvSpPr>
          <p:cNvPr id="283651" name="Notes Placeholder 2">
            <a:extLst>
              <a:ext uri="{FF2B5EF4-FFF2-40B4-BE49-F238E27FC236}">
                <a16:creationId xmlns:a16="http://schemas.microsoft.com/office/drawing/2014/main" id="{F2E5BB53-AFA3-4C37-A381-3ADD1FA073F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Here’s a list which probably reflects what we just heard from the group.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Some listed on the slide that may not have been heard are:</a:t>
            </a:r>
          </a:p>
          <a:p>
            <a:pPr eaLnBrk="1" hangingPunct="1"/>
            <a:endParaRPr lang="en-US" altLang="en-US" dirty="0">
              <a:latin typeface="Arial" panose="020B0604020202020204" pitchFamily="34" charset="0"/>
            </a:endParaRPr>
          </a:p>
          <a:p>
            <a:pPr eaLnBrk="1" hangingPunct="1"/>
            <a:r>
              <a:rPr lang="en-US" altLang="en-US" b="1" dirty="0">
                <a:latin typeface="Arial" panose="020B0604020202020204" pitchFamily="34" charset="0"/>
              </a:rPr>
              <a:t>Take notes:  </a:t>
            </a:r>
            <a:r>
              <a:rPr lang="en-US" altLang="en-US" dirty="0">
                <a:latin typeface="Arial" panose="020B0604020202020204" pitchFamily="34" charset="0"/>
              </a:rPr>
              <a:t>This is a style-dependent characteristic, but it adds a degree of professionalism, and really helps the auditor remember details such as procedure numbers, people’s names, etc.</a:t>
            </a:r>
          </a:p>
          <a:p>
            <a:pPr eaLnBrk="1" hangingPunct="1"/>
            <a:endParaRPr lang="en-US" altLang="en-US" b="1" dirty="0">
              <a:latin typeface="Arial" panose="020B0604020202020204" pitchFamily="34" charset="0"/>
            </a:endParaRPr>
          </a:p>
          <a:p>
            <a:pPr eaLnBrk="1" hangingPunct="1"/>
            <a:r>
              <a:rPr lang="en-US" altLang="en-US" b="1" dirty="0">
                <a:latin typeface="Arial" panose="020B0604020202020204" pitchFamily="34" charset="0"/>
              </a:rPr>
              <a:t>Vary the types of questions / Don’t use yes/no questions:  </a:t>
            </a:r>
            <a:r>
              <a:rPr lang="en-US" altLang="en-US" dirty="0">
                <a:latin typeface="Arial" panose="020B0604020202020204" pitchFamily="34" charset="0"/>
              </a:rPr>
              <a:t>It’s good to use open ended questions to get the auditee to explain an issue fully.  If they go overboard in an explanation, it’s ok to stop them by using yes or no questions.  (We’ll discuss types on questions next.)</a:t>
            </a:r>
          </a:p>
          <a:p>
            <a:pPr eaLnBrk="1" hangingPunct="1"/>
            <a:endParaRPr lang="en-US" altLang="en-US" dirty="0">
              <a:latin typeface="Arial" panose="020B0604020202020204" pitchFamily="34" charset="0"/>
            </a:endParaRPr>
          </a:p>
          <a:p>
            <a:pPr eaLnBrk="1" hangingPunct="1"/>
            <a:r>
              <a:rPr lang="en-US" altLang="en-US" b="1" dirty="0">
                <a:latin typeface="Arial" panose="020B0604020202020204" pitchFamily="34" charset="0"/>
              </a:rPr>
              <a:t>Don’t focus on people in reports:  </a:t>
            </a:r>
            <a:r>
              <a:rPr lang="en-US" altLang="en-US" dirty="0">
                <a:latin typeface="Arial" panose="020B0604020202020204" pitchFamily="34" charset="0"/>
              </a:rPr>
              <a:t>If there is instance where the procedure is not being followed, there is usually an obstacle that prevents it from being followed easily.  As an auditor, you can help your organization greatly by focusing on the process rather than the person in that case.</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Let’s talk about using different types of questions as a technique…</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p:txBody>
      </p:sp>
      <p:sp>
        <p:nvSpPr>
          <p:cNvPr id="283652" name="Slide Number Placeholder 3">
            <a:extLst>
              <a:ext uri="{FF2B5EF4-FFF2-40B4-BE49-F238E27FC236}">
                <a16:creationId xmlns:a16="http://schemas.microsoft.com/office/drawing/2014/main" id="{2B32E5C4-06F1-4036-A0F3-A863B752B2B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F40DC2C-5FC1-48F3-B583-3E668A8E05D7}" type="slidenum">
              <a:rPr lang="en-US" altLang="en-US" sz="1200" smtClean="0">
                <a:latin typeface="Arial" panose="020B0604020202020204" pitchFamily="34" charset="0"/>
                <a:cs typeface="Arial" panose="020B0604020202020204" pitchFamily="34" charset="0"/>
              </a:rPr>
              <a:pPr/>
              <a:t>116</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207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a:extLst>
              <a:ext uri="{FF2B5EF4-FFF2-40B4-BE49-F238E27FC236}">
                <a16:creationId xmlns:a16="http://schemas.microsoft.com/office/drawing/2014/main" id="{0A99EF03-C59B-43D3-AB97-C41E42B86AA3}"/>
              </a:ext>
            </a:extLst>
          </p:cNvPr>
          <p:cNvSpPr>
            <a:spLocks noGrp="1" noRot="1" noChangeAspect="1" noTextEdit="1"/>
          </p:cNvSpPr>
          <p:nvPr>
            <p:ph type="sldImg"/>
          </p:nvPr>
        </p:nvSpPr>
        <p:spPr>
          <a:ln/>
        </p:spPr>
      </p:sp>
      <p:sp>
        <p:nvSpPr>
          <p:cNvPr id="301059" name="Notes Placeholder 2">
            <a:extLst>
              <a:ext uri="{FF2B5EF4-FFF2-40B4-BE49-F238E27FC236}">
                <a16:creationId xmlns:a16="http://schemas.microsoft.com/office/drawing/2014/main" id="{B6FE8FBD-7E36-478A-A1DC-78F6C7C88612}"/>
              </a:ext>
            </a:extLst>
          </p:cNvPr>
          <p:cNvSpPr>
            <a:spLocks noGrp="1"/>
          </p:cNvSpPr>
          <p:nvPr>
            <p:ph type="body" idx="1"/>
          </p:nvPr>
        </p:nvSpPr>
        <p:spPr>
          <a:xfrm>
            <a:off x="701675" y="4416425"/>
            <a:ext cx="5607050" cy="4651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Arial" panose="020B0604020202020204" pitchFamily="34" charset="0"/>
              </a:rPr>
              <a:t>  Start by thinking of the basic journalist questions:  Why? Who? What?  Where? When?  How?  These are great for starting the discussion with the auditee.  </a:t>
            </a:r>
          </a:p>
          <a:p>
            <a:pPr eaLnBrk="1" hangingPunct="1"/>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As we mentioned previously observation is a good technique as well.  Sometimes it’s good to observe the process for a few minutes before approaching the auditee.</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Though you will have a checklist from which to audit, sometimes you may choose to ask other questions based on what you’ve heard or seen.  There’s a balance between going way off track and being too rigid with your set of questions that you may have to wrestle with.  Experience in auditing will help you sort this out.</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Make sure you get a chance to talk to the people who are really doing the job.  Sometimes a Supervisor or Manager in an area will be tempted to speak on behalf of the process, but you should really talk to others.</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Start with ‘easier’ questions such as “Tell me how you know what to work on today…” or “Show me how you do this process…”   These types of questions help put the auditee at ease.</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Silence is the auditor’s friend!  Don’t be silent to make people uncomfortable.  However, sometimes, when you are silent, the auditee will fill in that silence with other details about the process that they may not have told you. </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Make sure you always summarize what you’ve found with the auditee or their supervisor or manager as appropriate.  There should never be any surprises in an audit report.  It’s also good to summarize in case you misunderstood any details.  The auditee can clarify the issue then before you’ve written the report.</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Here are some other specific types of questions…</a:t>
            </a:r>
          </a:p>
        </p:txBody>
      </p:sp>
      <p:sp>
        <p:nvSpPr>
          <p:cNvPr id="301060" name="Slide Number Placeholder 3">
            <a:extLst>
              <a:ext uri="{FF2B5EF4-FFF2-40B4-BE49-F238E27FC236}">
                <a16:creationId xmlns:a16="http://schemas.microsoft.com/office/drawing/2014/main" id="{F128F044-48DB-4B14-BB8E-C05F3FB57D7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ECE48572-43E4-43E9-A7ED-DE1D18C94CC2}" type="slidenum">
              <a:rPr lang="en-US" altLang="en-US" sz="1200" smtClean="0">
                <a:latin typeface="Arial" panose="020B0604020202020204" pitchFamily="34" charset="0"/>
                <a:cs typeface="Arial" panose="020B0604020202020204" pitchFamily="34" charset="0"/>
              </a:rPr>
              <a:pPr/>
              <a:t>117</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0150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a:extLst>
              <a:ext uri="{FF2B5EF4-FFF2-40B4-BE49-F238E27FC236}">
                <a16:creationId xmlns:a16="http://schemas.microsoft.com/office/drawing/2014/main" id="{A26414ED-D99A-47D1-91AD-B3D675E8D4D7}"/>
              </a:ext>
            </a:extLst>
          </p:cNvPr>
          <p:cNvSpPr>
            <a:spLocks noGrp="1" noRot="1" noChangeAspect="1" noTextEdit="1"/>
          </p:cNvSpPr>
          <p:nvPr>
            <p:ph type="sldImg"/>
          </p:nvPr>
        </p:nvSpPr>
        <p:spPr>
          <a:ln/>
        </p:spPr>
      </p:sp>
      <p:sp>
        <p:nvSpPr>
          <p:cNvPr id="285699" name="Notes Placeholder 2">
            <a:extLst>
              <a:ext uri="{FF2B5EF4-FFF2-40B4-BE49-F238E27FC236}">
                <a16:creationId xmlns:a16="http://schemas.microsoft.com/office/drawing/2014/main" id="{79238954-65EC-41AC-AA7B-E179F81D392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There are four phases to auditing:</a:t>
            </a:r>
          </a:p>
          <a:p>
            <a:pPr eaLnBrk="1" hangingPunct="1">
              <a:buFontTx/>
              <a:buChar char="•"/>
            </a:pPr>
            <a:r>
              <a:rPr lang="en-US" altLang="en-US" dirty="0">
                <a:latin typeface="Arial" panose="020B0604020202020204" pitchFamily="34" charset="0"/>
              </a:rPr>
              <a:t> Planning</a:t>
            </a:r>
          </a:p>
          <a:p>
            <a:pPr eaLnBrk="1" hangingPunct="1">
              <a:buFontTx/>
              <a:buChar char="•"/>
            </a:pPr>
            <a:r>
              <a:rPr lang="en-US" altLang="en-US" dirty="0">
                <a:latin typeface="Arial" panose="020B0604020202020204" pitchFamily="34" charset="0"/>
              </a:rPr>
              <a:t> Performance</a:t>
            </a:r>
          </a:p>
          <a:p>
            <a:pPr eaLnBrk="1" hangingPunct="1">
              <a:buFontTx/>
              <a:buChar char="•"/>
            </a:pPr>
            <a:r>
              <a:rPr lang="en-US" altLang="en-US" dirty="0">
                <a:latin typeface="Arial" panose="020B0604020202020204" pitchFamily="34" charset="0"/>
              </a:rPr>
              <a:t> Close-out and</a:t>
            </a:r>
          </a:p>
          <a:p>
            <a:pPr eaLnBrk="1" hangingPunct="1">
              <a:buFontTx/>
              <a:buChar char="•"/>
            </a:pPr>
            <a:r>
              <a:rPr lang="en-US" altLang="en-US" dirty="0">
                <a:latin typeface="Arial" panose="020B0604020202020204" pitchFamily="34" charset="0"/>
              </a:rPr>
              <a:t> Follow-up</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We’ll talk about each one…</a:t>
            </a:r>
          </a:p>
        </p:txBody>
      </p:sp>
      <p:sp>
        <p:nvSpPr>
          <p:cNvPr id="285700" name="Slide Number Placeholder 3">
            <a:extLst>
              <a:ext uri="{FF2B5EF4-FFF2-40B4-BE49-F238E27FC236}">
                <a16:creationId xmlns:a16="http://schemas.microsoft.com/office/drawing/2014/main" id="{C04ED7F9-C6C8-4AB7-8343-5B775B53529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DA6F31E6-726A-4B1C-9837-79379AFFA845}" type="slidenum">
              <a:rPr lang="en-US" altLang="en-US" sz="1200" smtClean="0">
                <a:latin typeface="Arial" panose="020B0604020202020204" pitchFamily="34" charset="0"/>
                <a:cs typeface="Arial" panose="020B0604020202020204" pitchFamily="34" charset="0"/>
              </a:rPr>
              <a:pPr/>
              <a:t>118</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3254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Image Placeholder 1">
            <a:extLst>
              <a:ext uri="{FF2B5EF4-FFF2-40B4-BE49-F238E27FC236}">
                <a16:creationId xmlns:a16="http://schemas.microsoft.com/office/drawing/2014/main" id="{D3A79AA7-D048-4779-BB0C-DC200A573B2C}"/>
              </a:ext>
            </a:extLst>
          </p:cNvPr>
          <p:cNvSpPr>
            <a:spLocks noGrp="1" noRot="1" noChangeAspect="1" noTextEdit="1"/>
          </p:cNvSpPr>
          <p:nvPr>
            <p:ph type="sldImg"/>
          </p:nvPr>
        </p:nvSpPr>
        <p:spPr>
          <a:ln/>
        </p:spPr>
      </p:sp>
      <p:sp>
        <p:nvSpPr>
          <p:cNvPr id="287747" name="Notes Placeholder 2">
            <a:extLst>
              <a:ext uri="{FF2B5EF4-FFF2-40B4-BE49-F238E27FC236}">
                <a16:creationId xmlns:a16="http://schemas.microsoft.com/office/drawing/2014/main" id="{D5D38E85-B444-4B12-8CCF-B3B27295D2A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 first step is planning.</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Planning includes…</a:t>
            </a:r>
          </a:p>
        </p:txBody>
      </p:sp>
      <p:sp>
        <p:nvSpPr>
          <p:cNvPr id="287748" name="Slide Number Placeholder 3">
            <a:extLst>
              <a:ext uri="{FF2B5EF4-FFF2-40B4-BE49-F238E27FC236}">
                <a16:creationId xmlns:a16="http://schemas.microsoft.com/office/drawing/2014/main" id="{72381BCC-C542-4639-A2CC-596FE0EACA3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311221CD-559B-414E-B7A3-6253478B0113}" type="slidenum">
              <a:rPr lang="en-US" altLang="en-US" sz="1200" smtClean="0">
                <a:latin typeface="Arial" panose="020B0604020202020204" pitchFamily="34" charset="0"/>
                <a:cs typeface="Arial" panose="020B0604020202020204" pitchFamily="34" charset="0"/>
              </a:rPr>
              <a:pPr/>
              <a:t>119</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783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a:extLst>
              <a:ext uri="{FF2B5EF4-FFF2-40B4-BE49-F238E27FC236}">
                <a16:creationId xmlns:a16="http://schemas.microsoft.com/office/drawing/2014/main" id="{621C6E27-5E67-4CFA-8F8D-E6DB91C38B9F}"/>
              </a:ext>
            </a:extLst>
          </p:cNvPr>
          <p:cNvSpPr>
            <a:spLocks noGrp="1" noRot="1" noChangeAspect="1" noTextEdit="1"/>
          </p:cNvSpPr>
          <p:nvPr>
            <p:ph type="sldImg"/>
          </p:nvPr>
        </p:nvSpPr>
        <p:spPr>
          <a:ln/>
        </p:spPr>
      </p:sp>
      <p:sp>
        <p:nvSpPr>
          <p:cNvPr id="290819" name="Notes Placeholder 2">
            <a:extLst>
              <a:ext uri="{FF2B5EF4-FFF2-40B4-BE49-F238E27FC236}">
                <a16:creationId xmlns:a16="http://schemas.microsoft.com/office/drawing/2014/main" id="{C855CE12-88FA-4218-9810-12F04D11CB1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An audit checklist really helps you plan the audit better.  When you use a standard checklist, you don’t have to rethink the questions every time you audit an area.  With a good checklist, you can also add questions  in order to audit areas where there were previous issues or areas of management concern.</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 </a:t>
            </a:r>
          </a:p>
          <a:p>
            <a:pPr eaLnBrk="1" hangingPunct="1"/>
            <a:r>
              <a:rPr lang="en-US" altLang="en-US" dirty="0">
                <a:latin typeface="Arial" panose="020B0604020202020204" pitchFamily="34" charset="0"/>
              </a:rPr>
              <a:t>A checklist identifies the critical items you need to examine and it helps you think about the evidence you are looking for.  Some auditors note the sample sizes that they will be collecting on their checklist.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The checklist should also provide a cross reference to the section of the ISO standard to which it refers.  That way, is there is a question about a requirement, you can easily look it up in the standard.</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There are other benefits to using a checklist…</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p:txBody>
      </p:sp>
      <p:sp>
        <p:nvSpPr>
          <p:cNvPr id="290820" name="Slide Number Placeholder 3">
            <a:extLst>
              <a:ext uri="{FF2B5EF4-FFF2-40B4-BE49-F238E27FC236}">
                <a16:creationId xmlns:a16="http://schemas.microsoft.com/office/drawing/2014/main" id="{D13D950F-7C7D-4F70-B16C-58E90CBD80D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6209316-A45B-42DB-A6CC-CD8653FF9841}" type="slidenum">
              <a:rPr lang="en-US" altLang="en-US" sz="1200" smtClean="0">
                <a:latin typeface="Arial" panose="020B0604020202020204" pitchFamily="34" charset="0"/>
                <a:cs typeface="Arial" panose="020B0604020202020204" pitchFamily="34" charset="0"/>
              </a:rPr>
              <a:pPr/>
              <a:t>121</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8676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Image Placeholder 1">
            <a:extLst>
              <a:ext uri="{FF2B5EF4-FFF2-40B4-BE49-F238E27FC236}">
                <a16:creationId xmlns:a16="http://schemas.microsoft.com/office/drawing/2014/main" id="{58FFD7B6-9CCE-4F53-AE54-21610A81BED9}"/>
              </a:ext>
            </a:extLst>
          </p:cNvPr>
          <p:cNvSpPr>
            <a:spLocks noGrp="1" noRot="1" noChangeAspect="1" noTextEdit="1"/>
          </p:cNvSpPr>
          <p:nvPr>
            <p:ph type="sldImg"/>
          </p:nvPr>
        </p:nvSpPr>
        <p:spPr>
          <a:ln/>
        </p:spPr>
      </p:sp>
      <p:sp>
        <p:nvSpPr>
          <p:cNvPr id="294915" name="Notes Placeholder 2">
            <a:extLst>
              <a:ext uri="{FF2B5EF4-FFF2-40B4-BE49-F238E27FC236}">
                <a16:creationId xmlns:a16="http://schemas.microsoft.com/office/drawing/2014/main" id="{A993A318-82CF-42AB-8C85-05B1D30DF97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Here’s a sample of the Internal Audit Form </a:t>
            </a:r>
            <a:r>
              <a:rPr lang="en-US" altLang="en-US" i="1" dirty="0">
                <a:latin typeface="Arial" panose="020B0604020202020204" pitchFamily="34" charset="0"/>
              </a:rPr>
              <a:t>(if you are not using the Internal Audit Form sold by www.9000world.com, substitute your own company forms in this section.)  </a:t>
            </a:r>
            <a:r>
              <a:rPr lang="en-US" altLang="en-US" dirty="0">
                <a:latin typeface="Arial" panose="020B0604020202020204" pitchFamily="34" charset="0"/>
              </a:rPr>
              <a:t>You’ll see there are some sections that are filled out in advance by the Audit Coordinator, and some by the auditor.</a:t>
            </a:r>
          </a:p>
          <a:p>
            <a:pPr eaLnBrk="1" hangingPunct="1"/>
            <a:endParaRPr lang="en-US" altLang="en-US" i="1"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After Preparing for the audit, you are now ready to Perform the audit.</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p:txBody>
      </p:sp>
      <p:sp>
        <p:nvSpPr>
          <p:cNvPr id="294916" name="Slide Number Placeholder 3">
            <a:extLst>
              <a:ext uri="{FF2B5EF4-FFF2-40B4-BE49-F238E27FC236}">
                <a16:creationId xmlns:a16="http://schemas.microsoft.com/office/drawing/2014/main" id="{9FA66E2D-65C6-4B94-ADC0-7557CC0A97A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0D3200AD-CD5F-4C1D-A669-0C4593BB65E3}" type="slidenum">
              <a:rPr lang="en-US" altLang="en-US" sz="1200" smtClean="0">
                <a:latin typeface="Arial" panose="020B0604020202020204" pitchFamily="34" charset="0"/>
                <a:cs typeface="Arial" panose="020B0604020202020204" pitchFamily="34" charset="0"/>
              </a:rPr>
              <a:pPr/>
              <a:t>122</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7076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Image Placeholder 1">
            <a:extLst>
              <a:ext uri="{FF2B5EF4-FFF2-40B4-BE49-F238E27FC236}">
                <a16:creationId xmlns:a16="http://schemas.microsoft.com/office/drawing/2014/main" id="{58FFD7B6-9CCE-4F53-AE54-21610A81BED9}"/>
              </a:ext>
            </a:extLst>
          </p:cNvPr>
          <p:cNvSpPr>
            <a:spLocks noGrp="1" noRot="1" noChangeAspect="1" noTextEdit="1"/>
          </p:cNvSpPr>
          <p:nvPr>
            <p:ph type="sldImg"/>
          </p:nvPr>
        </p:nvSpPr>
        <p:spPr>
          <a:ln/>
        </p:spPr>
      </p:sp>
      <p:sp>
        <p:nvSpPr>
          <p:cNvPr id="294915" name="Notes Placeholder 2">
            <a:extLst>
              <a:ext uri="{FF2B5EF4-FFF2-40B4-BE49-F238E27FC236}">
                <a16:creationId xmlns:a16="http://schemas.microsoft.com/office/drawing/2014/main" id="{A993A318-82CF-42AB-8C85-05B1D30DF97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Here’s a sample of the Internal Audit Form </a:t>
            </a:r>
            <a:r>
              <a:rPr lang="en-US" altLang="en-US" i="1" dirty="0">
                <a:latin typeface="Arial" panose="020B0604020202020204" pitchFamily="34" charset="0"/>
              </a:rPr>
              <a:t>(if you are not using the Internal Audit Form sold by www.9000world.com, substitute your own company forms in this section.)  </a:t>
            </a:r>
            <a:r>
              <a:rPr lang="en-US" altLang="en-US" dirty="0">
                <a:latin typeface="Arial" panose="020B0604020202020204" pitchFamily="34" charset="0"/>
              </a:rPr>
              <a:t>You’ll see there are some sections that are filled out in advance by the Audit Coordinator, and some by the auditor.</a:t>
            </a:r>
          </a:p>
          <a:p>
            <a:pPr eaLnBrk="1" hangingPunct="1"/>
            <a:endParaRPr lang="en-US" altLang="en-US" i="1"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After Preparing for the audit, you are now ready to Perform the audit.</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p:txBody>
      </p:sp>
      <p:sp>
        <p:nvSpPr>
          <p:cNvPr id="294916" name="Slide Number Placeholder 3">
            <a:extLst>
              <a:ext uri="{FF2B5EF4-FFF2-40B4-BE49-F238E27FC236}">
                <a16:creationId xmlns:a16="http://schemas.microsoft.com/office/drawing/2014/main" id="{9FA66E2D-65C6-4B94-ADC0-7557CC0A97A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0D3200AD-CD5F-4C1D-A669-0C4593BB65E3}" type="slidenum">
              <a:rPr lang="en-US" altLang="en-US" sz="1200" smtClean="0">
                <a:latin typeface="Arial" panose="020B0604020202020204" pitchFamily="34" charset="0"/>
                <a:cs typeface="Arial" panose="020B0604020202020204" pitchFamily="34" charset="0"/>
              </a:rPr>
              <a:pPr/>
              <a:t>123</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0364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Slide Image Placeholder 1">
            <a:extLst>
              <a:ext uri="{FF2B5EF4-FFF2-40B4-BE49-F238E27FC236}">
                <a16:creationId xmlns:a16="http://schemas.microsoft.com/office/drawing/2014/main" id="{2CEE75D4-663E-4A01-9742-4DEC5DD5959A}"/>
              </a:ext>
            </a:extLst>
          </p:cNvPr>
          <p:cNvSpPr>
            <a:spLocks noGrp="1" noRot="1" noChangeAspect="1" noTextEdit="1"/>
          </p:cNvSpPr>
          <p:nvPr>
            <p:ph type="sldImg"/>
          </p:nvPr>
        </p:nvSpPr>
        <p:spPr>
          <a:ln/>
        </p:spPr>
      </p:sp>
      <p:sp>
        <p:nvSpPr>
          <p:cNvPr id="296963" name="Notes Placeholder 2">
            <a:extLst>
              <a:ext uri="{FF2B5EF4-FFF2-40B4-BE49-F238E27FC236}">
                <a16:creationId xmlns:a16="http://schemas.microsoft.com/office/drawing/2014/main" id="{8C559716-DCBC-4DDC-8E89-467F4EEA42A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 first thing you should do when you are conducting an audit is to…</a:t>
            </a:r>
          </a:p>
        </p:txBody>
      </p:sp>
      <p:sp>
        <p:nvSpPr>
          <p:cNvPr id="296964" name="Slide Number Placeholder 3">
            <a:extLst>
              <a:ext uri="{FF2B5EF4-FFF2-40B4-BE49-F238E27FC236}">
                <a16:creationId xmlns:a16="http://schemas.microsoft.com/office/drawing/2014/main" id="{6CBF5283-11B1-4CCC-A4F9-EB3383F368E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B7500AB1-2184-4910-A7F5-B975CB279774}" type="slidenum">
              <a:rPr lang="en-US" altLang="en-US" sz="1200" smtClean="0">
                <a:latin typeface="Arial" panose="020B0604020202020204" pitchFamily="34" charset="0"/>
                <a:cs typeface="Arial" panose="020B0604020202020204" pitchFamily="34" charset="0"/>
              </a:rPr>
              <a:pPr/>
              <a:t>124</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7462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Image Placeholder 1">
            <a:extLst>
              <a:ext uri="{FF2B5EF4-FFF2-40B4-BE49-F238E27FC236}">
                <a16:creationId xmlns:a16="http://schemas.microsoft.com/office/drawing/2014/main" id="{21A43F40-216D-4B41-B600-E6FFA36A9EE3}"/>
              </a:ext>
            </a:extLst>
          </p:cNvPr>
          <p:cNvSpPr>
            <a:spLocks noGrp="1" noRot="1" noChangeAspect="1" noTextEdit="1"/>
          </p:cNvSpPr>
          <p:nvPr>
            <p:ph type="sldImg"/>
          </p:nvPr>
        </p:nvSpPr>
        <p:spPr>
          <a:ln/>
        </p:spPr>
      </p:sp>
      <p:sp>
        <p:nvSpPr>
          <p:cNvPr id="299011" name="Notes Placeholder 2">
            <a:extLst>
              <a:ext uri="{FF2B5EF4-FFF2-40B4-BE49-F238E27FC236}">
                <a16:creationId xmlns:a16="http://schemas.microsoft.com/office/drawing/2014/main" id="{2A3637FF-E8E3-41C0-853F-76BA485942C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Open-ended:  Good for starting the conversation</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Closed (Yes/No or other specific answers):  Good for getting specific answers </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Clarifying:  Used to summarize what the auditee has just said in order to verify you’ve got it right</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Leading questions:  Use in moderation.  If the auditee is confused (maybe about terminology) it’s sometimes ok to lead them to the answer you are looking for.  (Example:  Auditor:  “Can you tell me about our Quality Policy?”  Auditee:  Silence and blank stare.  Auditor:  “Joe, we call that our mission statement.  Can you explain that?”  Auditee:  “Oh!  Sure.”)</a:t>
            </a:r>
          </a:p>
          <a:p>
            <a:pPr eaLnBrk="1" hangingPunct="1"/>
            <a:endParaRPr lang="en-US" altLang="en-US" dirty="0">
              <a:latin typeface="Arial" panose="020B0604020202020204" pitchFamily="34" charset="0"/>
            </a:endParaRPr>
          </a:p>
        </p:txBody>
      </p:sp>
      <p:sp>
        <p:nvSpPr>
          <p:cNvPr id="299012" name="Slide Number Placeholder 3">
            <a:extLst>
              <a:ext uri="{FF2B5EF4-FFF2-40B4-BE49-F238E27FC236}">
                <a16:creationId xmlns:a16="http://schemas.microsoft.com/office/drawing/2014/main" id="{CDF87193-413A-44C1-A28F-E780E3D4AA1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D251D65B-622C-4B0E-BA8F-747FE4403407}" type="slidenum">
              <a:rPr lang="en-US" altLang="en-US" sz="1200" smtClean="0">
                <a:latin typeface="Arial" panose="020B0604020202020204" pitchFamily="34" charset="0"/>
                <a:cs typeface="Arial" panose="020B0604020202020204" pitchFamily="34" charset="0"/>
              </a:rPr>
              <a:pPr/>
              <a:t>125</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3619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a:extLst>
              <a:ext uri="{FF2B5EF4-FFF2-40B4-BE49-F238E27FC236}">
                <a16:creationId xmlns:a16="http://schemas.microsoft.com/office/drawing/2014/main" id="{0A99EF03-C59B-43D3-AB97-C41E42B86AA3}"/>
              </a:ext>
            </a:extLst>
          </p:cNvPr>
          <p:cNvSpPr>
            <a:spLocks noGrp="1" noRot="1" noChangeAspect="1" noTextEdit="1"/>
          </p:cNvSpPr>
          <p:nvPr>
            <p:ph type="sldImg"/>
          </p:nvPr>
        </p:nvSpPr>
        <p:spPr>
          <a:ln/>
        </p:spPr>
      </p:sp>
      <p:sp>
        <p:nvSpPr>
          <p:cNvPr id="301059" name="Notes Placeholder 2">
            <a:extLst>
              <a:ext uri="{FF2B5EF4-FFF2-40B4-BE49-F238E27FC236}">
                <a16:creationId xmlns:a16="http://schemas.microsoft.com/office/drawing/2014/main" id="{B6FE8FBD-7E36-478A-A1DC-78F6C7C88612}"/>
              </a:ext>
            </a:extLst>
          </p:cNvPr>
          <p:cNvSpPr>
            <a:spLocks noGrp="1"/>
          </p:cNvSpPr>
          <p:nvPr>
            <p:ph type="body" idx="1"/>
          </p:nvPr>
        </p:nvSpPr>
        <p:spPr>
          <a:xfrm>
            <a:off x="701675" y="4416425"/>
            <a:ext cx="5607050" cy="4651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dirty="0">
                <a:latin typeface="Arial" panose="020B0604020202020204" pitchFamily="34" charset="0"/>
              </a:rPr>
              <a:t>  Start by thinking of the basic journalist questions:  Why? Who? What?  Where? When?  How?  These are great for starting the discussion with the auditee.  </a:t>
            </a:r>
          </a:p>
          <a:p>
            <a:pPr eaLnBrk="1" hangingPunct="1"/>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As we mentioned previously observation is a good technique as well.  Sometimes it’s good to observe the process for a few minutes before approaching the auditee.</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Though you will have a checklist from which to audit, sometimes you may choose to ask other questions based on what you’ve heard or seen.  There’s a balance between going way off track and being too rigid with your set of questions that you may have to wrestle with.  Experience in auditing will help you sort this out.</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Make sure you get a chance to talk to the people who are really doing the job.  Sometimes a Supervisor or Manager in an area will be tempted to speak on behalf of the process, but you should really talk to others.</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Start with ‘easier’ questions such as “Tell me how you know what to work on today…” or “Show me how you do this process…”   These types of questions help put the auditee at ease.</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Silence is the auditor’s friend!  Don’t be silent to make people uncomfortable.  However, sometimes, when you are silent, the auditee will fill in that silence with other details about the process that they may not have told you. </a:t>
            </a:r>
          </a:p>
          <a:p>
            <a:pPr eaLnBrk="1" hangingPunct="1">
              <a:buFontTx/>
              <a:buChar char="•"/>
            </a:pPr>
            <a:endParaRPr lang="en-US" altLang="en-US" dirty="0">
              <a:latin typeface="Arial" panose="020B0604020202020204" pitchFamily="34" charset="0"/>
            </a:endParaRPr>
          </a:p>
          <a:p>
            <a:pPr eaLnBrk="1" hangingPunct="1">
              <a:buFontTx/>
              <a:buChar char="•"/>
            </a:pPr>
            <a:r>
              <a:rPr lang="en-US" altLang="en-US" dirty="0">
                <a:latin typeface="Arial" panose="020B0604020202020204" pitchFamily="34" charset="0"/>
              </a:rPr>
              <a:t>  Make sure you always summarize what you’ve found with the auditee or their supervisor or manager as appropriate.  There should never be any surprises in an audit report.  It’s also good to summarize in case you misunderstood any details.  The auditee can clarify the issue then before you’ve written the report.</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Here are some other specific types of questions…</a:t>
            </a:r>
          </a:p>
        </p:txBody>
      </p:sp>
      <p:sp>
        <p:nvSpPr>
          <p:cNvPr id="301060" name="Slide Number Placeholder 3">
            <a:extLst>
              <a:ext uri="{FF2B5EF4-FFF2-40B4-BE49-F238E27FC236}">
                <a16:creationId xmlns:a16="http://schemas.microsoft.com/office/drawing/2014/main" id="{F128F044-48DB-4B14-BB8E-C05F3FB57D7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ECE48572-43E4-43E9-A7ED-DE1D18C94CC2}" type="slidenum">
              <a:rPr lang="en-US" altLang="en-US" sz="1200" smtClean="0">
                <a:latin typeface="Arial" panose="020B0604020202020204" pitchFamily="34" charset="0"/>
                <a:cs typeface="Arial" panose="020B0604020202020204" pitchFamily="34" charset="0"/>
              </a:rPr>
              <a:pPr/>
              <a:t>126</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186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a:extLst>
              <a:ext uri="{FF2B5EF4-FFF2-40B4-BE49-F238E27FC236}">
                <a16:creationId xmlns:a16="http://schemas.microsoft.com/office/drawing/2014/main" id="{7F866553-9110-4EE8-8FDE-BDCAA45B1352}"/>
              </a:ext>
            </a:extLst>
          </p:cNvPr>
          <p:cNvSpPr>
            <a:spLocks noGrp="1" noRot="1" noChangeAspect="1" noTextEdit="1"/>
          </p:cNvSpPr>
          <p:nvPr>
            <p:ph type="sldImg"/>
          </p:nvPr>
        </p:nvSpPr>
        <p:spPr>
          <a:ln/>
        </p:spPr>
      </p:sp>
      <p:sp>
        <p:nvSpPr>
          <p:cNvPr id="307203" name="Notes Placeholder 2">
            <a:extLst>
              <a:ext uri="{FF2B5EF4-FFF2-40B4-BE49-F238E27FC236}">
                <a16:creationId xmlns:a16="http://schemas.microsoft.com/office/drawing/2014/main" id="{EA4E2F57-4C70-4264-9F01-153E950BA91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
        <p:nvSpPr>
          <p:cNvPr id="307204" name="Slide Number Placeholder 3">
            <a:extLst>
              <a:ext uri="{FF2B5EF4-FFF2-40B4-BE49-F238E27FC236}">
                <a16:creationId xmlns:a16="http://schemas.microsoft.com/office/drawing/2014/main" id="{BC219A8C-C913-40BF-8D4C-E9731145602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5CF0F018-167E-4894-B728-7A5C912239F9}" type="slidenum">
              <a:rPr lang="en-US" altLang="en-US" sz="1200" smtClean="0">
                <a:latin typeface="Arial" panose="020B0604020202020204" pitchFamily="34" charset="0"/>
                <a:cs typeface="Arial" panose="020B0604020202020204" pitchFamily="34" charset="0"/>
              </a:rPr>
              <a:pPr/>
              <a:t>128</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2875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a:extLst>
              <a:ext uri="{FF2B5EF4-FFF2-40B4-BE49-F238E27FC236}">
                <a16:creationId xmlns:a16="http://schemas.microsoft.com/office/drawing/2014/main" id="{D8178DFF-58D4-4AE0-9046-0120B7F7D354}"/>
              </a:ext>
            </a:extLst>
          </p:cNvPr>
          <p:cNvSpPr>
            <a:spLocks noGrp="1" noRot="1" noChangeAspect="1" noTextEdit="1"/>
          </p:cNvSpPr>
          <p:nvPr>
            <p:ph type="sldImg"/>
          </p:nvPr>
        </p:nvSpPr>
        <p:spPr>
          <a:ln/>
        </p:spPr>
      </p:sp>
      <p:sp>
        <p:nvSpPr>
          <p:cNvPr id="309251" name="Notes Placeholder 2">
            <a:extLst>
              <a:ext uri="{FF2B5EF4-FFF2-40B4-BE49-F238E27FC236}">
                <a16:creationId xmlns:a16="http://schemas.microsoft.com/office/drawing/2014/main" id="{A7FED8FF-88D3-4193-A450-C6CE762E4B4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i="1" dirty="0">
                <a:latin typeface="Arial" panose="020B0604020202020204" pitchFamily="34" charset="0"/>
              </a:rPr>
              <a:t>Read slide</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It is also known as a “finding” or a “discrepancy.”</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And here is how we should record them…</a:t>
            </a:r>
          </a:p>
        </p:txBody>
      </p:sp>
      <p:sp>
        <p:nvSpPr>
          <p:cNvPr id="309252" name="Slide Number Placeholder 3">
            <a:extLst>
              <a:ext uri="{FF2B5EF4-FFF2-40B4-BE49-F238E27FC236}">
                <a16:creationId xmlns:a16="http://schemas.microsoft.com/office/drawing/2014/main" id="{79E324AE-FE0B-4965-8661-908BC8E61B1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0F0B7025-4E06-4058-BAFC-4FB5204FA48D}" type="slidenum">
              <a:rPr lang="en-US" altLang="en-US" sz="1200" smtClean="0">
                <a:latin typeface="Arial" panose="020B0604020202020204" pitchFamily="34" charset="0"/>
                <a:cs typeface="Arial" panose="020B0604020202020204" pitchFamily="34" charset="0"/>
              </a:rPr>
              <a:pPr/>
              <a:t>129</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89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a:extLst>
              <a:ext uri="{FF2B5EF4-FFF2-40B4-BE49-F238E27FC236}">
                <a16:creationId xmlns:a16="http://schemas.microsoft.com/office/drawing/2014/main" id="{B5B2B49D-69F8-4EA2-A950-598CF7955A4B}"/>
              </a:ext>
            </a:extLst>
          </p:cNvPr>
          <p:cNvSpPr>
            <a:spLocks noGrp="1" noRot="1" noChangeAspect="1" noTextEdit="1"/>
          </p:cNvSpPr>
          <p:nvPr>
            <p:ph type="sldImg"/>
          </p:nvPr>
        </p:nvSpPr>
        <p:spPr>
          <a:ln/>
        </p:spPr>
      </p:sp>
      <p:sp>
        <p:nvSpPr>
          <p:cNvPr id="312323" name="Notes Placeholder 2">
            <a:extLst>
              <a:ext uri="{FF2B5EF4-FFF2-40B4-BE49-F238E27FC236}">
                <a16:creationId xmlns:a16="http://schemas.microsoft.com/office/drawing/2014/main" id="{7485C0EA-E15E-4DA7-B3DD-B4BA2A75C1D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Because nonconformance’s need to have some follow-up, you’ll need to provide some details that help the person who is assigned to fix the issue.</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You should list exactly where you found the problem, what your audit scope was,  what the issue was, obviously, and the issue should be verified. </a:t>
            </a:r>
          </a:p>
          <a:p>
            <a:pPr eaLnBrk="1" hangingPunct="1"/>
            <a:r>
              <a:rPr lang="en-US" altLang="en-US" dirty="0">
                <a:latin typeface="Arial" panose="020B0604020202020204" pitchFamily="34" charset="0"/>
              </a:rPr>
              <a:t>The other key point  about nonconformance’s is that they should be stated merely as facts.  No opinions should be offered, it is just a restatement of the issue found.  Any nonconformance’s should be written on the audit report.</a:t>
            </a:r>
          </a:p>
          <a:p>
            <a:pPr eaLnBrk="1" hangingPunct="1"/>
            <a:endParaRPr lang="en-US" altLang="en-US" dirty="0">
              <a:latin typeface="Arial" panose="020B0604020202020204" pitchFamily="34" charset="0"/>
            </a:endParaRPr>
          </a:p>
          <a:p>
            <a:pPr eaLnBrk="1" hangingPunct="1"/>
            <a:r>
              <a:rPr lang="en-US" altLang="en-US" dirty="0">
                <a:latin typeface="Arial" panose="020B0604020202020204" pitchFamily="34" charset="0"/>
              </a:rPr>
              <a:t>Listed is an example.   </a:t>
            </a:r>
            <a:r>
              <a:rPr lang="en-US" altLang="en-US" i="1" dirty="0">
                <a:latin typeface="Arial" panose="020B0604020202020204" pitchFamily="34" charset="0"/>
              </a:rPr>
              <a:t>(Read example)</a:t>
            </a:r>
          </a:p>
          <a:p>
            <a:pPr eaLnBrk="1" hangingPunct="1"/>
            <a:endParaRPr lang="en-US" altLang="en-US" i="1" dirty="0">
              <a:latin typeface="Arial" panose="020B0604020202020204" pitchFamily="34" charset="0"/>
            </a:endParaRPr>
          </a:p>
          <a:p>
            <a:pPr eaLnBrk="1" hangingPunct="1"/>
            <a:r>
              <a:rPr lang="en-US" altLang="en-US" dirty="0">
                <a:latin typeface="Arial" panose="020B0604020202020204" pitchFamily="34" charset="0"/>
              </a:rPr>
              <a:t>In some cases, a decision is made to generate a Corrective Action Request.  These should be noted on the audit report as well.</a:t>
            </a:r>
          </a:p>
          <a:p>
            <a:pPr eaLnBrk="1" hangingPunct="1"/>
            <a:endParaRPr lang="en-US" altLang="en-US" i="1" dirty="0">
              <a:latin typeface="Arial" panose="020B0604020202020204" pitchFamily="34" charset="0"/>
            </a:endParaRPr>
          </a:p>
          <a:p>
            <a:pPr eaLnBrk="1" hangingPunct="1"/>
            <a:r>
              <a:rPr lang="en-US" altLang="en-US" dirty="0">
                <a:latin typeface="Arial" panose="020B0604020202020204" pitchFamily="34" charset="0"/>
              </a:rPr>
              <a:t>After nonconformance’s are written, it is time to close-out the audit…</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a:p>
            <a:pPr eaLnBrk="1" hangingPunct="1"/>
            <a:endParaRPr lang="en-US" altLang="en-US" i="1" dirty="0">
              <a:latin typeface="Arial" panose="020B0604020202020204" pitchFamily="34" charset="0"/>
            </a:endParaRPr>
          </a:p>
        </p:txBody>
      </p:sp>
      <p:sp>
        <p:nvSpPr>
          <p:cNvPr id="312324" name="Slide Number Placeholder 3">
            <a:extLst>
              <a:ext uri="{FF2B5EF4-FFF2-40B4-BE49-F238E27FC236}">
                <a16:creationId xmlns:a16="http://schemas.microsoft.com/office/drawing/2014/main" id="{61CD814C-8CC4-46E9-BABD-661DE658A7D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0039C5DF-67BB-4891-B610-92A12791417B}" type="slidenum">
              <a:rPr lang="en-US" altLang="en-US" sz="1200" smtClean="0">
                <a:latin typeface="Arial" panose="020B0604020202020204" pitchFamily="34" charset="0"/>
                <a:cs typeface="Arial" panose="020B0604020202020204" pitchFamily="34" charset="0"/>
              </a:rPr>
              <a:pPr/>
              <a:t>131</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3435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a:extLst>
              <a:ext uri="{FF2B5EF4-FFF2-40B4-BE49-F238E27FC236}">
                <a16:creationId xmlns:a16="http://schemas.microsoft.com/office/drawing/2014/main" id="{3C845844-2355-4B6A-988B-6D6742620A9E}"/>
              </a:ext>
            </a:extLst>
          </p:cNvPr>
          <p:cNvSpPr>
            <a:spLocks noGrp="1" noRot="1" noChangeAspect="1" noTextEdit="1"/>
          </p:cNvSpPr>
          <p:nvPr>
            <p:ph type="sldImg"/>
          </p:nvPr>
        </p:nvSpPr>
        <p:spPr>
          <a:ln/>
        </p:spPr>
      </p:sp>
      <p:sp>
        <p:nvSpPr>
          <p:cNvPr id="320515" name="Notes Placeholder 2">
            <a:extLst>
              <a:ext uri="{FF2B5EF4-FFF2-40B4-BE49-F238E27FC236}">
                <a16:creationId xmlns:a16="http://schemas.microsoft.com/office/drawing/2014/main" id="{036BB1FB-B495-4885-82E3-96E42D8CB75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 auditee (or their responsible manager) needs to respond to corrective actions issued and implement those actions.  The auditor is only responsible for reviewing effectiveness to make sure that what was implemented actually fixed the initial problem.</a:t>
            </a:r>
          </a:p>
        </p:txBody>
      </p:sp>
      <p:sp>
        <p:nvSpPr>
          <p:cNvPr id="320516" name="Slide Number Placeholder 3">
            <a:extLst>
              <a:ext uri="{FF2B5EF4-FFF2-40B4-BE49-F238E27FC236}">
                <a16:creationId xmlns:a16="http://schemas.microsoft.com/office/drawing/2014/main" id="{A3E30029-410C-4B94-8CC5-6748B8D0795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F72A3D4-842D-4A4D-82FB-AF798936813A}" type="slidenum">
              <a:rPr lang="en-US" altLang="en-US" sz="1200" smtClean="0">
                <a:latin typeface="Arial" panose="020B0604020202020204" pitchFamily="34" charset="0"/>
                <a:cs typeface="Arial" panose="020B0604020202020204" pitchFamily="34" charset="0"/>
              </a:rPr>
              <a:pPr/>
              <a:t>132</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1416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a:extLst>
              <a:ext uri="{FF2B5EF4-FFF2-40B4-BE49-F238E27FC236}">
                <a16:creationId xmlns:a16="http://schemas.microsoft.com/office/drawing/2014/main" id="{94B9C356-B3A9-4321-B69E-45273A25B581}"/>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227607C-A7E1-4396-8FFC-A266B044E341}" type="slidenum">
              <a:rPr lang="en-US" altLang="en-US" sz="1200" smtClean="0"/>
              <a:pPr/>
              <a:t>133</a:t>
            </a:fld>
            <a:endParaRPr lang="en-US" altLang="en-US" sz="1200" dirty="0"/>
          </a:p>
        </p:txBody>
      </p:sp>
      <p:sp>
        <p:nvSpPr>
          <p:cNvPr id="314371" name="Rectangle 2">
            <a:extLst>
              <a:ext uri="{FF2B5EF4-FFF2-40B4-BE49-F238E27FC236}">
                <a16:creationId xmlns:a16="http://schemas.microsoft.com/office/drawing/2014/main" id="{E3215752-9940-44A9-82C6-DB6DF7E63480}"/>
              </a:ext>
            </a:extLst>
          </p:cNvPr>
          <p:cNvSpPr>
            <a:spLocks noGrp="1" noRot="1" noChangeAspect="1" noChangeArrowheads="1" noTextEdit="1"/>
          </p:cNvSpPr>
          <p:nvPr>
            <p:ph type="sldImg"/>
          </p:nvPr>
        </p:nvSpPr>
        <p:spPr>
          <a:xfrm>
            <a:off x="68263" y="733425"/>
            <a:ext cx="6519862" cy="3668713"/>
          </a:xfrm>
          <a:solidFill>
            <a:srgbClr val="FFFFFF"/>
          </a:solidFill>
          <a:ln/>
        </p:spPr>
      </p:sp>
      <p:sp>
        <p:nvSpPr>
          <p:cNvPr id="314372" name="Rectangle 3">
            <a:extLst>
              <a:ext uri="{FF2B5EF4-FFF2-40B4-BE49-F238E27FC236}">
                <a16:creationId xmlns:a16="http://schemas.microsoft.com/office/drawing/2014/main" id="{5F15C5CD-8F66-4D35-B2BB-1689D3E94C41}"/>
              </a:ext>
            </a:extLst>
          </p:cNvPr>
          <p:cNvSpPr>
            <a:spLocks noGrp="1" noChangeArrowheads="1"/>
          </p:cNvSpPr>
          <p:nvPr>
            <p:ph type="body" idx="1"/>
          </p:nvPr>
        </p:nvSpPr>
        <p:spPr>
          <a:xfrm>
            <a:off x="885825" y="4603750"/>
            <a:ext cx="4873625" cy="4400550"/>
          </a:xfrm>
          <a:solidFill>
            <a:srgbClr val="FFFFFF"/>
          </a:solidFill>
          <a:ln>
            <a:solidFill>
              <a:srgbClr val="000000"/>
            </a:solidFill>
            <a:miter lim="800000"/>
            <a:headEnd/>
            <a:tailEnd/>
          </a:ln>
        </p:spPr>
        <p:txBody>
          <a:bodyPr/>
          <a:lstStyle/>
          <a:p>
            <a:pPr eaLnBrk="1" hangingPunct="1"/>
            <a:endParaRPr lang="en-US" altLang="en-US" dirty="0"/>
          </a:p>
        </p:txBody>
      </p:sp>
      <p:sp>
        <p:nvSpPr>
          <p:cNvPr id="314373" name="Rectangle 4">
            <a:extLst>
              <a:ext uri="{FF2B5EF4-FFF2-40B4-BE49-F238E27FC236}">
                <a16:creationId xmlns:a16="http://schemas.microsoft.com/office/drawing/2014/main" id="{F79E9BE1-4492-451B-A5F7-F5DC322879D6}"/>
              </a:ext>
            </a:extLst>
          </p:cNvPr>
          <p:cNvSpPr>
            <a:spLocks noChangeArrowheads="1"/>
          </p:cNvSpPr>
          <p:nvPr/>
        </p:nvSpPr>
        <p:spPr bwMode="auto">
          <a:xfrm>
            <a:off x="1033463" y="4757738"/>
            <a:ext cx="4873625" cy="440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58" tIns="46028" rIns="92058" bIns="4602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30000"/>
              </a:spcBef>
            </a:pPr>
            <a:r>
              <a:rPr kumimoji="1" lang="en-US" altLang="en-US" sz="1200" dirty="0">
                <a:latin typeface="Showcard Gothic" panose="04020904020102020604" pitchFamily="82" charset="0"/>
              </a:rPr>
              <a:t>Notes:</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p:txBody>
      </p:sp>
    </p:spTree>
    <p:extLst>
      <p:ext uri="{BB962C8B-B14F-4D97-AF65-F5344CB8AC3E}">
        <p14:creationId xmlns:p14="http://schemas.microsoft.com/office/powerpoint/2010/main" val="1682967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a:extLst>
              <a:ext uri="{FF2B5EF4-FFF2-40B4-BE49-F238E27FC236}">
                <a16:creationId xmlns:a16="http://schemas.microsoft.com/office/drawing/2014/main" id="{D43F5603-54A8-4EC6-8EAE-E34B805162A3}"/>
              </a:ext>
            </a:extLst>
          </p:cNvPr>
          <p:cNvSpPr>
            <a:spLocks noGrp="1" noRot="1" noChangeAspect="1" noTextEdit="1"/>
          </p:cNvSpPr>
          <p:nvPr>
            <p:ph type="sldImg"/>
          </p:nvPr>
        </p:nvSpPr>
        <p:spPr>
          <a:ln/>
        </p:spPr>
      </p:sp>
      <p:sp>
        <p:nvSpPr>
          <p:cNvPr id="318467" name="Notes Placeholder 2">
            <a:extLst>
              <a:ext uri="{FF2B5EF4-FFF2-40B4-BE49-F238E27FC236}">
                <a16:creationId xmlns:a16="http://schemas.microsoft.com/office/drawing/2014/main" id="{DEEC8A07-E1F5-43E4-B351-5E5962354FC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
        <p:nvSpPr>
          <p:cNvPr id="318468" name="Slide Number Placeholder 3">
            <a:extLst>
              <a:ext uri="{FF2B5EF4-FFF2-40B4-BE49-F238E27FC236}">
                <a16:creationId xmlns:a16="http://schemas.microsoft.com/office/drawing/2014/main" id="{69886657-39A6-4A58-9B37-C402A932184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B515EB54-D9D5-434C-93FE-E23C70599E51}" type="slidenum">
              <a:rPr lang="en-US" altLang="en-US" sz="1200" smtClean="0">
                <a:latin typeface="Arial" panose="020B0604020202020204" pitchFamily="34" charset="0"/>
                <a:cs typeface="Arial" panose="020B0604020202020204" pitchFamily="34" charset="0"/>
              </a:rPr>
              <a:pPr/>
              <a:t>134</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3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a:extLst>
              <a:ext uri="{FF2B5EF4-FFF2-40B4-BE49-F238E27FC236}">
                <a16:creationId xmlns:a16="http://schemas.microsoft.com/office/drawing/2014/main" id="{C7D0F6A0-081C-428C-B6B8-03C943C65F24}"/>
              </a:ext>
            </a:extLst>
          </p:cNvPr>
          <p:cNvSpPr>
            <a:spLocks noGrp="1" noRot="1" noChangeAspect="1" noTextEdit="1"/>
          </p:cNvSpPr>
          <p:nvPr>
            <p:ph type="sldImg"/>
          </p:nvPr>
        </p:nvSpPr>
        <p:spPr>
          <a:ln/>
        </p:spPr>
      </p:sp>
      <p:sp>
        <p:nvSpPr>
          <p:cNvPr id="322563" name="Notes Placeholder 2">
            <a:extLst>
              <a:ext uri="{FF2B5EF4-FFF2-40B4-BE49-F238E27FC236}">
                <a16:creationId xmlns:a16="http://schemas.microsoft.com/office/drawing/2014/main" id="{03082D3F-7CAC-4F15-9E9D-AC0D23BC271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The final step in the audit cycle is to follow-up to ensure that corrective action is effective and as we said earlier that the actions implemented actually address the original problems found.  The next scheduled audit will also review that the corrective action was implemented.</a:t>
            </a:r>
          </a:p>
        </p:txBody>
      </p:sp>
      <p:sp>
        <p:nvSpPr>
          <p:cNvPr id="322564" name="Slide Number Placeholder 3">
            <a:extLst>
              <a:ext uri="{FF2B5EF4-FFF2-40B4-BE49-F238E27FC236}">
                <a16:creationId xmlns:a16="http://schemas.microsoft.com/office/drawing/2014/main" id="{125870A6-338F-44D4-A5D4-87969245F2D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655694F-07A6-4940-B23F-0A4145E92B4F}" type="slidenum">
              <a:rPr lang="en-US" altLang="en-US" sz="1200" smtClean="0">
                <a:latin typeface="Arial" panose="020B0604020202020204" pitchFamily="34" charset="0"/>
                <a:cs typeface="Arial" panose="020B0604020202020204" pitchFamily="34" charset="0"/>
              </a:rPr>
              <a:pPr/>
              <a:t>135</a:t>
            </a:fld>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5345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a:extLst>
              <a:ext uri="{FF2B5EF4-FFF2-40B4-BE49-F238E27FC236}">
                <a16:creationId xmlns:a16="http://schemas.microsoft.com/office/drawing/2014/main" id="{EC47BFD6-D20E-4735-A75D-8190C706D743}"/>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C5C726E-38F9-485E-93C0-33D73605F8BB}" type="slidenum">
              <a:rPr lang="en-US" altLang="en-US" sz="1200" smtClean="0"/>
              <a:pPr/>
              <a:t>136</a:t>
            </a:fld>
            <a:endParaRPr lang="en-US" altLang="en-US" sz="1200" dirty="0"/>
          </a:p>
        </p:txBody>
      </p:sp>
      <p:sp>
        <p:nvSpPr>
          <p:cNvPr id="328707" name="Rectangle 2">
            <a:extLst>
              <a:ext uri="{FF2B5EF4-FFF2-40B4-BE49-F238E27FC236}">
                <a16:creationId xmlns:a16="http://schemas.microsoft.com/office/drawing/2014/main" id="{A44374D6-44FF-4045-8DA2-D5846D248C1D}"/>
              </a:ext>
            </a:extLst>
          </p:cNvPr>
          <p:cNvSpPr>
            <a:spLocks noGrp="1" noRot="1" noChangeAspect="1" noChangeArrowheads="1" noTextEdit="1"/>
          </p:cNvSpPr>
          <p:nvPr>
            <p:ph type="sldImg"/>
          </p:nvPr>
        </p:nvSpPr>
        <p:spPr>
          <a:xfrm>
            <a:off x="68263" y="733425"/>
            <a:ext cx="6519862" cy="3668713"/>
          </a:xfrm>
          <a:solidFill>
            <a:srgbClr val="FFFFFF"/>
          </a:solidFill>
          <a:ln/>
        </p:spPr>
      </p:sp>
      <p:sp>
        <p:nvSpPr>
          <p:cNvPr id="328708" name="Rectangle 4">
            <a:extLst>
              <a:ext uri="{FF2B5EF4-FFF2-40B4-BE49-F238E27FC236}">
                <a16:creationId xmlns:a16="http://schemas.microsoft.com/office/drawing/2014/main" id="{7575AFA3-7CF7-4112-BB24-26413969F888}"/>
              </a:ext>
            </a:extLst>
          </p:cNvPr>
          <p:cNvSpPr>
            <a:spLocks noChangeArrowheads="1"/>
          </p:cNvSpPr>
          <p:nvPr/>
        </p:nvSpPr>
        <p:spPr bwMode="auto">
          <a:xfrm>
            <a:off x="1033463" y="4757738"/>
            <a:ext cx="4873625" cy="440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58" tIns="46028" rIns="92058" bIns="46028"/>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30000"/>
              </a:spcBef>
            </a:pPr>
            <a:r>
              <a:rPr kumimoji="1" lang="en-US" altLang="en-US" sz="1200" dirty="0">
                <a:latin typeface="Showcard Gothic" panose="04020904020102020604" pitchFamily="82" charset="0"/>
              </a:rPr>
              <a:t>Notes:</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a:p>
            <a:pPr>
              <a:spcBef>
                <a:spcPct val="30000"/>
              </a:spcBef>
            </a:pPr>
            <a:r>
              <a:rPr kumimoji="1" lang="en-US" altLang="en-US" sz="1200" dirty="0">
                <a:latin typeface="Showcard Gothic" panose="04020904020102020604" pitchFamily="82" charset="0"/>
              </a:rPr>
              <a:t>____________________________________________________________</a:t>
            </a:r>
          </a:p>
        </p:txBody>
      </p:sp>
    </p:spTree>
    <p:extLst>
      <p:ext uri="{BB962C8B-B14F-4D97-AF65-F5344CB8AC3E}">
        <p14:creationId xmlns:p14="http://schemas.microsoft.com/office/powerpoint/2010/main" val="561026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a:extLst>
              <a:ext uri="{FF2B5EF4-FFF2-40B4-BE49-F238E27FC236}">
                <a16:creationId xmlns:a16="http://schemas.microsoft.com/office/drawing/2014/main" id="{1BF6ECB0-E90C-4C7F-AA8F-9E72E7BAAC8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A7F95A-7BC7-46DD-88ED-88A3BBC9193C}" type="slidenum">
              <a:rPr lang="en-US" altLang="en-US" smtClean="0">
                <a:latin typeface="Arial" panose="020B0604020202020204" pitchFamily="34" charset="0"/>
                <a:cs typeface="Arial" panose="020B0604020202020204" pitchFamily="34" charset="0"/>
              </a:rPr>
              <a:pPr>
                <a:spcBef>
                  <a:spcPct val="0"/>
                </a:spcBef>
              </a:pPr>
              <a:t>137</a:t>
            </a:fld>
            <a:endParaRPr lang="en-US" altLang="en-US" dirty="0">
              <a:latin typeface="Arial" panose="020B0604020202020204" pitchFamily="34" charset="0"/>
              <a:cs typeface="Arial" panose="020B0604020202020204" pitchFamily="34" charset="0"/>
            </a:endParaRPr>
          </a:p>
        </p:txBody>
      </p:sp>
      <p:sp>
        <p:nvSpPr>
          <p:cNvPr id="330755" name="Rectangle 2">
            <a:extLst>
              <a:ext uri="{FF2B5EF4-FFF2-40B4-BE49-F238E27FC236}">
                <a16:creationId xmlns:a16="http://schemas.microsoft.com/office/drawing/2014/main" id="{E411A03A-BCEE-437F-B800-C2EEDF78D373}"/>
              </a:ext>
            </a:extLst>
          </p:cNvPr>
          <p:cNvSpPr>
            <a:spLocks noGrp="1" noRot="1" noChangeAspect="1" noChangeArrowheads="1" noTextEdit="1"/>
          </p:cNvSpPr>
          <p:nvPr>
            <p:ph type="sldImg"/>
          </p:nvPr>
        </p:nvSpPr>
        <p:spPr>
          <a:ln/>
        </p:spPr>
      </p:sp>
      <p:sp>
        <p:nvSpPr>
          <p:cNvPr id="330756" name="Rectangle 3">
            <a:extLst>
              <a:ext uri="{FF2B5EF4-FFF2-40B4-BE49-F238E27FC236}">
                <a16:creationId xmlns:a16="http://schemas.microsoft.com/office/drawing/2014/main" id="{85A46623-22D2-4E34-9151-E2DCB07EBE2E}"/>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5153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a:extLst>
              <a:ext uri="{FF2B5EF4-FFF2-40B4-BE49-F238E27FC236}">
                <a16:creationId xmlns:a16="http://schemas.microsoft.com/office/drawing/2014/main" id="{1BF6ECB0-E90C-4C7F-AA8F-9E72E7BAAC8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A7F95A-7BC7-46DD-88ED-88A3BBC9193C}" type="slidenum">
              <a:rPr lang="en-US" altLang="en-US" smtClean="0">
                <a:latin typeface="Arial" panose="020B0604020202020204" pitchFamily="34" charset="0"/>
                <a:cs typeface="Arial" panose="020B0604020202020204" pitchFamily="34" charset="0"/>
              </a:rPr>
              <a:pPr>
                <a:spcBef>
                  <a:spcPct val="0"/>
                </a:spcBef>
              </a:pPr>
              <a:t>138</a:t>
            </a:fld>
            <a:endParaRPr lang="en-US" altLang="en-US" dirty="0">
              <a:latin typeface="Arial" panose="020B0604020202020204" pitchFamily="34" charset="0"/>
              <a:cs typeface="Arial" panose="020B0604020202020204" pitchFamily="34" charset="0"/>
            </a:endParaRPr>
          </a:p>
        </p:txBody>
      </p:sp>
      <p:sp>
        <p:nvSpPr>
          <p:cNvPr id="330755" name="Rectangle 2">
            <a:extLst>
              <a:ext uri="{FF2B5EF4-FFF2-40B4-BE49-F238E27FC236}">
                <a16:creationId xmlns:a16="http://schemas.microsoft.com/office/drawing/2014/main" id="{E411A03A-BCEE-437F-B800-C2EEDF78D373}"/>
              </a:ext>
            </a:extLst>
          </p:cNvPr>
          <p:cNvSpPr>
            <a:spLocks noGrp="1" noRot="1" noChangeAspect="1" noChangeArrowheads="1" noTextEdit="1"/>
          </p:cNvSpPr>
          <p:nvPr>
            <p:ph type="sldImg"/>
          </p:nvPr>
        </p:nvSpPr>
        <p:spPr>
          <a:ln/>
        </p:spPr>
      </p:sp>
      <p:sp>
        <p:nvSpPr>
          <p:cNvPr id="330756" name="Rectangle 3">
            <a:extLst>
              <a:ext uri="{FF2B5EF4-FFF2-40B4-BE49-F238E27FC236}">
                <a16:creationId xmlns:a16="http://schemas.microsoft.com/office/drawing/2014/main" id="{85A46623-22D2-4E34-9151-E2DCB07EBE2E}"/>
              </a:ext>
            </a:extLst>
          </p:cNvPr>
          <p:cNvSpPr>
            <a:spLocks noGrp="1" noChangeArrowheads="1"/>
          </p:cNvSpPr>
          <p:nvPr>
            <p:ph type="body" idx="1"/>
          </p:nvPr>
        </p:nvSpPr>
        <p:spPr>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348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81264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5265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12436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86923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7043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55400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58240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2145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239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4243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64868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1"/>
            <a:ext cx="10058400" cy="1431925"/>
          </a:xfrm>
        </p:spPr>
        <p:txBody>
          <a:bodyPr/>
          <a:lstStyle/>
          <a:p>
            <a:r>
              <a:rPr lang="en-US"/>
              <a:t>Click to edit Master title style</a:t>
            </a:r>
          </a:p>
        </p:txBody>
      </p:sp>
      <p:sp>
        <p:nvSpPr>
          <p:cNvPr id="3" name="Text Placeholder 2"/>
          <p:cNvSpPr>
            <a:spLocks noGrp="1"/>
          </p:cNvSpPr>
          <p:nvPr>
            <p:ph type="body" sz="half" idx="1"/>
          </p:nvPr>
        </p:nvSpPr>
        <p:spPr>
          <a:xfrm>
            <a:off x="1422400" y="1981200"/>
            <a:ext cx="4927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553200" y="1981200"/>
            <a:ext cx="4927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553200" y="4114800"/>
            <a:ext cx="49276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097CA2CF-0138-4569-AAC4-BD785DE3ED96}"/>
              </a:ext>
            </a:extLst>
          </p:cNvPr>
          <p:cNvSpPr>
            <a:spLocks noGrp="1"/>
          </p:cNvSpPr>
          <p:nvPr>
            <p:ph type="dt" sz="half" idx="10"/>
          </p:nvPr>
        </p:nvSpPr>
        <p:spPr>
          <a:xfrm>
            <a:off x="1422400" y="6248400"/>
            <a:ext cx="2540000" cy="457200"/>
          </a:xfrm>
        </p:spPr>
        <p:txBody>
          <a:bodyPr/>
          <a:lstStyle>
            <a:lvl1pPr>
              <a:defRPr/>
            </a:lvl1pPr>
          </a:lstStyle>
          <a:p>
            <a:pPr>
              <a:defRPr/>
            </a:pPr>
            <a:fld id="{2D0C2037-9B64-4FEF-8BF5-660E3BEECC45}" type="datetimeFigureOut">
              <a:rPr lang="en-US"/>
              <a:pPr>
                <a:defRPr/>
              </a:pPr>
              <a:t>5/5/2023</a:t>
            </a:fld>
            <a:endParaRPr lang="en-US" dirty="0"/>
          </a:p>
        </p:txBody>
      </p:sp>
      <p:sp>
        <p:nvSpPr>
          <p:cNvPr id="7" name="Footer Placeholder 6">
            <a:extLst>
              <a:ext uri="{FF2B5EF4-FFF2-40B4-BE49-F238E27FC236}">
                <a16:creationId xmlns:a16="http://schemas.microsoft.com/office/drawing/2014/main" id="{8531D563-8275-4EC6-B73E-1C8B1CBDDB0B}"/>
              </a:ext>
            </a:extLst>
          </p:cNvPr>
          <p:cNvSpPr>
            <a:spLocks noGrp="1"/>
          </p:cNvSpPr>
          <p:nvPr>
            <p:ph type="ftr" sz="quarter" idx="11"/>
          </p:nvPr>
        </p:nvSpPr>
        <p:spPr>
          <a:xfrm>
            <a:off x="4572000" y="6248400"/>
            <a:ext cx="3860800" cy="457200"/>
          </a:xfrm>
        </p:spPr>
        <p:txBody>
          <a:bodyPr/>
          <a:lstStyle>
            <a:lvl1pPr>
              <a:defRPr/>
            </a:lvl1pPr>
          </a:lstStyle>
          <a:p>
            <a:pPr>
              <a:defRPr/>
            </a:pPr>
            <a:endParaRPr lang="en-US" dirty="0"/>
          </a:p>
        </p:txBody>
      </p:sp>
      <p:sp>
        <p:nvSpPr>
          <p:cNvPr id="8" name="Slide Number Placeholder 7">
            <a:extLst>
              <a:ext uri="{FF2B5EF4-FFF2-40B4-BE49-F238E27FC236}">
                <a16:creationId xmlns:a16="http://schemas.microsoft.com/office/drawing/2014/main" id="{3375965D-B6C7-4A1B-817C-03BD3F236CDC}"/>
              </a:ext>
            </a:extLst>
          </p:cNvPr>
          <p:cNvSpPr>
            <a:spLocks noGrp="1"/>
          </p:cNvSpPr>
          <p:nvPr>
            <p:ph type="sldNum" sz="quarter" idx="12"/>
          </p:nvPr>
        </p:nvSpPr>
        <p:spPr>
          <a:xfrm>
            <a:off x="8940800" y="6248400"/>
            <a:ext cx="2540000" cy="457200"/>
          </a:xfrm>
        </p:spPr>
        <p:txBody>
          <a:bodyPr/>
          <a:lstStyle>
            <a:lvl1pPr>
              <a:defRPr/>
            </a:lvl1pPr>
          </a:lstStyle>
          <a:p>
            <a:pPr>
              <a:defRPr/>
            </a:pPr>
            <a:fld id="{A0684BEC-F2B3-4F94-80FB-729D826A1992}" type="slidenum">
              <a:rPr lang="en-US" altLang="en-US"/>
              <a:pPr>
                <a:defRPr/>
              </a:pPr>
              <a:t>‹#›</a:t>
            </a:fld>
            <a:endParaRPr lang="en-US" altLang="en-US" dirty="0"/>
          </a:p>
        </p:txBody>
      </p:sp>
    </p:spTree>
    <p:extLst>
      <p:ext uri="{BB962C8B-B14F-4D97-AF65-F5344CB8AC3E}">
        <p14:creationId xmlns:p14="http://schemas.microsoft.com/office/powerpoint/2010/main" val="315692394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B61BEF0D-F0BB-DE4B-95CE-6DB70DBA9567}" type="datetimeFigureOut">
              <a:rPr lang="en-US" smtClean="0"/>
              <a:pPr/>
              <a:t>5/5/2023</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42502193"/>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2" r:id="rId12"/>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mail.texample.net/tikz/examples/pdca-cycle/" TargetMode="External"/><Relationship Id="rId2" Type="http://schemas.openxmlformats.org/officeDocument/2006/relationships/image" Target="../media/image2.png&amp;ehk=4y38Kaf30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19.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2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FC4C-F945-4FA1-AF00-0C79694816C5}"/>
              </a:ext>
            </a:extLst>
          </p:cNvPr>
          <p:cNvSpPr>
            <a:spLocks noGrp="1"/>
          </p:cNvSpPr>
          <p:nvPr>
            <p:ph type="ctrTitle"/>
          </p:nvPr>
        </p:nvSpPr>
        <p:spPr>
          <a:xfrm>
            <a:off x="1261872" y="758952"/>
            <a:ext cx="9418320" cy="3540203"/>
          </a:xfrm>
        </p:spPr>
        <p:txBody>
          <a:bodyPr/>
          <a:lstStyle/>
          <a:p>
            <a:pPr marL="0" indent="0" algn="ctr"/>
            <a:r>
              <a:rPr lang="en-US" dirty="0">
                <a:effectLst>
                  <a:glow rad="38100">
                    <a:schemeClr val="bg1">
                      <a:lumMod val="50000"/>
                      <a:lumOff val="50000"/>
                      <a:alpha val="20000"/>
                    </a:schemeClr>
                  </a:glow>
                  <a:outerShdw blurRad="38100" dist="38100" dir="2700000" algn="tl">
                    <a:srgbClr val="000000">
                      <a:alpha val="43137"/>
                    </a:srgbClr>
                  </a:outerShdw>
                </a:effectLst>
                <a:latin typeface="Calibri" panose="020F0502020204030204" pitchFamily="34" charset="0"/>
                <a:cs typeface="Calibri" panose="020F0502020204030204" pitchFamily="34" charset="0"/>
              </a:rPr>
              <a:t>IATF 16949</a:t>
            </a:r>
            <a:br>
              <a:rPr lang="en-US" dirty="0">
                <a:effectLst>
                  <a:glow rad="38100">
                    <a:schemeClr val="bg1">
                      <a:lumMod val="50000"/>
                      <a:lumOff val="50000"/>
                      <a:alpha val="20000"/>
                    </a:schemeClr>
                  </a:glow>
                  <a:outerShdw blurRad="38100" dist="38100" dir="2700000" algn="tl">
                    <a:srgbClr val="000000">
                      <a:alpha val="43137"/>
                    </a:srgbClr>
                  </a:outerShdw>
                </a:effectLst>
                <a:latin typeface="Calibri" panose="020F0502020204030204" pitchFamily="34" charset="0"/>
                <a:cs typeface="Calibri" panose="020F0502020204030204" pitchFamily="34" charset="0"/>
              </a:rPr>
            </a:br>
            <a:r>
              <a:rPr lang="en-US" dirty="0">
                <a:effectLst>
                  <a:glow rad="38100">
                    <a:schemeClr val="bg1">
                      <a:lumMod val="50000"/>
                      <a:lumOff val="50000"/>
                      <a:alpha val="20000"/>
                    </a:schemeClr>
                  </a:glow>
                  <a:outerShdw blurRad="38100" dist="38100" dir="2700000" algn="tl">
                    <a:srgbClr val="000000">
                      <a:alpha val="43137"/>
                    </a:srgbClr>
                  </a:outerShdw>
                </a:effectLst>
                <a:latin typeface="Calibri" panose="020F0502020204030204" pitchFamily="34" charset="0"/>
                <a:cs typeface="Calibri" panose="020F0502020204030204" pitchFamily="34" charset="0"/>
              </a:rPr>
              <a:t>Internal Auditor Training</a:t>
            </a:r>
            <a:endParaRPr lang="en-US" dirty="0"/>
          </a:p>
        </p:txBody>
      </p:sp>
      <p:pic>
        <p:nvPicPr>
          <p:cNvPr id="4" name="Picture 5" descr="ACSI  logo 3">
            <a:extLst>
              <a:ext uri="{FF2B5EF4-FFF2-40B4-BE49-F238E27FC236}">
                <a16:creationId xmlns:a16="http://schemas.microsoft.com/office/drawing/2014/main" id="{95E5F7B0-7DF7-4CDE-849A-3869407C7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407" y="0"/>
            <a:ext cx="184109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42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noGrp="1"/>
          </p:cNvGraphicFramePr>
          <p:nvPr>
            <p:ph idx="4294967295"/>
          </p:nvPr>
        </p:nvGraphicFramePr>
        <p:xfrm>
          <a:off x="4614569" y="0"/>
          <a:ext cx="6468843" cy="68285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4BF19AA3-20F8-4F47-BB61-53A04927736F}"/>
              </a:ext>
            </a:extLst>
          </p:cNvPr>
          <p:cNvSpPr>
            <a:spLocks noGrp="1"/>
          </p:cNvSpPr>
          <p:nvPr>
            <p:ph type="ctrTitle" idx="4294967295"/>
          </p:nvPr>
        </p:nvSpPr>
        <p:spPr>
          <a:xfrm>
            <a:off x="0" y="837111"/>
            <a:ext cx="4055417" cy="5183777"/>
          </a:xfrm>
          <a:solidFill>
            <a:schemeClr val="tx2">
              <a:lumMod val="40000"/>
              <a:lumOff val="60000"/>
            </a:schemeClr>
          </a:solidFill>
        </p:spPr>
        <p:txBody>
          <a:bodyPr vert="horz" lIns="91440" tIns="27432" rIns="91440" bIns="45720" rtlCol="0" anchor="ctr">
            <a:normAutofit/>
          </a:bodyPr>
          <a:lstStyle/>
          <a:p>
            <a:pPr algn="ctr"/>
            <a:r>
              <a:rPr lang="en-US" sz="4800" dirty="0">
                <a:solidFill>
                  <a:schemeClr val="tx2"/>
                </a:solidFill>
                <a:latin typeface="Calibri" panose="020F0502020204030204" pitchFamily="34" charset="0"/>
                <a:cs typeface="Calibri" panose="020F0502020204030204" pitchFamily="34" charset="0"/>
              </a:rPr>
              <a:t>Course Objectives</a:t>
            </a:r>
          </a:p>
        </p:txBody>
      </p:sp>
    </p:spTree>
    <p:extLst>
      <p:ext uri="{BB962C8B-B14F-4D97-AF65-F5344CB8AC3E}">
        <p14:creationId xmlns:p14="http://schemas.microsoft.com/office/powerpoint/2010/main" val="3629626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DCE1E-7800-4FAB-8CFC-1057BC2EC707}"/>
              </a:ext>
            </a:extLst>
          </p:cNvPr>
          <p:cNvSpPr>
            <a:spLocks noGrp="1"/>
          </p:cNvSpPr>
          <p:nvPr>
            <p:ph type="ctrTitle"/>
          </p:nvPr>
        </p:nvSpPr>
        <p:spPr>
          <a:xfrm>
            <a:off x="810883" y="758952"/>
            <a:ext cx="10220911" cy="2847029"/>
          </a:xfrm>
        </p:spPr>
        <p:txBody>
          <a:bodyPr>
            <a:normAutofit/>
          </a:bodyPr>
          <a:lstStyle/>
          <a:p>
            <a:r>
              <a:rPr lang="en-US" dirty="0">
                <a:latin typeface="Calibri" panose="020F0502020204030204" pitchFamily="34" charset="0"/>
                <a:cs typeface="Calibri" panose="020F0502020204030204" pitchFamily="34" charset="0"/>
              </a:rPr>
              <a:t>INTRO TO IATF 16949:2016</a:t>
            </a:r>
          </a:p>
        </p:txBody>
      </p:sp>
    </p:spTree>
    <p:extLst>
      <p:ext uri="{BB962C8B-B14F-4D97-AF65-F5344CB8AC3E}">
        <p14:creationId xmlns:p14="http://schemas.microsoft.com/office/powerpoint/2010/main" val="283481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2403894" y="282036"/>
            <a:ext cx="7758023" cy="657225"/>
          </a:xfrm>
        </p:spPr>
        <p:txBody>
          <a:bodyPr>
            <a:noAutofit/>
          </a:bodyPr>
          <a:lstStyle/>
          <a:p>
            <a:r>
              <a:rPr lang="en-US" sz="4800" dirty="0">
                <a:latin typeface="Calibri" panose="020F0502020204030204" pitchFamily="34" charset="0"/>
                <a:cs typeface="Calibri" panose="020F0502020204030204" pitchFamily="34" charset="0"/>
              </a:rPr>
              <a:t>Intro to IATF 16949:2016</a:t>
            </a:r>
          </a:p>
        </p:txBody>
      </p:sp>
      <p:sp>
        <p:nvSpPr>
          <p:cNvPr id="3" name="Subtitle 2"/>
          <p:cNvSpPr>
            <a:spLocks noGrp="1"/>
          </p:cNvSpPr>
          <p:nvPr>
            <p:ph type="subTitle" idx="4294967295"/>
          </p:nvPr>
        </p:nvSpPr>
        <p:spPr>
          <a:xfrm>
            <a:off x="1015245" y="1018618"/>
            <a:ext cx="9009165" cy="5557346"/>
          </a:xfrm>
        </p:spPr>
        <p:txBody>
          <a:bodyPr>
            <a:noAutofit/>
          </a:bodyPr>
          <a:lstStyle/>
          <a:p>
            <a:pPr marL="0" indent="0" algn="l">
              <a:buNone/>
            </a:pPr>
            <a:r>
              <a:rPr lang="en-US" sz="2800" b="1" dirty="0">
                <a:solidFill>
                  <a:schemeClr val="accent1"/>
                </a:solidFill>
                <a:latin typeface="Calibri" panose="020F0502020204030204" pitchFamily="34" charset="0"/>
                <a:cs typeface="Calibri" panose="020F0502020204030204" pitchFamily="34" charset="0"/>
              </a:rPr>
              <a:t>Introduction</a:t>
            </a:r>
          </a:p>
          <a:p>
            <a:pPr algn="l"/>
            <a:r>
              <a:rPr lang="en-US" sz="2800" dirty="0">
                <a:latin typeface="Calibri" panose="020F0502020204030204" pitchFamily="34" charset="0"/>
                <a:cs typeface="Calibri" panose="020F0502020204030204" pitchFamily="34" charset="0"/>
              </a:rPr>
              <a:t>The potential benefits to an organization of implementing a quality management system based on this International Standard are:</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Ø"/>
            </a:pPr>
            <a:r>
              <a:rPr lang="en-US" b="1" dirty="0">
                <a:solidFill>
                  <a:schemeClr val="tx2"/>
                </a:solidFill>
                <a:latin typeface="Calibri" panose="020F0502020204030204" pitchFamily="34" charset="0"/>
                <a:cs typeface="Calibri" panose="020F0502020204030204" pitchFamily="34" charset="0"/>
              </a:rPr>
              <a:t>a) </a:t>
            </a:r>
            <a:r>
              <a:rPr lang="en-US" sz="2400" b="1" dirty="0">
                <a:solidFill>
                  <a:schemeClr val="tx2"/>
                </a:solidFill>
                <a:latin typeface="Calibri" panose="020F0502020204030204" pitchFamily="34" charset="0"/>
                <a:cs typeface="Calibri" panose="020F0502020204030204" pitchFamily="34" charset="0"/>
              </a:rPr>
              <a:t>The ability to consistently provide products and services that meet customer and applicable statutory and regulatory requirements</a:t>
            </a:r>
          </a:p>
          <a:p>
            <a:pPr>
              <a:buFont typeface="Wingdings" panose="05000000000000000000" pitchFamily="2" charset="2"/>
              <a:buChar char="Ø"/>
            </a:pPr>
            <a:r>
              <a:rPr lang="en-US" sz="2400" b="1" dirty="0">
                <a:solidFill>
                  <a:schemeClr val="tx2"/>
                </a:solidFill>
                <a:latin typeface="Calibri" panose="020F0502020204030204" pitchFamily="34" charset="0"/>
                <a:cs typeface="Calibri" panose="020F0502020204030204" pitchFamily="34" charset="0"/>
              </a:rPr>
              <a:t>b) Facilitating opportunities to enhance customer satisfaction</a:t>
            </a:r>
          </a:p>
          <a:p>
            <a:pPr>
              <a:buFont typeface="Wingdings" panose="05000000000000000000" pitchFamily="2" charset="2"/>
              <a:buChar char="Ø"/>
            </a:pPr>
            <a:r>
              <a:rPr lang="en-US" sz="2400" b="1" dirty="0">
                <a:solidFill>
                  <a:schemeClr val="tx2"/>
                </a:solidFill>
                <a:latin typeface="Calibri" panose="020F0502020204030204" pitchFamily="34" charset="0"/>
                <a:cs typeface="Calibri" panose="020F0502020204030204" pitchFamily="34" charset="0"/>
              </a:rPr>
              <a:t>c) Addressing risks and opportunities associated with its context and objectives</a:t>
            </a:r>
          </a:p>
          <a:p>
            <a:pPr>
              <a:buFont typeface="Wingdings" panose="05000000000000000000" pitchFamily="2" charset="2"/>
              <a:buChar char="Ø"/>
            </a:pPr>
            <a:r>
              <a:rPr lang="en-US" sz="2400" b="1" dirty="0">
                <a:solidFill>
                  <a:schemeClr val="tx2"/>
                </a:solidFill>
                <a:latin typeface="Calibri" panose="020F0502020204030204" pitchFamily="34" charset="0"/>
                <a:cs typeface="Calibri" panose="020F0502020204030204" pitchFamily="34" charset="0"/>
              </a:rPr>
              <a:t>d) The ability to demonstrate conformity to specified quality management system requirements.</a:t>
            </a:r>
          </a:p>
          <a:p>
            <a:pPr algn="l"/>
            <a:endParaRPr lang="en-US" sz="2400" dirty="0">
              <a:latin typeface="Calibri" panose="020F0502020204030204" pitchFamily="34" charset="0"/>
              <a:cs typeface="Calibri" panose="020F0502020204030204" pitchFamily="34" charset="0"/>
            </a:endParaRPr>
          </a:p>
          <a:p>
            <a:pPr algn="l"/>
            <a:endParaRPr lang="en-US" sz="2800" dirty="0"/>
          </a:p>
        </p:txBody>
      </p:sp>
    </p:spTree>
    <p:extLst>
      <p:ext uri="{BB962C8B-B14F-4D97-AF65-F5344CB8AC3E}">
        <p14:creationId xmlns:p14="http://schemas.microsoft.com/office/powerpoint/2010/main" val="245220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294198"/>
            <a:ext cx="9692640" cy="908437"/>
          </a:xfrm>
        </p:spPr>
        <p:txBody>
          <a:bodyPr>
            <a:normAutofit/>
          </a:bodyPr>
          <a:lstStyle/>
          <a:p>
            <a:pPr algn="ctr"/>
            <a:r>
              <a:rPr lang="en-US" sz="4800" dirty="0">
                <a:latin typeface="Calibri" panose="020F0502020204030204" pitchFamily="34" charset="0"/>
                <a:cs typeface="Calibri" panose="020F0502020204030204" pitchFamily="34" charset="0"/>
              </a:rPr>
              <a:t>Intro to IATF 16949:2016</a:t>
            </a:r>
          </a:p>
        </p:txBody>
      </p:sp>
      <p:sp>
        <p:nvSpPr>
          <p:cNvPr id="3" name="Subtitle 2"/>
          <p:cNvSpPr>
            <a:spLocks noGrp="1"/>
          </p:cNvSpPr>
          <p:nvPr>
            <p:ph sz="half" idx="1"/>
          </p:nvPr>
        </p:nvSpPr>
        <p:spPr>
          <a:xfrm>
            <a:off x="1357736" y="1113503"/>
            <a:ext cx="4480560" cy="5574891"/>
          </a:xfrm>
        </p:spPr>
        <p:txBody>
          <a:bodyPr>
            <a:noAutofit/>
          </a:bodyPr>
          <a:lstStyle/>
          <a:p>
            <a:pPr algn="l"/>
            <a:endParaRPr lang="en-US" sz="1100" dirty="0"/>
          </a:p>
          <a:p>
            <a:pPr algn="l"/>
            <a:r>
              <a:rPr lang="en-US" sz="2800" dirty="0">
                <a:latin typeface="Calibri" panose="020F0502020204030204" pitchFamily="34" charset="0"/>
                <a:cs typeface="Calibri" panose="020F0502020204030204" pitchFamily="34" charset="0"/>
              </a:rPr>
              <a:t>This International Standard employs the process approach, which incorporates the Plan-Do-Check-Act</a:t>
            </a:r>
          </a:p>
          <a:p>
            <a:pPr algn="l"/>
            <a:r>
              <a:rPr lang="en-US" sz="2800" dirty="0">
                <a:latin typeface="Calibri" panose="020F0502020204030204" pitchFamily="34" charset="0"/>
                <a:cs typeface="Calibri" panose="020F0502020204030204" pitchFamily="34" charset="0"/>
              </a:rPr>
              <a:t>(PDCA) cycle and risk-based thinking.</a:t>
            </a:r>
          </a:p>
          <a:p>
            <a:pPr algn="l"/>
            <a:r>
              <a:rPr lang="en-US" sz="2800" dirty="0">
                <a:latin typeface="Calibri" panose="020F0502020204030204" pitchFamily="34" charset="0"/>
                <a:cs typeface="Calibri" panose="020F0502020204030204" pitchFamily="34" charset="0"/>
              </a:rPr>
              <a:t>The process approach enables an organization to plan its processes and their interactions.</a:t>
            </a:r>
          </a:p>
        </p:txBody>
      </p:sp>
      <p:pic>
        <p:nvPicPr>
          <p:cNvPr id="6" name="Content Placeholder 5">
            <a:extLst>
              <a:ext uri="{FF2B5EF4-FFF2-40B4-BE49-F238E27FC236}">
                <a16:creationId xmlns:a16="http://schemas.microsoft.com/office/drawing/2014/main" id="{587D9B05-8C03-45E8-9480-80C86890BA2E}"/>
              </a:ext>
            </a:extLst>
          </p:cNvPr>
          <p:cNvPicPr>
            <a:picLocks noGrp="1" noChangeAspect="1"/>
          </p:cNvPicPr>
          <p:nvPr>
            <p:ph sz="half" idx="2"/>
          </p:nvPr>
        </p:nvPicPr>
        <p:blipFill>
          <a:blip r:embed="rId2">
            <a:extLst>
              <a:ext uri="{837473B0-CC2E-450A-ABE3-18F120FF3D39}">
                <a1611:picAttrSrcUrl xmlns:a1611="http://schemas.microsoft.com/office/drawing/2016/11/main" r:id="rId3"/>
              </a:ext>
            </a:extLst>
          </a:blip>
          <a:stretch>
            <a:fillRect/>
          </a:stretch>
        </p:blipFill>
        <p:spPr>
          <a:xfrm>
            <a:off x="6186727" y="1828800"/>
            <a:ext cx="4360384" cy="4351338"/>
          </a:xfrm>
        </p:spPr>
      </p:pic>
    </p:spTree>
    <p:extLst>
      <p:ext uri="{BB962C8B-B14F-4D97-AF65-F5344CB8AC3E}">
        <p14:creationId xmlns:p14="http://schemas.microsoft.com/office/powerpoint/2010/main" val="1019310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967742" y="236328"/>
            <a:ext cx="8256516" cy="992188"/>
          </a:xfrm>
        </p:spPr>
        <p:txBody>
          <a:bodyPr>
            <a:normAutofit/>
          </a:bodyPr>
          <a:lstStyle/>
          <a:p>
            <a:r>
              <a:rPr lang="en-US" sz="4800" dirty="0">
                <a:latin typeface="Calibri" panose="020F0502020204030204" pitchFamily="34" charset="0"/>
                <a:cs typeface="Calibri" panose="020F0502020204030204" pitchFamily="34" charset="0"/>
              </a:rPr>
              <a:t>Intro to IATF 16949:2016</a:t>
            </a:r>
          </a:p>
        </p:txBody>
      </p:sp>
      <p:sp>
        <p:nvSpPr>
          <p:cNvPr id="3" name="Subtitle 2"/>
          <p:cNvSpPr>
            <a:spLocks noGrp="1"/>
          </p:cNvSpPr>
          <p:nvPr>
            <p:ph type="subTitle" idx="4294967295"/>
          </p:nvPr>
        </p:nvSpPr>
        <p:spPr>
          <a:xfrm>
            <a:off x="638176" y="1571625"/>
            <a:ext cx="10152956" cy="4829175"/>
          </a:xfrm>
        </p:spPr>
        <p:txBody>
          <a:bodyPr>
            <a:noAutofit/>
          </a:bodyPr>
          <a:lstStyle/>
          <a:p>
            <a:pPr algn="l"/>
            <a:r>
              <a:rPr lang="en-US" sz="2800" dirty="0">
                <a:latin typeface="Calibri" panose="020F0502020204030204" pitchFamily="34" charset="0"/>
                <a:cs typeface="Calibri" panose="020F0502020204030204" pitchFamily="34" charset="0"/>
              </a:rPr>
              <a:t>The PDCA cycle enables an organization to ensure that its processes are adequately resourced and managed, and that opportunities for improvement are determined and acted on.</a:t>
            </a:r>
          </a:p>
          <a:p>
            <a:pPr marL="914400" lvl="1" indent="-457200" algn="l">
              <a:buFont typeface="Wingdings" panose="05000000000000000000" pitchFamily="2" charset="2"/>
              <a:buChar char="q"/>
            </a:pPr>
            <a:r>
              <a:rPr lang="en-US" sz="3200" dirty="0">
                <a:solidFill>
                  <a:schemeClr val="accent1"/>
                </a:solidFill>
                <a:latin typeface="Calibri" panose="020F0502020204030204" pitchFamily="34" charset="0"/>
                <a:cs typeface="Calibri" panose="020F0502020204030204" pitchFamily="34" charset="0"/>
              </a:rPr>
              <a:t>Risk-based thinking enables an organization to determine the factors that could cause its processes and its quality management system to deviate from the planned results, to put in place preventive controls to minimize negative effects and to make maximum use of opportunities as they arise .</a:t>
            </a:r>
            <a:endParaRPr lang="en-US" sz="3200"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780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2346385" y="219075"/>
            <a:ext cx="8253968" cy="992188"/>
          </a:xfrm>
        </p:spPr>
        <p:txBody>
          <a:bodyPr>
            <a:normAutofit/>
          </a:bodyPr>
          <a:lstStyle/>
          <a:p>
            <a:r>
              <a:rPr lang="en-US" sz="4800" dirty="0">
                <a:latin typeface="Calibri" panose="020F0502020204030204" pitchFamily="34" charset="0"/>
                <a:cs typeface="Calibri" panose="020F0502020204030204" pitchFamily="34" charset="0"/>
              </a:rPr>
              <a:t>Intro to IATF 16949:2016</a:t>
            </a:r>
          </a:p>
        </p:txBody>
      </p:sp>
      <p:sp>
        <p:nvSpPr>
          <p:cNvPr id="3" name="Subtitle 2"/>
          <p:cNvSpPr>
            <a:spLocks noGrp="1"/>
          </p:cNvSpPr>
          <p:nvPr>
            <p:ph type="subTitle" idx="4294967295"/>
          </p:nvPr>
        </p:nvSpPr>
        <p:spPr>
          <a:xfrm>
            <a:off x="1146175" y="1211263"/>
            <a:ext cx="11045825" cy="5254625"/>
          </a:xfrm>
        </p:spPr>
        <p:txBody>
          <a:bodyPr>
            <a:noAutofit/>
          </a:bodyPr>
          <a:lstStyle/>
          <a:p>
            <a:pPr algn="l"/>
            <a:r>
              <a:rPr lang="en-US" sz="2800" dirty="0">
                <a:latin typeface="Calibri" panose="020F0502020204030204" pitchFamily="34" charset="0"/>
                <a:cs typeface="Calibri" panose="020F0502020204030204" pitchFamily="34" charset="0"/>
              </a:rPr>
              <a:t>In this International Standard, the following verbal forms are used:</a:t>
            </a:r>
          </a:p>
          <a:p>
            <a:pPr algn="l"/>
            <a:endParaRPr lang="en-US" sz="2800" dirty="0">
              <a:latin typeface="Calibri" panose="020F0502020204030204" pitchFamily="34" charset="0"/>
              <a:cs typeface="Calibri" panose="020F0502020204030204" pitchFamily="34" charset="0"/>
            </a:endParaRPr>
          </a:p>
          <a:p>
            <a:pPr lvl="1" algn="l"/>
            <a:r>
              <a:rPr lang="en-US" sz="2800" dirty="0">
                <a:solidFill>
                  <a:schemeClr val="accent1"/>
                </a:solidFill>
                <a:latin typeface="Calibri" panose="020F0502020204030204" pitchFamily="34" charset="0"/>
                <a:cs typeface="Calibri" panose="020F0502020204030204" pitchFamily="34" charset="0"/>
              </a:rPr>
              <a:t>— “shall” indicates a requirement</a:t>
            </a:r>
          </a:p>
          <a:p>
            <a:pPr lvl="1" algn="l"/>
            <a:r>
              <a:rPr lang="en-US" sz="2800" dirty="0">
                <a:solidFill>
                  <a:schemeClr val="accent1"/>
                </a:solidFill>
                <a:latin typeface="Calibri" panose="020F0502020204030204" pitchFamily="34" charset="0"/>
                <a:cs typeface="Calibri" panose="020F0502020204030204" pitchFamily="34" charset="0"/>
              </a:rPr>
              <a:t>— “should” indicates a recommendation;</a:t>
            </a:r>
          </a:p>
          <a:p>
            <a:pPr lvl="1" algn="l"/>
            <a:r>
              <a:rPr lang="en-US" sz="2800" dirty="0">
                <a:solidFill>
                  <a:schemeClr val="accent1"/>
                </a:solidFill>
                <a:latin typeface="Calibri" panose="020F0502020204030204" pitchFamily="34" charset="0"/>
                <a:cs typeface="Calibri" panose="020F0502020204030204" pitchFamily="34" charset="0"/>
              </a:rPr>
              <a:t>— “may” indicates a permission;</a:t>
            </a:r>
          </a:p>
          <a:p>
            <a:pPr lvl="1" algn="l"/>
            <a:r>
              <a:rPr lang="en-US" sz="2800" dirty="0">
                <a:solidFill>
                  <a:schemeClr val="accent1"/>
                </a:solidFill>
                <a:latin typeface="Calibri" panose="020F0502020204030204" pitchFamily="34" charset="0"/>
                <a:cs typeface="Calibri" panose="020F0502020204030204" pitchFamily="34" charset="0"/>
              </a:rPr>
              <a:t>— “can” indicates a possibility or a capability.</a:t>
            </a:r>
          </a:p>
          <a:p>
            <a:pPr algn="l"/>
            <a:r>
              <a:rPr lang="en-US" sz="2800" dirty="0">
                <a:latin typeface="Calibri" panose="020F0502020204030204" pitchFamily="34" charset="0"/>
                <a:cs typeface="Calibri" panose="020F0502020204030204" pitchFamily="34" charset="0"/>
              </a:rPr>
              <a:t>Information marked as “NOTE” is for guidance in understanding or clarifying the associated requirement</a:t>
            </a:r>
            <a:r>
              <a:rPr lang="en-US" sz="2400" dirty="0">
                <a:latin typeface="Calibri" panose="020F0502020204030204" pitchFamily="34" charset="0"/>
                <a:cs typeface="Calibri" panose="020F0502020204030204" pitchFamily="34" charset="0"/>
              </a:rPr>
              <a:t>.</a:t>
            </a:r>
            <a:endParaRPr 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9314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37069" y="373488"/>
            <a:ext cx="6851043" cy="2548353"/>
          </a:xfrm>
          <a:prstGeom prst="rect">
            <a:avLst/>
          </a:prstGeom>
        </p:spPr>
      </p:pic>
      <p:sp>
        <p:nvSpPr>
          <p:cNvPr id="3" name="Subtitle 2"/>
          <p:cNvSpPr>
            <a:spLocks noGrp="1"/>
          </p:cNvSpPr>
          <p:nvPr>
            <p:ph type="subTitle" idx="1"/>
          </p:nvPr>
        </p:nvSpPr>
        <p:spPr>
          <a:xfrm>
            <a:off x="1152143" y="3177860"/>
            <a:ext cx="9420894" cy="3416123"/>
          </a:xfrm>
        </p:spPr>
        <p:txBody>
          <a:bodyPr>
            <a:normAutofit fontScale="85000" lnSpcReduction="10000"/>
          </a:bodyPr>
          <a:lstStyle/>
          <a:p>
            <a:pPr algn="l"/>
            <a:r>
              <a:rPr lang="en-US" sz="3500" b="1" dirty="0">
                <a:solidFill>
                  <a:schemeClr val="accent1"/>
                </a:solidFill>
                <a:latin typeface="Calibri" panose="020F0502020204030204" pitchFamily="34" charset="0"/>
                <a:cs typeface="Calibri" panose="020F0502020204030204" pitchFamily="34" charset="0"/>
              </a:rPr>
              <a:t>The Scope of IATF 16949:2016</a:t>
            </a:r>
          </a:p>
          <a:p>
            <a:pPr marL="342900" indent="-342900" algn="l">
              <a:buFont typeface="Wingdings" panose="05000000000000000000" pitchFamily="2" charset="2"/>
              <a:buChar char="ü"/>
            </a:pPr>
            <a:r>
              <a:rPr lang="en-US" sz="1900" dirty="0">
                <a:latin typeface="Calibri" panose="020F0502020204030204" pitchFamily="34" charset="0"/>
                <a:cs typeface="Calibri" panose="020F0502020204030204" pitchFamily="34" charset="0"/>
              </a:rPr>
              <a:t>Defines the requirement for design and development, production and where applicable, the assembly, installation and service of automotive-related products, including products with embedded software. </a:t>
            </a:r>
          </a:p>
          <a:p>
            <a:pPr marL="342900" indent="-342900">
              <a:buFont typeface="Wingdings" panose="05000000000000000000" pitchFamily="2" charset="2"/>
              <a:buChar char="ü"/>
            </a:pPr>
            <a:r>
              <a:rPr lang="en-US" sz="1800" dirty="0">
                <a:latin typeface="Calibri" panose="020F0502020204030204" pitchFamily="34" charset="0"/>
                <a:cs typeface="Calibri" panose="020F0502020204030204" pitchFamily="34" charset="0"/>
              </a:rPr>
              <a:t>Is considered an automotive supplement to ISO 9001:2015</a:t>
            </a:r>
          </a:p>
          <a:p>
            <a:pPr marL="342900" indent="-342900" algn="l">
              <a:buFont typeface="Wingdings" panose="05000000000000000000" pitchFamily="2" charset="2"/>
              <a:buChar char="ü"/>
            </a:pPr>
            <a:r>
              <a:rPr lang="en-US" sz="1900" dirty="0">
                <a:latin typeface="Calibri" panose="020F0502020204030204" pitchFamily="34" charset="0"/>
                <a:cs typeface="Calibri" panose="020F0502020204030204" pitchFamily="34" charset="0"/>
              </a:rPr>
              <a:t>Applicable to sites where production parts, service, and/or accessory parts are manufactured </a:t>
            </a:r>
          </a:p>
          <a:p>
            <a:pPr marL="342900" indent="-342900" algn="l">
              <a:buFont typeface="Wingdings" panose="05000000000000000000" pitchFamily="2" charset="2"/>
              <a:buChar char="ü"/>
            </a:pPr>
            <a:r>
              <a:rPr lang="en-US" sz="1900" dirty="0">
                <a:latin typeface="Calibri" panose="020F0502020204030204" pitchFamily="34" charset="0"/>
                <a:cs typeface="Calibri" panose="020F0502020204030204" pitchFamily="34" charset="0"/>
              </a:rPr>
              <a:t>It includes both the manufacturing sites and the remote locations </a:t>
            </a:r>
          </a:p>
          <a:p>
            <a:pPr marL="342900" indent="-342900" algn="l">
              <a:buFont typeface="Wingdings" panose="05000000000000000000" pitchFamily="2" charset="2"/>
              <a:buChar char="ü"/>
            </a:pPr>
            <a:r>
              <a:rPr lang="en-US" sz="1900" dirty="0">
                <a:latin typeface="Calibri" panose="020F0502020204030204" pitchFamily="34" charset="0"/>
                <a:cs typeface="Calibri" panose="020F0502020204030204" pitchFamily="34" charset="0"/>
              </a:rPr>
              <a:t>Only exclusion permitted is 8.3 product design; manufacturing process design cannot be excluded. Must maintain documents to justify the exclusion </a:t>
            </a:r>
          </a:p>
          <a:p>
            <a:pPr marL="342900" indent="-342900" algn="l">
              <a:buFont typeface="Wingdings" panose="05000000000000000000" pitchFamily="2" charset="2"/>
              <a:buChar char="ü"/>
            </a:pPr>
            <a:r>
              <a:rPr lang="en-US" sz="1900" dirty="0">
                <a:latin typeface="Calibri" panose="020F0502020204030204" pitchFamily="34" charset="0"/>
                <a:cs typeface="Calibri" panose="020F0502020204030204" pitchFamily="34" charset="0"/>
              </a:rPr>
              <a:t>Coupled with automotive customer specific requirements</a:t>
            </a:r>
          </a:p>
        </p:txBody>
      </p:sp>
    </p:spTree>
    <p:extLst>
      <p:ext uri="{BB962C8B-B14F-4D97-AF65-F5344CB8AC3E}">
        <p14:creationId xmlns:p14="http://schemas.microsoft.com/office/powerpoint/2010/main" val="2630222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7741" y="810228"/>
            <a:ext cx="9627634" cy="5570756"/>
          </a:xfrm>
          <a:prstGeom prst="rect">
            <a:avLst/>
          </a:prstGeom>
        </p:spPr>
        <p:txBody>
          <a:bodyPr wrap="square">
            <a:spAutoFit/>
          </a:bodyPr>
          <a:lstStyle/>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4 	 </a:t>
            </a:r>
            <a:r>
              <a:rPr lang="en-US" sz="2800" dirty="0">
                <a:solidFill>
                  <a:schemeClr val="accent1"/>
                </a:solidFill>
                <a:latin typeface="Calibri" panose="020F0502020204030204" pitchFamily="34" charset="0"/>
                <a:cs typeface="Calibri" panose="020F0502020204030204" pitchFamily="34" charset="0"/>
              </a:rPr>
              <a:t>Context of the organization</a:t>
            </a:r>
            <a:r>
              <a:rPr lang="en-US" sz="1100" dirty="0">
                <a:solidFill>
                  <a:schemeClr val="accent1"/>
                </a:solidFill>
                <a:latin typeface="Calibri" panose="020F0502020204030204" pitchFamily="34" charset="0"/>
                <a:cs typeface="Calibri" panose="020F0502020204030204" pitchFamily="34" charset="0"/>
              </a:rPr>
              <a:t>.</a:t>
            </a:r>
          </a:p>
          <a:p>
            <a:pPr marL="342900" indent="-342900">
              <a:buFont typeface="Wingdings" panose="05000000000000000000" pitchFamily="2" charset="2"/>
              <a:buChar char="§"/>
            </a:pPr>
            <a:endParaRPr lang="en-US" sz="20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5 	 </a:t>
            </a:r>
            <a:r>
              <a:rPr lang="en-US" sz="2800" dirty="0">
                <a:solidFill>
                  <a:schemeClr val="accent1"/>
                </a:solidFill>
                <a:latin typeface="Calibri" panose="020F0502020204030204" pitchFamily="34" charset="0"/>
                <a:cs typeface="Calibri" panose="020F0502020204030204" pitchFamily="34" charset="0"/>
              </a:rPr>
              <a:t>Leadership</a:t>
            </a:r>
            <a:endParaRPr lang="en-US" sz="2000" dirty="0">
              <a:solidFill>
                <a:schemeClr val="accent1"/>
              </a:solidFill>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endParaRPr lang="en-US" sz="28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6	 </a:t>
            </a:r>
            <a:r>
              <a:rPr lang="en-US" sz="2800" dirty="0">
                <a:solidFill>
                  <a:schemeClr val="accent1"/>
                </a:solidFill>
                <a:latin typeface="Calibri" panose="020F0502020204030204" pitchFamily="34" charset="0"/>
                <a:cs typeface="Calibri" panose="020F0502020204030204" pitchFamily="34" charset="0"/>
              </a:rPr>
              <a:t>Planning</a:t>
            </a:r>
          </a:p>
          <a:p>
            <a:pPr marL="342900" indent="-342900">
              <a:buFont typeface="Wingdings" panose="05000000000000000000" pitchFamily="2" charset="2"/>
              <a:buChar char="§"/>
            </a:pPr>
            <a:endParaRPr lang="en-US" sz="20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7	 </a:t>
            </a:r>
            <a:r>
              <a:rPr lang="en-US" sz="2800" dirty="0">
                <a:solidFill>
                  <a:schemeClr val="accent1"/>
                </a:solidFill>
                <a:latin typeface="Calibri" panose="020F0502020204030204" pitchFamily="34" charset="0"/>
                <a:cs typeface="Calibri" panose="020F0502020204030204" pitchFamily="34" charset="0"/>
              </a:rPr>
              <a:t>Support </a:t>
            </a:r>
          </a:p>
          <a:p>
            <a:pPr marL="342900" indent="-342900">
              <a:buFont typeface="Wingdings" panose="05000000000000000000" pitchFamily="2" charset="2"/>
              <a:buChar char="§"/>
            </a:pPr>
            <a:endParaRPr lang="en-US" sz="20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8	 </a:t>
            </a:r>
            <a:r>
              <a:rPr lang="en-US" sz="2800" dirty="0">
                <a:solidFill>
                  <a:schemeClr val="accent1"/>
                </a:solidFill>
                <a:latin typeface="Calibri" panose="020F0502020204030204" pitchFamily="34" charset="0"/>
                <a:cs typeface="Calibri" panose="020F0502020204030204" pitchFamily="34" charset="0"/>
              </a:rPr>
              <a:t>Operation </a:t>
            </a:r>
          </a:p>
          <a:p>
            <a:pPr marL="342900" indent="-342900">
              <a:buFont typeface="Wingdings" panose="05000000000000000000" pitchFamily="2" charset="2"/>
              <a:buChar char="§"/>
            </a:pPr>
            <a:endParaRPr lang="en-US" sz="20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9	 </a:t>
            </a:r>
            <a:r>
              <a:rPr lang="en-US" sz="2800" dirty="0">
                <a:solidFill>
                  <a:schemeClr val="accent1"/>
                </a:solidFill>
                <a:latin typeface="Calibri" panose="020F0502020204030204" pitchFamily="34" charset="0"/>
                <a:cs typeface="Calibri" panose="020F0502020204030204" pitchFamily="34" charset="0"/>
              </a:rPr>
              <a:t>Performance Evaluation </a:t>
            </a:r>
          </a:p>
          <a:p>
            <a:pPr marL="342900" indent="-342900">
              <a:buFont typeface="Wingdings" panose="05000000000000000000" pitchFamily="2" charset="2"/>
              <a:buChar char="§"/>
            </a:pPr>
            <a:endParaRPr lang="en-US" sz="2000" dirty="0">
              <a:latin typeface="Calibri" panose="020F0502020204030204" pitchFamily="34" charset="0"/>
              <a:cs typeface="Calibri" panose="020F0502020204030204" pitchFamily="34" charset="0"/>
            </a:endParaRPr>
          </a:p>
          <a:p>
            <a:pPr marL="457200" indent="-457200">
              <a:buFont typeface="Wingdings" panose="05000000000000000000" pitchFamily="2" charset="2"/>
              <a:buChar char="§"/>
            </a:pPr>
            <a:r>
              <a:rPr lang="en-US" sz="2800" dirty="0">
                <a:latin typeface="Calibri" panose="020F0502020204030204" pitchFamily="34" charset="0"/>
                <a:cs typeface="Calibri" panose="020F0502020204030204" pitchFamily="34" charset="0"/>
              </a:rPr>
              <a:t>Clause 10 </a:t>
            </a:r>
            <a:r>
              <a:rPr lang="en-US" sz="2800" dirty="0">
                <a:solidFill>
                  <a:schemeClr val="accent1"/>
                </a:solidFill>
                <a:latin typeface="Calibri" panose="020F0502020204030204" pitchFamily="34" charset="0"/>
                <a:cs typeface="Calibri" panose="020F0502020204030204" pitchFamily="34" charset="0"/>
              </a:rPr>
              <a:t>Improvement </a:t>
            </a:r>
          </a:p>
          <a:p>
            <a:endParaRPr lang="en-US" sz="3200" dirty="0"/>
          </a:p>
        </p:txBody>
      </p:sp>
    </p:spTree>
    <p:extLst>
      <p:ext uri="{BB962C8B-B14F-4D97-AF65-F5344CB8AC3E}">
        <p14:creationId xmlns:p14="http://schemas.microsoft.com/office/powerpoint/2010/main" val="3087116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973232"/>
          </a:xfrm>
          <a:prstGeom prst="rect">
            <a:avLst/>
          </a:prstGeom>
        </p:spPr>
        <p:txBody>
          <a:bodyPr wrap="square">
            <a:spAutoFit/>
          </a:bodyPr>
          <a:lstStyle/>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4 </a:t>
            </a:r>
          </a:p>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 CONTEXT OF THE ORGANIZATION </a:t>
            </a:r>
            <a:endParaRPr lang="en-US" sz="4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736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88303"/>
            <a:ext cx="10764078" cy="6234977"/>
          </a:xfrm>
          <a:prstGeom prst="rect">
            <a:avLst/>
          </a:prstGeom>
        </p:spPr>
        <p:txBody>
          <a:bodyPr wrap="square">
            <a:spAutoFit/>
          </a:bodyPr>
          <a:lstStyle/>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4 – CONTEXT OF THE ORGANIZATION </a:t>
            </a:r>
            <a:endPar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Calibri" panose="020F050202020403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4.1 Understanding the Context of the Organization </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Calibri" panose="020F050202020403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4.2 Understanding the Needs and Expectations of Interested Parties </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Calibri" panose="020F050202020403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4.3 Determining the Scope of the QMS </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800100" marR="0" lvl="1" indent="-342900">
              <a:lnSpc>
                <a:spcPct val="107000"/>
              </a:lnSpc>
              <a:spcBef>
                <a:spcPts val="0"/>
              </a:spcBef>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4.3.1 Determining the Scope of the QMS</a:t>
            </a:r>
          </a:p>
          <a:p>
            <a:pPr marL="800100" marR="0" lvl="1" indent="-342900">
              <a:lnSpc>
                <a:spcPct val="107000"/>
              </a:lnSpc>
              <a:spcBef>
                <a:spcPts val="0"/>
              </a:spcBef>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4.3.2 Customer Specific Requirements </a:t>
            </a:r>
          </a:p>
          <a:p>
            <a:pPr marL="342900" marR="0" lvl="0" indent="-342900">
              <a:lnSpc>
                <a:spcPct val="107000"/>
              </a:lnSpc>
              <a:spcBef>
                <a:spcPts val="0"/>
              </a:spcBef>
              <a:spcAft>
                <a:spcPts val="800"/>
              </a:spcAft>
              <a:buFont typeface="Calibri" panose="020F0502020204030204" pitchFamily="34" charset="0"/>
              <a:buChar char="-"/>
            </a:pPr>
            <a:r>
              <a:rPr lang="en-US" sz="2800" b="1" dirty="0">
                <a:latin typeface="Calibri" panose="020F0502020204030204" pitchFamily="34" charset="0"/>
                <a:ea typeface="Calibri" panose="020F0502020204030204" pitchFamily="34" charset="0"/>
                <a:cs typeface="Calibri" panose="020F0502020204030204" pitchFamily="34" charset="0"/>
              </a:rPr>
              <a:t>4.4 Quality Management System and its processes</a:t>
            </a:r>
          </a:p>
          <a:p>
            <a:pPr marL="914400" marR="0" lvl="1" indent="-457200">
              <a:lnSpc>
                <a:spcPct val="107000"/>
              </a:lnSpc>
              <a:spcBef>
                <a:spcPts val="0"/>
              </a:spcBef>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4.4.1 Establish, implement, maintain and improve QMS </a:t>
            </a:r>
          </a:p>
          <a:p>
            <a:pPr marL="1371600" marR="0" lvl="2" indent="-457200">
              <a:lnSpc>
                <a:spcPct val="107000"/>
              </a:lnSpc>
              <a:spcBef>
                <a:spcPts val="0"/>
              </a:spcBef>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4.4.1.1 Conformance of Products and Processes </a:t>
            </a:r>
          </a:p>
          <a:p>
            <a:pPr marL="1371600" marR="0" lvl="2" indent="-457200">
              <a:lnSpc>
                <a:spcPct val="107000"/>
              </a:lnSpc>
              <a:spcBef>
                <a:spcPts val="0"/>
              </a:spcBef>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4.4.1.2 Product Safety</a:t>
            </a:r>
          </a:p>
          <a:p>
            <a:pPr marL="914400" marR="0" lvl="1" indent="-457200">
              <a:lnSpc>
                <a:spcPct val="107000"/>
              </a:lnSpc>
              <a:spcBef>
                <a:spcPts val="0"/>
              </a:spcBef>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4.4.2 Maintain/retain documented information</a:t>
            </a:r>
            <a:endParaRPr lang="en-US" sz="28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381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1454" y="720571"/>
            <a:ext cx="10276404" cy="5998950"/>
          </a:xfrm>
          <a:prstGeom prst="rect">
            <a:avLst/>
          </a:prstGeom>
        </p:spPr>
        <p:txBody>
          <a:bodyPr wrap="square">
            <a:spAutoFit/>
          </a:bodyPr>
          <a:lstStyle/>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4 – CONTEXT OF THE ORGANIZATION </a:t>
            </a:r>
          </a:p>
          <a:p>
            <a:pPr marR="0" lvl="0">
              <a:lnSpc>
                <a:spcPct val="107000"/>
              </a:lnSpc>
              <a:spcBef>
                <a:spcPts val="0"/>
              </a:spcBef>
              <a:spcAft>
                <a:spcPts val="800"/>
              </a:spcAft>
            </a:pPr>
            <a:r>
              <a:rPr lang="en-US" sz="40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marR="0" lvl="0">
              <a:lnSpc>
                <a:spcPct val="107000"/>
              </a:lnSpc>
              <a:spcBef>
                <a:spcPts val="0"/>
              </a:spcBef>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Understanding the factors that influence the organization’s purpose, objectives and sustainability.</a:t>
            </a:r>
          </a:p>
          <a:p>
            <a:pPr marL="914400" lvl="1" indent="-457200">
              <a:lnSpc>
                <a:spcPct val="107000"/>
              </a:lnSpc>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Understanding the context of an organization is a process </a:t>
            </a:r>
          </a:p>
          <a:p>
            <a:pPr marL="914400" lvl="1" indent="-457200">
              <a:lnSpc>
                <a:spcPct val="107000"/>
              </a:lnSpc>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An organization’s purpose can be expressed in various ways like vision, mission, policies, and objectives, </a:t>
            </a:r>
          </a:p>
          <a:p>
            <a:pPr marL="914400" lvl="1" indent="-457200">
              <a:lnSpc>
                <a:spcPct val="107000"/>
              </a:lnSpc>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Understanding the needs and expectations of interested parties </a:t>
            </a:r>
          </a:p>
          <a:p>
            <a:pPr marL="914400" lvl="1" indent="-457200">
              <a:lnSpc>
                <a:spcPct val="107000"/>
              </a:lnSpc>
              <a:spcAft>
                <a:spcPts val="800"/>
              </a:spcAft>
              <a:buFont typeface="Wingdings" panose="05000000000000000000" pitchFamily="2" charset="2"/>
              <a:buChar char="Ø"/>
            </a:pPr>
            <a:r>
              <a:rPr lang="en-US" sz="2800" dirty="0">
                <a:latin typeface="Calibri" panose="020F0502020204030204" pitchFamily="34" charset="0"/>
                <a:ea typeface="Calibri" panose="020F0502020204030204" pitchFamily="34" charset="0"/>
                <a:cs typeface="Calibri" panose="020F0502020204030204" pitchFamily="34" charset="0"/>
              </a:rPr>
              <a:t>Define the basic requirements of a QMS  </a:t>
            </a:r>
          </a:p>
          <a:p>
            <a:pPr marL="342900" marR="0" lvl="0" indent="-342900">
              <a:lnSpc>
                <a:spcPct val="107000"/>
              </a:lnSpc>
              <a:spcBef>
                <a:spcPts val="0"/>
              </a:spcBef>
              <a:spcAft>
                <a:spcPts val="800"/>
              </a:spcAft>
              <a:buFont typeface="Calibri" panose="020F0502020204030204" pitchFamily="34" charset="0"/>
              <a:buChar char="-"/>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520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690" y="239925"/>
            <a:ext cx="10817942" cy="6067558"/>
          </a:xfrm>
          <a:prstGeom prst="rect">
            <a:avLst/>
          </a:prstGeom>
        </p:spPr>
        <p:txBody>
          <a:bodyPr wrap="square">
            <a:spAutoFit/>
          </a:bodyPr>
          <a:lstStyle/>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4.1– UNDERSTANDING THE ORGANIZATION AND ITS CONTEXT </a:t>
            </a:r>
          </a:p>
          <a:p>
            <a:pPr marL="457200" marR="0" lvl="0" indent="-457200">
              <a:lnSpc>
                <a:spcPct val="107000"/>
              </a:lnSpc>
              <a:spcBef>
                <a:spcPts val="0"/>
              </a:spcBef>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The organization has to identify the issues that;</a:t>
            </a:r>
          </a:p>
          <a:p>
            <a:pPr marL="800100" lvl="1" indent="-342900">
              <a:lnSpc>
                <a:spcPct val="107000"/>
              </a:lnSpc>
              <a:spcAft>
                <a:spcPts val="800"/>
              </a:spcAft>
              <a:buFont typeface="Calibri" panose="020F0502020204030204" pitchFamily="34" charset="0"/>
              <a:buChar char="-"/>
            </a:pPr>
            <a:r>
              <a:rPr lang="en-US" sz="2200" dirty="0">
                <a:latin typeface="Calibri" panose="020F0502020204030204" pitchFamily="34" charset="0"/>
                <a:ea typeface="Calibri" panose="020F0502020204030204" pitchFamily="34" charset="0"/>
                <a:cs typeface="Calibri" panose="020F0502020204030204" pitchFamily="34" charset="0"/>
              </a:rPr>
              <a:t>Are relevant to its purpose and strategies direction </a:t>
            </a:r>
          </a:p>
          <a:p>
            <a:pPr marL="800100" lvl="1" indent="-342900">
              <a:lnSpc>
                <a:spcPct val="107000"/>
              </a:lnSpc>
              <a:spcAft>
                <a:spcPts val="800"/>
              </a:spcAft>
              <a:buFont typeface="Calibri" panose="020F0502020204030204" pitchFamily="34" charset="0"/>
              <a:buChar char="-"/>
            </a:pPr>
            <a:r>
              <a:rPr lang="en-US" sz="2200" dirty="0">
                <a:latin typeface="Calibri" panose="020F0502020204030204" pitchFamily="34" charset="0"/>
                <a:ea typeface="Calibri" panose="020F0502020204030204" pitchFamily="34" charset="0"/>
                <a:cs typeface="Calibri" panose="020F0502020204030204" pitchFamily="34" charset="0"/>
              </a:rPr>
              <a:t>Affect its ability to achieve the intended results of its QMS </a:t>
            </a:r>
          </a:p>
          <a:p>
            <a:pPr marL="342900" marR="0" lvl="0" indent="-342900">
              <a:lnSpc>
                <a:spcPct val="107000"/>
              </a:lnSpc>
              <a:spcBef>
                <a:spcPts val="0"/>
              </a:spcBef>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Tahoma" panose="020B0604030504040204" pitchFamily="34" charset="0"/>
                <a:cs typeface="Calibri" panose="020F0502020204030204" pitchFamily="34" charset="0"/>
              </a:rPr>
              <a:t>The</a:t>
            </a:r>
            <a:r>
              <a:rPr lang="en-US" sz="2000" dirty="0">
                <a:solidFill>
                  <a:schemeClr val="accent1"/>
                </a:solidFill>
                <a:latin typeface="Calibri" panose="020F0502020204030204" pitchFamily="34" charset="0"/>
                <a:ea typeface="Tahoma" panose="020B0604030504040204" pitchFamily="34" charset="0"/>
                <a:cs typeface="Calibri" panose="020F0502020204030204" pitchFamily="34" charset="0"/>
              </a:rPr>
              <a:t> </a:t>
            </a:r>
            <a:r>
              <a:rPr lang="en-US" sz="2800" dirty="0">
                <a:solidFill>
                  <a:schemeClr val="accent1"/>
                </a:solidFill>
                <a:latin typeface="Calibri" panose="020F0502020204030204" pitchFamily="34" charset="0"/>
                <a:ea typeface="Tahoma" panose="020B0604030504040204" pitchFamily="34" charset="0"/>
                <a:cs typeface="Calibri" panose="020F0502020204030204" pitchFamily="34" charset="0"/>
              </a:rPr>
              <a:t>Organization must monitor and review information about these issues, both internal and external.</a:t>
            </a:r>
          </a:p>
          <a:p>
            <a:pPr marL="914400" lvl="1" indent="-457200">
              <a:lnSpc>
                <a:spcPct val="107000"/>
              </a:lnSpc>
              <a:spcAft>
                <a:spcPts val="800"/>
              </a:spcAft>
              <a:buFontTx/>
              <a:buChar char="-"/>
            </a:pPr>
            <a:r>
              <a:rPr lang="en-US" sz="2200" dirty="0">
                <a:effectLst/>
                <a:latin typeface="Calibri" panose="020F0502020204030204" pitchFamily="34" charset="0"/>
                <a:ea typeface="Tahoma" panose="020B0604030504040204" pitchFamily="34" charset="0"/>
                <a:cs typeface="Calibri" panose="020F0502020204030204" pitchFamily="34" charset="0"/>
              </a:rPr>
              <a:t>Issue can include positive and negative factors </a:t>
            </a:r>
          </a:p>
          <a:p>
            <a:pPr marL="914400" lvl="1" indent="-457200">
              <a:lnSpc>
                <a:spcPct val="107000"/>
              </a:lnSpc>
              <a:spcAft>
                <a:spcPts val="800"/>
              </a:spcAft>
              <a:buFontTx/>
              <a:buChar char="-"/>
            </a:pPr>
            <a:r>
              <a:rPr lang="en-US" sz="2200" dirty="0">
                <a:effectLst/>
                <a:latin typeface="Calibri" panose="020F0502020204030204" pitchFamily="34" charset="0"/>
                <a:ea typeface="Tahoma" panose="020B0604030504040204" pitchFamily="34" charset="0"/>
                <a:cs typeface="Calibri" panose="020F0502020204030204" pitchFamily="34" charset="0"/>
              </a:rPr>
              <a:t>Internal issues can be understood by considering issues related to values, culture, knowledge and performance of the organization </a:t>
            </a:r>
          </a:p>
          <a:p>
            <a:pPr marL="914400" lvl="1" indent="-457200">
              <a:lnSpc>
                <a:spcPct val="107000"/>
              </a:lnSpc>
              <a:spcAft>
                <a:spcPts val="800"/>
              </a:spcAft>
              <a:buFontTx/>
              <a:buChar char="-"/>
            </a:pPr>
            <a:r>
              <a:rPr lang="en-US" sz="2200" dirty="0">
                <a:latin typeface="Calibri" panose="020F0502020204030204" pitchFamily="34" charset="0"/>
                <a:ea typeface="Tahoma" panose="020B0604030504040204" pitchFamily="34" charset="0"/>
                <a:cs typeface="Calibri" panose="020F0502020204030204" pitchFamily="34" charset="0"/>
              </a:rPr>
              <a:t>External issues can be understood by considering issues arising from legal, technological, competitive, market, cultural, social, and economic environments, whether global, regional or local. </a:t>
            </a:r>
          </a:p>
          <a:p>
            <a:pPr marL="914400" lvl="1" indent="-457200">
              <a:lnSpc>
                <a:spcPct val="107000"/>
              </a:lnSpc>
              <a:spcAft>
                <a:spcPts val="800"/>
              </a:spcAft>
              <a:buFontTx/>
              <a:buChar char="-"/>
            </a:pPr>
            <a:endParaRPr lang="en-US" dirty="0"/>
          </a:p>
        </p:txBody>
      </p:sp>
    </p:spTree>
    <p:extLst>
      <p:ext uri="{BB962C8B-B14F-4D97-AF65-F5344CB8AC3E}">
        <p14:creationId xmlns:p14="http://schemas.microsoft.com/office/powerpoint/2010/main" val="1505212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2058" y="218295"/>
            <a:ext cx="10478729" cy="6980116"/>
          </a:xfrm>
          <a:prstGeom prst="rect">
            <a:avLst/>
          </a:prstGeom>
        </p:spPr>
        <p:txBody>
          <a:bodyPr wrap="square">
            <a:spAutoFit/>
          </a:bodyPr>
          <a:lstStyle/>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4.1– CONTEXT OF THE ORGANIZATION – Guidance </a:t>
            </a:r>
          </a:p>
          <a:p>
            <a:pPr marL="457200" marR="0" lvl="0" indent="-457200">
              <a:lnSpc>
                <a:spcPct val="107000"/>
              </a:lnSpc>
              <a:spcBef>
                <a:spcPts val="0"/>
              </a:spcBef>
              <a:spcAft>
                <a:spcPts val="800"/>
              </a:spcAft>
              <a:buFont typeface="Wingdings" panose="05000000000000000000" pitchFamily="2" charset="2"/>
              <a:buChar char="Ø"/>
            </a:pP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Sources of information about the organization’s external issues may include:</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Information from stakeholders like lobby group and trading partners </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Key corporate documents such as: policies, strategies, business plans, annual reports, audit reports</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Laws, regulations, standards, codes of practices, rules of industry regulations, corporate governance rules, and directives,</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Economic, financial or environmental </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Media reports</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Customers </a:t>
            </a:r>
          </a:p>
          <a:p>
            <a:pPr marL="800100" lvl="1" indent="-342900">
              <a:lnSpc>
                <a:spcPct val="107000"/>
              </a:lnSpc>
              <a:spcAft>
                <a:spcPts val="800"/>
              </a:spcAft>
              <a:buFont typeface="Calibri" panose="020F050202020403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Community groups with an interest in the organization </a:t>
            </a:r>
          </a:p>
          <a:p>
            <a:pPr lvl="1">
              <a:lnSpc>
                <a:spcPct val="107000"/>
              </a:lnSpc>
              <a:spcAft>
                <a:spcPts val="800"/>
              </a:spcAft>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800100" lvl="1" indent="-342900">
              <a:lnSpc>
                <a:spcPct val="107000"/>
              </a:lnSpc>
              <a:spcAft>
                <a:spcPts val="800"/>
              </a:spcAft>
              <a:buFont typeface="Calibri" panose="020F0502020204030204" pitchFamily="34" charset="0"/>
              <a:buChar char="-"/>
            </a:pPr>
            <a:endParaRPr lang="en-US" sz="20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52944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0548" y="679131"/>
            <a:ext cx="10183761" cy="5578387"/>
          </a:xfrm>
          <a:prstGeom prst="rect">
            <a:avLst/>
          </a:prstGeom>
        </p:spPr>
        <p:txBody>
          <a:bodyPr wrap="square">
            <a:spAutoFit/>
          </a:bodyPr>
          <a:lstStyle/>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4.2– INTERESTED PARTIES– Guidance</a:t>
            </a:r>
          </a:p>
          <a:p>
            <a:pPr marL="914400" lvl="1" indent="-457200">
              <a:spcAft>
                <a:spcPts val="800"/>
              </a:spcAft>
              <a:buFont typeface="Wingdings" panose="05000000000000000000" pitchFamily="2" charset="2"/>
              <a:buChar char="Ø"/>
            </a:pP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Understanding the context of the organization includes identifying relevant interested parties and their relevant requirements.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The relevant interested parties are those that provides significant risk to </a:t>
            </a:r>
            <a:r>
              <a:rPr lang="en-US" sz="2800" dirty="0">
                <a:latin typeface="Calibri" panose="020F0502020204030204" pitchFamily="34" charset="0"/>
                <a:ea typeface="Calibri" panose="020F0502020204030204" pitchFamily="34" charset="0"/>
                <a:cs typeface="Calibri" panose="020F0502020204030204" pitchFamily="34" charset="0"/>
              </a:rPr>
              <a:t>organizational</a:t>
            </a:r>
            <a:r>
              <a:rPr lang="en-US" sz="2400" dirty="0">
                <a:latin typeface="Calibri" panose="020F0502020204030204" pitchFamily="34" charset="0"/>
                <a:ea typeface="Calibri" panose="020F0502020204030204" pitchFamily="34" charset="0"/>
                <a:cs typeface="Calibri" panose="020F0502020204030204" pitchFamily="34" charset="0"/>
              </a:rPr>
              <a:t> sustainability if their needs and expectations are not met. </a:t>
            </a:r>
          </a:p>
          <a:p>
            <a:pPr marL="1430338" lvl="1" indent="-515938">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Interested parties are more than customers </a:t>
            </a:r>
          </a:p>
          <a:p>
            <a:pPr marL="1430338" lvl="1" indent="-515938">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Interested parties can affect the ability of the organization to consistently meet specific requirements </a:t>
            </a:r>
          </a:p>
          <a:p>
            <a:pPr marL="1430338" lvl="1" indent="-515938">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Organization´s must identify relevant interested parties and their relevant requirements </a:t>
            </a:r>
          </a:p>
          <a:p>
            <a:pPr marL="1371600" lvl="2" indent="-457200">
              <a:lnSpc>
                <a:spcPct val="107000"/>
              </a:lnSpc>
              <a:spcAft>
                <a:spcPts val="800"/>
              </a:spcAft>
              <a:buFont typeface="Wingdings" panose="05000000000000000000" pitchFamily="2" charset="2"/>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100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813" y="244053"/>
            <a:ext cx="10685206" cy="6807761"/>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4.2– Who is the Customer – Guidance </a:t>
            </a:r>
          </a:p>
          <a:p>
            <a:pPr marL="914400" lvl="1"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Customer</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Definition: Person or organization that </a:t>
            </a:r>
            <a:r>
              <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rPr>
              <a:t>could or does </a:t>
            </a:r>
            <a:r>
              <a:rPr lang="en-US" sz="2400" dirty="0">
                <a:latin typeface="Calibri" panose="020F0502020204030204" pitchFamily="34" charset="0"/>
                <a:ea typeface="Calibri" panose="020F0502020204030204" pitchFamily="34" charset="0"/>
                <a:cs typeface="Calibri" panose="020F0502020204030204" pitchFamily="34" charset="0"/>
              </a:rPr>
              <a:t>receive a product or a service that is interested for or required by this person or organization.</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Examples: Consumer, client, end-user, input to internal process, beneficiary, and purchaser. </a:t>
            </a:r>
          </a:p>
          <a:p>
            <a:pPr marL="914400" lvl="1"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Interested parties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Definition : Person or organization that can affect, be affected by, or perceive themselves to be affected by a decision or activity.</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Example: Customer, owners, people in an organization, suppliers, bankers, unions, partners or society that may include competitors or opposing pressure groups </a:t>
            </a:r>
          </a:p>
          <a:p>
            <a:pPr lvl="1">
              <a:lnSpc>
                <a:spcPct val="107000"/>
              </a:lnSpc>
              <a:spcAft>
                <a:spcPts val="800"/>
              </a:spcAft>
            </a:pPr>
            <a:endParaRPr lang="en-US" sz="2400" dirty="0">
              <a:latin typeface="Perpetua" panose="02020502060401020303" pitchFamily="18"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29493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9420" y="649064"/>
            <a:ext cx="10264878" cy="5272725"/>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4.2– Interested Parties– Guidance </a:t>
            </a:r>
          </a:p>
          <a:p>
            <a:pPr marL="914400" lvl="1"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Audit evidence needed to demonstrate conformity can be the following: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identifying the interested parties, determining which are relevant and monitoring information about these parties and their relevant requirements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Documented information on interested parties, e.g., list of interested parties, interested party requirements, sources of information's about interested parties.  </a:t>
            </a:r>
          </a:p>
          <a:p>
            <a:pPr marL="800100" lvl="1" indent="-342900">
              <a:lnSpc>
                <a:spcPct val="107000"/>
              </a:lnSpc>
              <a:spcAft>
                <a:spcPts val="800"/>
              </a:spcAft>
              <a:buFont typeface="Calibri" panose="020F0502020204030204" pitchFamily="34" charset="0"/>
              <a:buChar char="-"/>
            </a:pPr>
            <a:endParaRPr lang="en-US" sz="2800" dirty="0">
              <a:effectLs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57427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noGrp="1"/>
          </p:cNvGraphicFramePr>
          <p:nvPr>
            <p:ph idx="1"/>
          </p:nvPr>
        </p:nvGraphicFramePr>
        <p:xfrm>
          <a:off x="1262063" y="759125"/>
          <a:ext cx="9237290" cy="5455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5443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2277" y="618176"/>
            <a:ext cx="9962536" cy="4622932"/>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4.3 Scope – Guidance </a:t>
            </a:r>
          </a:p>
          <a:p>
            <a:pPr marL="914400" lvl="1" indent="-457200">
              <a:lnSpc>
                <a:spcPct val="107000"/>
              </a:lnSpc>
              <a:spcAft>
                <a:spcPts val="800"/>
              </a:spcAft>
              <a:buFont typeface="Wingdings" panose="05000000000000000000" pitchFamily="2" charset="2"/>
              <a:buChar char="Ø"/>
            </a:pP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Audit evidence needed to demonstrate conformity can be the following: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Mulit-Site Structure; include all sites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Product design is the only permitted exclusion</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Customer Specific Requirements apply to the scope of your QMS</a:t>
            </a:r>
          </a:p>
          <a:p>
            <a:pPr marL="800100" lvl="1" indent="-342900">
              <a:lnSpc>
                <a:spcPct val="107000"/>
              </a:lnSpc>
              <a:spcAft>
                <a:spcPts val="800"/>
              </a:spcAft>
              <a:buFont typeface="Calibri" panose="020F0502020204030204" pitchFamily="34" charset="0"/>
              <a:buChar char="-"/>
            </a:pPr>
            <a:endParaRPr lang="en-US" sz="2800" dirty="0">
              <a:effectLs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8059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5EA7-814F-4FCC-9183-CB4EADFA2019}"/>
              </a:ext>
            </a:extLst>
          </p:cNvPr>
          <p:cNvSpPr>
            <a:spLocks noGrp="1"/>
          </p:cNvSpPr>
          <p:nvPr>
            <p:ph type="title"/>
          </p:nvPr>
        </p:nvSpPr>
        <p:spPr>
          <a:xfrm>
            <a:off x="1261872" y="294198"/>
            <a:ext cx="9692640" cy="139712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6" name="Content Placeholder 2"/>
          <p:cNvGraphicFramePr>
            <a:graphicFrameLocks noGrp="1"/>
          </p:cNvGraphicFramePr>
          <p:nvPr>
            <p:ph idx="1"/>
          </p:nvPr>
        </p:nvGraphicFramePr>
        <p:xfrm>
          <a:off x="1262063" y="2013055"/>
          <a:ext cx="9237290"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8510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2277" y="618176"/>
            <a:ext cx="9962536" cy="534633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4.4 </a:t>
            </a: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QMS Processes</a:t>
            </a:r>
          </a:p>
          <a:p>
            <a:pPr>
              <a:lnSpc>
                <a:spcPct val="107000"/>
              </a:lnSpc>
              <a:spcAft>
                <a:spcPts val="800"/>
              </a:spcAft>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a:t>
            </a:r>
            <a:r>
              <a:rPr lang="en-US" sz="40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p>
          <a:p>
            <a:pPr lvl="1">
              <a:lnSpc>
                <a:spcPct val="107000"/>
              </a:lnSpc>
              <a:spcAft>
                <a:spcPts val="800"/>
              </a:spcAft>
            </a:pPr>
            <a:r>
              <a:rPr lang="en-US" sz="3200" dirty="0">
                <a:latin typeface="Calibri" panose="020F0502020204030204" pitchFamily="34" charset="0"/>
                <a:ea typeface="Calibri" panose="020F0502020204030204" pitchFamily="34" charset="0"/>
                <a:cs typeface="Calibri" panose="020F0502020204030204" pitchFamily="34" charset="0"/>
              </a:rPr>
              <a:t>Evidence needed to demonstrate conformity can be the following: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Mulit-Site Structure; include all sites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Product design is the only permitted exclusion</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Customer Specific Requirements apply to the scope of your QMS</a:t>
            </a:r>
          </a:p>
          <a:p>
            <a:pPr marL="800100" lvl="1" indent="-342900">
              <a:lnSpc>
                <a:spcPct val="107000"/>
              </a:lnSpc>
              <a:spcAft>
                <a:spcPts val="800"/>
              </a:spcAft>
              <a:buFont typeface="Calibri" panose="020F0502020204030204" pitchFamily="34" charset="0"/>
              <a:buChar char="-"/>
            </a:pPr>
            <a:endParaRPr lang="en-US" sz="2800" dirty="0">
              <a:effectLs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76723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564596" y="691014"/>
            <a:ext cx="10389916" cy="914774"/>
          </a:xfrm>
        </p:spPr>
        <p:txBody>
          <a:bodyPr>
            <a:normAutofit fontScale="90000"/>
          </a:bodyPr>
          <a:lstStyle/>
          <a:p>
            <a:r>
              <a:rPr lang="en-US" sz="4000" dirty="0">
                <a:latin typeface="Calibri" panose="020F0502020204030204" pitchFamily="34" charset="0"/>
                <a:cs typeface="Calibri" panose="020F0502020204030204" pitchFamily="34" charset="0"/>
              </a:rPr>
              <a:t>4.4.1.1 CONFORMANCE OF PRODUCTS AND PROCESSES </a:t>
            </a:r>
          </a:p>
        </p:txBody>
      </p:sp>
      <p:sp>
        <p:nvSpPr>
          <p:cNvPr id="3" name="Content Placeholder 2">
            <a:extLst>
              <a:ext uri="{FF2B5EF4-FFF2-40B4-BE49-F238E27FC236}">
                <a16:creationId xmlns:a16="http://schemas.microsoft.com/office/drawing/2014/main" id="{8E56CC87-458C-40BF-B5A2-440F69E20CE5}"/>
              </a:ext>
            </a:extLst>
          </p:cNvPr>
          <p:cNvSpPr>
            <a:spLocks noGrp="1"/>
          </p:cNvSpPr>
          <p:nvPr>
            <p:ph idx="1"/>
          </p:nvPr>
        </p:nvSpPr>
        <p:spPr>
          <a:xfrm>
            <a:off x="822370" y="1904555"/>
            <a:ext cx="10132142" cy="3946035"/>
          </a:xfrm>
        </p:spPr>
        <p:txBody>
          <a:bodyPr>
            <a:normAutofit/>
          </a:bodyPr>
          <a:lstStyle/>
          <a:p>
            <a:r>
              <a:rPr lang="en-US" sz="2800" dirty="0">
                <a:solidFill>
                  <a:schemeClr val="tx1"/>
                </a:solidFill>
                <a:latin typeface="Calibri" panose="020F0502020204030204" pitchFamily="34" charset="0"/>
                <a:cs typeface="Calibri" panose="020F0502020204030204" pitchFamily="34" charset="0"/>
              </a:rPr>
              <a:t>This requirement ensures that the organization is responsible for the conformity of outsourced processes, and that </a:t>
            </a:r>
            <a:r>
              <a:rPr lang="en-US" sz="2800" b="1" dirty="0">
                <a:solidFill>
                  <a:schemeClr val="tx1"/>
                </a:solidFill>
                <a:latin typeface="Calibri" panose="020F0502020204030204" pitchFamily="34" charset="0"/>
                <a:cs typeface="Calibri" panose="020F0502020204030204" pitchFamily="34" charset="0"/>
              </a:rPr>
              <a:t>ALL</a:t>
            </a:r>
            <a:r>
              <a:rPr lang="en-US" sz="2800" dirty="0">
                <a:solidFill>
                  <a:schemeClr val="tx1"/>
                </a:solidFill>
                <a:latin typeface="Calibri" panose="020F0502020204030204" pitchFamily="34" charset="0"/>
                <a:cs typeface="Calibri" panose="020F0502020204030204" pitchFamily="34" charset="0"/>
              </a:rPr>
              <a:t> products and processes meet all applicable requirements/expectations of ALL interested parties.</a:t>
            </a:r>
          </a:p>
          <a:p>
            <a:r>
              <a:rPr lang="en-US" sz="2800" dirty="0">
                <a:solidFill>
                  <a:schemeClr val="tx1"/>
                </a:solidFill>
                <a:latin typeface="Calibri" panose="020F0502020204030204" pitchFamily="34" charset="0"/>
                <a:cs typeface="Calibri" panose="020F0502020204030204" pitchFamily="34" charset="0"/>
              </a:rPr>
              <a:t>Requires a proactive approach to address risks and prevention, and not just detection.</a:t>
            </a:r>
          </a:p>
        </p:txBody>
      </p:sp>
    </p:spTree>
    <p:extLst>
      <p:ext uri="{BB962C8B-B14F-4D97-AF65-F5344CB8AC3E}">
        <p14:creationId xmlns:p14="http://schemas.microsoft.com/office/powerpoint/2010/main" val="3506841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2"/>
          <p:cNvGraphicFramePr>
            <a:graphicFrameLocks noGrp="1"/>
          </p:cNvGraphicFramePr>
          <p:nvPr>
            <p:ph idx="1"/>
          </p:nvPr>
        </p:nvGraphicFramePr>
        <p:xfrm>
          <a:off x="1262063" y="483079"/>
          <a:ext cx="9237290" cy="5887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8084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2368469"/>
          </a:xfrm>
          <a:prstGeom prst="rect">
            <a:avLst/>
          </a:prstGeom>
        </p:spPr>
        <p:txBody>
          <a:bodyPr wrap="square">
            <a:spAutoFit/>
          </a:bodyPr>
          <a:lstStyle/>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a:t>
            </a:r>
          </a:p>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LEADERSHIP</a:t>
            </a:r>
            <a:endParaRPr lang="en-US" sz="6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6074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8705" y="667510"/>
            <a:ext cx="10519233" cy="4985147"/>
          </a:xfrm>
          <a:prstGeom prst="rect">
            <a:avLst/>
          </a:prstGeom>
        </p:spPr>
        <p:txBody>
          <a:bodyPr wrap="square">
            <a:spAutoFit/>
          </a:bodyPr>
          <a:lstStyle/>
          <a:p>
            <a:pPr>
              <a:lnSpc>
                <a:spcPct val="107000"/>
              </a:lnSpc>
              <a:spcAft>
                <a:spcPts val="800"/>
              </a:spcAft>
            </a:pPr>
            <a:r>
              <a:rPr lang="en-US" sz="48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 LEADERSHIP</a:t>
            </a:r>
          </a:p>
          <a:p>
            <a:pPr>
              <a:lnSpc>
                <a:spcPct val="107000"/>
              </a:lnSpc>
              <a:spcAft>
                <a:spcPts val="800"/>
              </a:spcAft>
            </a:pPr>
            <a:endParaRPr lang="en-US" b="1" dirty="0">
              <a:solidFill>
                <a:schemeClr val="accent1"/>
              </a:solidFill>
              <a:ea typeface="Calibri" panose="020F0502020204030204" pitchFamily="34" charset="0"/>
              <a:cs typeface="Times New Roman" panose="02020603050405020304" pitchFamily="18" charset="0"/>
            </a:endParaRPr>
          </a:p>
          <a:p>
            <a:pPr marL="914400" lvl="1" indent="-457200">
              <a:lnSpc>
                <a:spcPct val="107000"/>
              </a:lnSpc>
              <a:spcAft>
                <a:spcPts val="800"/>
              </a:spcAft>
              <a:buFont typeface="Wingdings" panose="05000000000000000000" pitchFamily="2" charset="2"/>
              <a:buChar char="Ø"/>
            </a:pPr>
            <a:r>
              <a:rPr lang="en-US" sz="4400" b="1" dirty="0">
                <a:latin typeface="Calibri" panose="020F0502020204030204" pitchFamily="34" charset="0"/>
                <a:ea typeface="Calibri" panose="020F0502020204030204" pitchFamily="34" charset="0"/>
                <a:cs typeface="Calibri" panose="020F0502020204030204" pitchFamily="34" charset="0"/>
              </a:rPr>
              <a:t>5.1  </a:t>
            </a:r>
            <a:r>
              <a:rPr lang="en-US" sz="4000" dirty="0">
                <a:latin typeface="Calibri" panose="020F0502020204030204" pitchFamily="34" charset="0"/>
                <a:ea typeface="Calibri" panose="020F0502020204030204" pitchFamily="34" charset="0"/>
                <a:cs typeface="Calibri" panose="020F0502020204030204" pitchFamily="34" charset="0"/>
              </a:rPr>
              <a:t>Leadership and commitment  </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5.2  </a:t>
            </a:r>
            <a:r>
              <a:rPr lang="en-US" sz="3600" dirty="0">
                <a:latin typeface="Calibri" panose="020F0502020204030204" pitchFamily="34" charset="0"/>
                <a:ea typeface="Calibri" panose="020F0502020204030204" pitchFamily="34" charset="0"/>
                <a:cs typeface="Calibri" panose="020F0502020204030204" pitchFamily="34" charset="0"/>
              </a:rPr>
              <a:t>Quality Policy </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5.3  </a:t>
            </a:r>
            <a:r>
              <a:rPr lang="en-US" sz="3600" dirty="0">
                <a:latin typeface="Calibri" panose="020F0502020204030204" pitchFamily="34" charset="0"/>
                <a:ea typeface="Calibri" panose="020F0502020204030204" pitchFamily="34" charset="0"/>
                <a:cs typeface="Calibri" panose="020F0502020204030204" pitchFamily="34" charset="0"/>
              </a:rPr>
              <a:t>Organizational Roles, Responsibilities and Authorities</a:t>
            </a:r>
          </a:p>
          <a:p>
            <a:pPr lvl="1">
              <a:lnSpc>
                <a:spcPct val="107000"/>
              </a:lnSpc>
              <a:spcAft>
                <a:spcPts val="800"/>
              </a:spcAft>
            </a:pPr>
            <a:endParaRPr lang="en-US"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1590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970" y="1487425"/>
            <a:ext cx="10820400" cy="4853701"/>
          </a:xfrm>
          <a:prstGeom prst="rect">
            <a:avLst/>
          </a:prstGeom>
        </p:spPr>
        <p:txBody>
          <a:bodyPr wrap="square">
            <a:spAutoFit/>
          </a:bodyPr>
          <a:lstStyle/>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marL="1371600" lvl="2" indent="-457200">
              <a:lnSpc>
                <a:spcPct val="107000"/>
              </a:lnSpc>
              <a:spcAft>
                <a:spcPts val="800"/>
              </a:spcAft>
              <a:buFont typeface="Wingdings" panose="05000000000000000000" pitchFamily="2" charset="2"/>
              <a:buChar char="§"/>
            </a:pPr>
            <a:r>
              <a:rPr lang="en-US" sz="3600" dirty="0">
                <a:latin typeface="Calibri" panose="020F0502020204030204" pitchFamily="34" charset="0"/>
                <a:ea typeface="Calibri" panose="020F0502020204030204" pitchFamily="34" charset="0"/>
                <a:cs typeface="Calibri" panose="020F0502020204030204" pitchFamily="34" charset="0"/>
              </a:rPr>
              <a:t>Establish requirements for leaders at all levels of the organization that address:</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Unity of purpose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Common direction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Conditions where people are engaged in achieving organizational objectives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7" name="Rectangle 6"/>
          <p:cNvSpPr/>
          <p:nvPr/>
        </p:nvSpPr>
        <p:spPr>
          <a:xfrm>
            <a:off x="589934" y="402808"/>
            <a:ext cx="10427111" cy="1248740"/>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Leadership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endParaRPr lang="en-US" sz="2800" dirty="0">
              <a:solidFill>
                <a:schemeClr val="accent1"/>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6461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022" y="2385397"/>
            <a:ext cx="5060260" cy="3148811"/>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Audit interview results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Management Review agendas and meeting minutes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Employee meeting agendas and meeting minutes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Quality Policy </a:t>
            </a:r>
          </a:p>
        </p:txBody>
      </p:sp>
      <p:sp>
        <p:nvSpPr>
          <p:cNvPr id="3" name="Rectangle 2"/>
          <p:cNvSpPr/>
          <p:nvPr/>
        </p:nvSpPr>
        <p:spPr>
          <a:xfrm>
            <a:off x="4874147" y="2385397"/>
            <a:ext cx="5369170" cy="3757824"/>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Resource plans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Budgets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Employment plans</a:t>
            </a:r>
          </a:p>
          <a:p>
            <a:pPr marL="1371600" lvl="2" indent="-457200">
              <a:lnSpc>
                <a:spcPct val="107000"/>
              </a:lnSpc>
              <a:spcAft>
                <a:spcPts val="800"/>
              </a:spcAft>
              <a:buFont typeface="Wingdings" panose="05000000000000000000" pitchFamily="2" charset="2"/>
              <a:buChar char="§"/>
            </a:pPr>
            <a:r>
              <a:rPr lang="en-US" sz="2400" dirty="0" err="1">
                <a:latin typeface="Calibri" panose="020F0502020204030204" pitchFamily="34" charset="0"/>
                <a:ea typeface="Calibri" panose="020F0502020204030204" pitchFamily="34" charset="0"/>
                <a:cs typeface="Calibri" panose="020F0502020204030204" pitchFamily="34" charset="0"/>
              </a:rPr>
              <a:t>Measureable</a:t>
            </a:r>
            <a:r>
              <a:rPr lang="en-US" sz="2400" dirty="0">
                <a:latin typeface="Calibri" panose="020F0502020204030204" pitchFamily="34" charset="0"/>
                <a:ea typeface="Calibri" panose="020F0502020204030204" pitchFamily="34" charset="0"/>
                <a:cs typeface="Calibri" panose="020F0502020204030204" pitchFamily="34" charset="0"/>
              </a:rPr>
              <a:t> objectives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Internal communications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Process for setting objectives </a:t>
            </a:r>
            <a:endParaRPr lang="en-US" sz="2800" dirty="0">
              <a:effectLst/>
              <a:latin typeface="Calibri" panose="020F0502020204030204" pitchFamily="34" charset="0"/>
              <a:ea typeface="Tahoma" panose="020B0604030504040204" pitchFamily="34" charset="0"/>
              <a:cs typeface="Calibri" panose="020F0502020204030204" pitchFamily="34" charset="0"/>
            </a:endParaRPr>
          </a:p>
          <a:p>
            <a:pPr lvl="2">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 </a:t>
            </a:r>
          </a:p>
          <a:p>
            <a:pPr marL="800100" lvl="1" indent="-342900">
              <a:lnSpc>
                <a:spcPct val="107000"/>
              </a:lnSpc>
              <a:spcAft>
                <a:spcPts val="800"/>
              </a:spcAft>
              <a:buFont typeface="Calibri" panose="020F0502020204030204" pitchFamily="34" charset="0"/>
              <a:buChar char="-"/>
            </a:pPr>
            <a:endParaRPr lang="en-US" sz="11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4" name="Rectangle 3"/>
          <p:cNvSpPr/>
          <p:nvPr/>
        </p:nvSpPr>
        <p:spPr>
          <a:xfrm>
            <a:off x="892276" y="118334"/>
            <a:ext cx="9579079" cy="1926618"/>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 Leadership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 </a:t>
            </a: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5.1.1 </a:t>
            </a: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General </a:t>
            </a:r>
            <a:endPar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Audit evidence needed to demonstrate conformity can include:</a:t>
            </a:r>
          </a:p>
        </p:txBody>
      </p:sp>
    </p:spTree>
    <p:extLst>
      <p:ext uri="{BB962C8B-B14F-4D97-AF65-F5344CB8AC3E}">
        <p14:creationId xmlns:p14="http://schemas.microsoft.com/office/powerpoint/2010/main" val="4118366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6770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0285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850699" y="159186"/>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153740"/>
          <a:ext cx="9843472" cy="5409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2678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B729-C378-4225-B8FC-0E5B38A9E77C}"/>
              </a:ext>
            </a:extLst>
          </p:cNvPr>
          <p:cNvSpPr>
            <a:spLocks noGrp="1"/>
          </p:cNvSpPr>
          <p:nvPr>
            <p:ph type="title"/>
          </p:nvPr>
        </p:nvSpPr>
        <p:spPr>
          <a:xfrm>
            <a:off x="991673" y="399244"/>
            <a:ext cx="10073181" cy="905711"/>
          </a:xfrm>
        </p:spPr>
        <p:txBody>
          <a:bodyPr>
            <a:normAutofit/>
          </a:bodyPr>
          <a:lstStyle/>
          <a:p>
            <a:r>
              <a:rPr lang="en-US" sz="3600" dirty="0">
                <a:latin typeface="Calibri" panose="020F0502020204030204" pitchFamily="34" charset="0"/>
              </a:rPr>
              <a:t>PROCESS OWNERS 5.1.1.3</a:t>
            </a:r>
          </a:p>
        </p:txBody>
      </p:sp>
      <p:sp>
        <p:nvSpPr>
          <p:cNvPr id="3" name="Content Placeholder 2">
            <a:extLst>
              <a:ext uri="{FF2B5EF4-FFF2-40B4-BE49-F238E27FC236}">
                <a16:creationId xmlns:a16="http://schemas.microsoft.com/office/drawing/2014/main" id="{509C1500-47A7-447A-BAAD-EC24CED93842}"/>
              </a:ext>
            </a:extLst>
          </p:cNvPr>
          <p:cNvSpPr>
            <a:spLocks noGrp="1"/>
          </p:cNvSpPr>
          <p:nvPr>
            <p:ph idx="1"/>
          </p:nvPr>
        </p:nvSpPr>
        <p:spPr>
          <a:xfrm>
            <a:off x="991673" y="1414427"/>
            <a:ext cx="9916733" cy="4986374"/>
          </a:xfrm>
        </p:spPr>
        <p:txBody>
          <a:bodyPr>
            <a:noAutofit/>
          </a:bodyPr>
          <a:lstStyle/>
          <a:p>
            <a:r>
              <a:rPr lang="en-US" sz="2800" dirty="0">
                <a:latin typeface="Calibri" panose="020F0502020204030204" pitchFamily="34" charset="0"/>
                <a:cs typeface="Calibri" panose="020F0502020204030204" pitchFamily="34" charset="0"/>
              </a:rPr>
              <a:t>Top management shall identify process owners who are responsible for managing the organization’s processes and related outputs.</a:t>
            </a:r>
          </a:p>
          <a:p>
            <a:r>
              <a:rPr lang="en-US" sz="2800" dirty="0">
                <a:latin typeface="Calibri" panose="020F0502020204030204" pitchFamily="34" charset="0"/>
                <a:cs typeface="Calibri" panose="020F0502020204030204" pitchFamily="34" charset="0"/>
              </a:rPr>
              <a:t>Process owners shall understand their roles and be competent to perform those roles</a:t>
            </a:r>
          </a:p>
          <a:p>
            <a:r>
              <a:rPr lang="en-US" sz="2800" dirty="0">
                <a:latin typeface="Calibri" panose="020F0502020204030204" pitchFamily="34" charset="0"/>
                <a:cs typeface="Calibri" panose="020F0502020204030204" pitchFamily="34" charset="0"/>
              </a:rPr>
              <a:t>Competent on the basis of education, training or experience</a:t>
            </a:r>
          </a:p>
          <a:p>
            <a:r>
              <a:rPr lang="en-US" sz="2800" b="1" dirty="0">
                <a:solidFill>
                  <a:schemeClr val="accent1"/>
                </a:solidFill>
                <a:latin typeface="Calibri" panose="020F0502020204030204" pitchFamily="34" charset="0"/>
                <a:cs typeface="Calibri" panose="020F0502020204030204" pitchFamily="34" charset="0"/>
              </a:rPr>
              <a:t>Who is a process owner?  </a:t>
            </a:r>
          </a:p>
          <a:p>
            <a:r>
              <a:rPr lang="en-US" sz="2800" b="1" dirty="0">
                <a:solidFill>
                  <a:schemeClr val="accent1"/>
                </a:solidFill>
                <a:latin typeface="Calibri" panose="020F0502020204030204" pitchFamily="34" charset="0"/>
                <a:cs typeface="Calibri" panose="020F0502020204030204" pitchFamily="34" charset="0"/>
              </a:rPr>
              <a:t>Who made the appointment?</a:t>
            </a:r>
          </a:p>
          <a:p>
            <a:r>
              <a:rPr lang="en-US" sz="2800" dirty="0">
                <a:latin typeface="Calibri" panose="020F0502020204030204" pitchFamily="34" charset="0"/>
                <a:cs typeface="Calibri" panose="020F0502020204030204" pitchFamily="34" charset="0"/>
              </a:rPr>
              <a:t>Process owners should be </a:t>
            </a:r>
            <a:r>
              <a:rPr lang="en-US" sz="2800" b="1" dirty="0">
                <a:latin typeface="Calibri" panose="020F0502020204030204" pitchFamily="34" charset="0"/>
                <a:cs typeface="Calibri" panose="020F0502020204030204" pitchFamily="34" charset="0"/>
              </a:rPr>
              <a:t>expert</a:t>
            </a:r>
            <a:r>
              <a:rPr lang="en-US" sz="2800" dirty="0">
                <a:latin typeface="Calibri" panose="020F0502020204030204" pitchFamily="34" charset="0"/>
                <a:cs typeface="Calibri" panose="020F0502020204030204" pitchFamily="34" charset="0"/>
              </a:rPr>
              <a:t> in their customer specific requirements</a:t>
            </a:r>
          </a:p>
        </p:txBody>
      </p:sp>
    </p:spTree>
    <p:extLst>
      <p:ext uri="{BB962C8B-B14F-4D97-AF65-F5344CB8AC3E}">
        <p14:creationId xmlns:p14="http://schemas.microsoft.com/office/powerpoint/2010/main" val="4004468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8540" y="1890217"/>
            <a:ext cx="4934847" cy="4505785"/>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endParaRPr lang="en-US" sz="2000" dirty="0">
              <a:ea typeface="Calibri" panose="020F0502020204030204" pitchFamily="34" charset="0"/>
              <a:cs typeface="Times New Roman" panose="02020603050405020304" pitchFamily="18" charset="0"/>
            </a:endParaRP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Process for determination of customer </a:t>
            </a:r>
            <a:r>
              <a:rPr lang="en-US" sz="2400" dirty="0">
                <a:latin typeface="Calibri" panose="020F0502020204030204" pitchFamily="34" charset="0"/>
                <a:ea typeface="Calibri" panose="020F0502020204030204" pitchFamily="34" charset="0"/>
                <a:cs typeface="Calibri" panose="020F0502020204030204" pitchFamily="34" charset="0"/>
              </a:rPr>
              <a:t>requirements</a:t>
            </a:r>
            <a:r>
              <a:rPr lang="en-US" sz="2000" dirty="0">
                <a:latin typeface="Calibri" panose="020F0502020204030204" pitchFamily="34" charset="0"/>
                <a:ea typeface="Calibri" panose="020F0502020204030204" pitchFamily="34" charset="0"/>
                <a:cs typeface="Calibri" panose="020F0502020204030204" pitchFamily="34" charset="0"/>
              </a:rPr>
              <a:t> with responsibilities and authorities specified.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Process for risk identification and mitigation with responsibilities and authorities specified.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Customer list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List of applicable regulatory requirements </a:t>
            </a:r>
          </a:p>
        </p:txBody>
      </p:sp>
      <p:sp>
        <p:nvSpPr>
          <p:cNvPr id="3" name="Rectangle 2"/>
          <p:cNvSpPr/>
          <p:nvPr/>
        </p:nvSpPr>
        <p:spPr>
          <a:xfrm>
            <a:off x="5143387" y="2326979"/>
            <a:ext cx="5369170" cy="3655296"/>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List of identified risks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List of identified opportunities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Agendas and meeting minutes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Documented </a:t>
            </a:r>
            <a:r>
              <a:rPr lang="en-US" sz="2800" dirty="0">
                <a:latin typeface="Calibri" panose="020F0502020204030204" pitchFamily="34" charset="0"/>
                <a:ea typeface="Calibri" panose="020F0502020204030204" pitchFamily="34" charset="0"/>
                <a:cs typeface="Calibri" panose="020F0502020204030204" pitchFamily="34" charset="0"/>
              </a:rPr>
              <a:t>information</a:t>
            </a:r>
            <a:r>
              <a:rPr lang="en-US" sz="2000" dirty="0">
                <a:latin typeface="Calibri" panose="020F0502020204030204" pitchFamily="34" charset="0"/>
                <a:ea typeface="Calibri" panose="020F0502020204030204" pitchFamily="34" charset="0"/>
                <a:cs typeface="Calibri" panose="020F0502020204030204" pitchFamily="34" charset="0"/>
              </a:rPr>
              <a:t> on customer satisfaction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Customer satisfaction objectives and Metrics</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Audit interview results </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800100" lvl="1" indent="-342900">
              <a:lnSpc>
                <a:spcPct val="107000"/>
              </a:lnSpc>
              <a:spcAft>
                <a:spcPts val="800"/>
              </a:spcAft>
              <a:buFont typeface="Calibri" panose="020F0502020204030204" pitchFamily="34" charset="0"/>
              <a:buChar char="-"/>
            </a:pPr>
            <a:endParaRPr lang="en-US" sz="11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4" name="Rectangle 3"/>
          <p:cNvSpPr/>
          <p:nvPr/>
        </p:nvSpPr>
        <p:spPr>
          <a:xfrm>
            <a:off x="973394" y="118334"/>
            <a:ext cx="9416845" cy="2321789"/>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 Leadership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 </a:t>
            </a: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5.1.2 </a:t>
            </a: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Customer focus </a:t>
            </a:r>
            <a:endParaRPr lang="en-US" sz="2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Examples that demonstrate  a commitment to customer focus can include:</a:t>
            </a:r>
          </a:p>
        </p:txBody>
      </p:sp>
    </p:spTree>
    <p:extLst>
      <p:ext uri="{BB962C8B-B14F-4D97-AF65-F5344CB8AC3E}">
        <p14:creationId xmlns:p14="http://schemas.microsoft.com/office/powerpoint/2010/main" val="1833159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3065" y="178130"/>
            <a:ext cx="10486103" cy="570053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 Leadership</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 </a:t>
            </a: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5.1.2 </a:t>
            </a: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Quality Policy</a:t>
            </a:r>
          </a:p>
          <a:p>
            <a:pPr lvl="2" indent="-742950">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Audit evidence needed to demonstrate conformity can include:</a:t>
            </a:r>
          </a:p>
          <a:p>
            <a:pPr marL="858838" lvl="3" indent="-51593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Documented Quality Policy </a:t>
            </a:r>
          </a:p>
          <a:p>
            <a:pPr marL="858838" lvl="3" indent="-51593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Documented information of applicable internal communications </a:t>
            </a:r>
          </a:p>
          <a:p>
            <a:pPr marL="858838" lvl="3" indent="-51593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Documented information of external communication as applicable </a:t>
            </a:r>
          </a:p>
          <a:p>
            <a:pPr marL="858838" lvl="3" indent="-51593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Internal audit findings</a:t>
            </a:r>
          </a:p>
          <a:p>
            <a:pPr marL="858838" lvl="3" indent="-51593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Applicable employee survey results </a:t>
            </a:r>
          </a:p>
          <a:p>
            <a:pPr marL="858838" lvl="3" indent="-51593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Audit interview results </a:t>
            </a:r>
          </a:p>
        </p:txBody>
      </p:sp>
    </p:spTree>
    <p:extLst>
      <p:ext uri="{BB962C8B-B14F-4D97-AF65-F5344CB8AC3E}">
        <p14:creationId xmlns:p14="http://schemas.microsoft.com/office/powerpoint/2010/main" val="429525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4783" y="545775"/>
            <a:ext cx="9969910" cy="5766450"/>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5 – Leadership</a:t>
            </a:r>
          </a:p>
          <a:p>
            <a:pPr marL="457200" indent="-457200">
              <a:lnSpc>
                <a:spcPct val="107000"/>
              </a:lnSpc>
              <a:spcAft>
                <a:spcPts val="800"/>
              </a:spcAft>
              <a:buFont typeface="Wingdings" panose="05000000000000000000" pitchFamily="2" charset="2"/>
              <a:buChar char="Ø"/>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 </a:t>
            </a: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5.3 Organizational roles, responsibilities and authorities</a:t>
            </a:r>
            <a:endPar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625475" lvl="2" indent="-509588">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Examples can include:</a:t>
            </a:r>
          </a:p>
          <a:p>
            <a:pPr marL="625475" lvl="3" indent="-50958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Job descriptions </a:t>
            </a:r>
          </a:p>
          <a:p>
            <a:pPr marL="625475" lvl="3" indent="-50958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Responsibility and Authority Matrix</a:t>
            </a:r>
            <a:endParaRPr lang="en-US" sz="2800" dirty="0">
              <a:effectLst/>
              <a:latin typeface="Calibri" panose="020F0502020204030204" pitchFamily="34" charset="0"/>
              <a:ea typeface="Tahoma" panose="020B0604030504040204" pitchFamily="34" charset="0"/>
              <a:cs typeface="Calibri" panose="020F0502020204030204" pitchFamily="34" charset="0"/>
            </a:endParaRPr>
          </a:p>
          <a:p>
            <a:pPr marL="625475" lvl="3" indent="-50958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Applicable procedures and work instructions </a:t>
            </a:r>
          </a:p>
          <a:p>
            <a:pPr marL="625475" lvl="3" indent="-50958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Team charters</a:t>
            </a:r>
          </a:p>
          <a:p>
            <a:pPr marL="625475" lvl="3" indent="-50958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Applicable internal communications</a:t>
            </a:r>
          </a:p>
          <a:p>
            <a:pPr marL="625475" lvl="3" indent="-509588">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Documented information on the change management process </a:t>
            </a:r>
          </a:p>
        </p:txBody>
      </p:sp>
    </p:spTree>
    <p:extLst>
      <p:ext uri="{BB962C8B-B14F-4D97-AF65-F5344CB8AC3E}">
        <p14:creationId xmlns:p14="http://schemas.microsoft.com/office/powerpoint/2010/main" val="4176814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6569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2298113"/>
            <a:ext cx="10316308" cy="2320251"/>
          </a:xfrm>
          <a:prstGeom prst="rect">
            <a:avLst/>
          </a:prstGeom>
        </p:spPr>
        <p:txBody>
          <a:bodyPr wrap="square">
            <a:spAutoFit/>
          </a:bodyPr>
          <a:lstStyle/>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a:t>
            </a:r>
          </a:p>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PLANNING</a:t>
            </a:r>
          </a:p>
        </p:txBody>
      </p:sp>
    </p:spTree>
    <p:extLst>
      <p:ext uri="{BB962C8B-B14F-4D97-AF65-F5344CB8AC3E}">
        <p14:creationId xmlns:p14="http://schemas.microsoft.com/office/powerpoint/2010/main" val="3139425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1215" y="292372"/>
            <a:ext cx="9567801" cy="5621475"/>
          </a:xfrm>
          <a:prstGeom prst="rect">
            <a:avLst/>
          </a:prstGeom>
        </p:spPr>
        <p:txBody>
          <a:bodyPr wrap="square">
            <a:spAutoFit/>
          </a:bodyPr>
          <a:lstStyle/>
          <a:p>
            <a:pPr>
              <a:lnSpc>
                <a:spcPct val="107000"/>
              </a:lnSpc>
              <a:spcAft>
                <a:spcPts val="800"/>
              </a:spcAft>
            </a:pPr>
            <a:r>
              <a:rPr lang="en-US" sz="48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 Planning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6.1  </a:t>
            </a:r>
            <a:r>
              <a:rPr lang="en-US" sz="3600" dirty="0">
                <a:latin typeface="Calibri" panose="020F0502020204030204" pitchFamily="34" charset="0"/>
                <a:ea typeface="Calibri" panose="020F0502020204030204" pitchFamily="34" charset="0"/>
                <a:cs typeface="Calibri" panose="020F0502020204030204" pitchFamily="34" charset="0"/>
              </a:rPr>
              <a:t>Actions to address risks/opportunities</a:t>
            </a:r>
          </a:p>
          <a:p>
            <a:pPr marL="1828800" lvl="3"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6.1.2.1  </a:t>
            </a:r>
            <a:r>
              <a:rPr lang="en-US" sz="3600" dirty="0">
                <a:latin typeface="Calibri" panose="020F0502020204030204" pitchFamily="34" charset="0"/>
                <a:ea typeface="Calibri" panose="020F0502020204030204" pitchFamily="34" charset="0"/>
                <a:cs typeface="Calibri" panose="020F0502020204030204" pitchFamily="34" charset="0"/>
              </a:rPr>
              <a:t>Risk Analysis </a:t>
            </a:r>
          </a:p>
          <a:p>
            <a:pPr marL="1828800" lvl="3"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6.1.2.2  </a:t>
            </a:r>
            <a:r>
              <a:rPr lang="en-US" sz="3600" dirty="0">
                <a:latin typeface="Calibri" panose="020F0502020204030204" pitchFamily="34" charset="0"/>
                <a:ea typeface="Calibri" panose="020F0502020204030204" pitchFamily="34" charset="0"/>
                <a:cs typeface="Calibri" panose="020F0502020204030204" pitchFamily="34" charset="0"/>
              </a:rPr>
              <a:t>Preventive Actions </a:t>
            </a:r>
          </a:p>
          <a:p>
            <a:pPr marL="1828800" lvl="3"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6.1.2.3  </a:t>
            </a:r>
            <a:r>
              <a:rPr lang="en-US" sz="3600" dirty="0">
                <a:latin typeface="Calibri" panose="020F0502020204030204" pitchFamily="34" charset="0"/>
                <a:ea typeface="Calibri" panose="020F0502020204030204" pitchFamily="34" charset="0"/>
                <a:cs typeface="Calibri" panose="020F0502020204030204" pitchFamily="34" charset="0"/>
              </a:rPr>
              <a:t>Contingency Plans </a:t>
            </a:r>
            <a:endParaRPr lang="en-US" sz="3600" b="1" dirty="0">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6.2  </a:t>
            </a:r>
            <a:r>
              <a:rPr lang="en-US" sz="3600" dirty="0">
                <a:latin typeface="Calibri" panose="020F0502020204030204" pitchFamily="34" charset="0"/>
                <a:ea typeface="Calibri" panose="020F0502020204030204" pitchFamily="34" charset="0"/>
                <a:cs typeface="Calibri" panose="020F0502020204030204" pitchFamily="34" charset="0"/>
              </a:rPr>
              <a:t>Quality Objectives &amp; planning to 		    		   achieve them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6.3  </a:t>
            </a:r>
            <a:r>
              <a:rPr lang="en-US" sz="3600" dirty="0">
                <a:latin typeface="Calibri" panose="020F0502020204030204" pitchFamily="34" charset="0"/>
                <a:ea typeface="Calibri" panose="020F0502020204030204" pitchFamily="34" charset="0"/>
                <a:cs typeface="Calibri" panose="020F0502020204030204" pitchFamily="34" charset="0"/>
              </a:rPr>
              <a:t>Planning Changes</a:t>
            </a:r>
          </a:p>
        </p:txBody>
      </p:sp>
    </p:spTree>
    <p:extLst>
      <p:ext uri="{BB962C8B-B14F-4D97-AF65-F5344CB8AC3E}">
        <p14:creationId xmlns:p14="http://schemas.microsoft.com/office/powerpoint/2010/main" val="1374197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4802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3174" y="345057"/>
            <a:ext cx="10645796" cy="6098657"/>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 Planning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6.1 Actions to address Risks &amp; Opportunities- </a:t>
            </a:r>
            <a:r>
              <a:rPr lang="en-US" sz="2800" dirty="0">
                <a:latin typeface="Calibri" panose="020F0502020204030204" pitchFamily="34" charset="0"/>
                <a:ea typeface="Calibri" panose="020F0502020204030204" pitchFamily="34" charset="0"/>
                <a:cs typeface="Calibri" panose="020F0502020204030204" pitchFamily="34" charset="0"/>
              </a:rPr>
              <a:t>Examples of tools used to identify Risks and Opportunities can include:</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Documented information on:</a:t>
            </a:r>
          </a:p>
          <a:p>
            <a:pPr marL="2286000" lvl="4"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Process Risk Analysis</a:t>
            </a:r>
          </a:p>
          <a:p>
            <a:pPr marL="2286000" lvl="4"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SWOT Analysis</a:t>
            </a:r>
          </a:p>
          <a:p>
            <a:pPr marL="2286000" lvl="4"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Improvement Projects </a:t>
            </a:r>
          </a:p>
          <a:p>
            <a:pPr marL="2286000" lvl="4"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FMEAs</a:t>
            </a:r>
          </a:p>
          <a:p>
            <a:pPr marL="2286000" lvl="4"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Corrective action reports </a:t>
            </a:r>
          </a:p>
          <a:p>
            <a:pPr lvl="4">
              <a:lnSpc>
                <a:spcPct val="107000"/>
              </a:lnSpc>
              <a:spcAft>
                <a:spcPts val="800"/>
              </a:spcAft>
            </a:pPr>
            <a:endParaRPr lang="en-US" sz="2400" dirty="0">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7292679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21980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9304" y="840695"/>
            <a:ext cx="10101358" cy="5176610"/>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 Planning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 Guidance </a:t>
            </a: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6.2 </a:t>
            </a: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Quality objectives and planning to achieve them. </a:t>
            </a:r>
            <a:r>
              <a:rPr lang="en-US" sz="2800" dirty="0">
                <a:latin typeface="Calibri" panose="020F0502020204030204" pitchFamily="34" charset="0"/>
                <a:ea typeface="Calibri" panose="020F0502020204030204" pitchFamily="34" charset="0"/>
                <a:cs typeface="Calibri" panose="020F0502020204030204" pitchFamily="34" charset="0"/>
              </a:rPr>
              <a:t>Key elements to achieve this requirement can include:</a:t>
            </a:r>
          </a:p>
          <a:p>
            <a:pPr marL="1371600" lvl="2" indent="-457200">
              <a:lnSpc>
                <a:spcPct val="107000"/>
              </a:lnSpc>
              <a:spcAft>
                <a:spcPts val="800"/>
              </a:spcAft>
              <a:buFont typeface="Wingdings" panose="05000000000000000000" pitchFamily="2" charset="2"/>
              <a:buChar char="§"/>
            </a:pPr>
            <a:r>
              <a:rPr lang="en-US" sz="2400" dirty="0">
                <a:effectLst/>
                <a:latin typeface="Calibri" panose="020F0502020204030204" pitchFamily="34" charset="0"/>
                <a:ea typeface="Tahoma" panose="020B0604030504040204" pitchFamily="34" charset="0"/>
                <a:cs typeface="Calibri" panose="020F0502020204030204" pitchFamily="34" charset="0"/>
              </a:rPr>
              <a:t>Documented objectives for various functions in the organization.</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Aligning objectives with the Quality Policy.</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Ensuring objectives have been assigned a process owner</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Plans with specific responsibilities and authorities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Communicating objectives; postings, email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Ensuring objectives have targets to measure performance against.</a:t>
            </a:r>
          </a:p>
          <a:p>
            <a:pPr marL="1371600" lvl="2" indent="-457200">
              <a:lnSpc>
                <a:spcPct val="107000"/>
              </a:lnSpc>
              <a:spcAft>
                <a:spcPts val="800"/>
              </a:spcAft>
              <a:buFont typeface="Wingdings" panose="05000000000000000000" pitchFamily="2" charset="2"/>
              <a:buChar char="§"/>
            </a:pPr>
            <a:r>
              <a:rPr lang="en-US" sz="2400" dirty="0">
                <a:effectLst/>
                <a:latin typeface="Calibri" panose="020F0502020204030204" pitchFamily="34" charset="0"/>
                <a:ea typeface="Tahoma" panose="020B0604030504040204" pitchFamily="34" charset="0"/>
                <a:cs typeface="Calibri" panose="020F0502020204030204" pitchFamily="34" charset="0"/>
              </a:rPr>
              <a:t>Reviewing results of the performance of objectives</a:t>
            </a:r>
          </a:p>
        </p:txBody>
      </p:sp>
    </p:spTree>
    <p:extLst>
      <p:ext uri="{BB962C8B-B14F-4D97-AF65-F5344CB8AC3E}">
        <p14:creationId xmlns:p14="http://schemas.microsoft.com/office/powerpoint/2010/main" val="151448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092" y="1261639"/>
            <a:ext cx="10820400" cy="4195059"/>
          </a:xfrm>
          <a:prstGeom prst="rect">
            <a:avLst/>
          </a:prstGeom>
        </p:spPr>
        <p:txBody>
          <a:bodyPr wrap="square">
            <a:spAutoFit/>
          </a:bodyPr>
          <a:lstStyle/>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a:t>
            </a:r>
            <a:r>
              <a:rPr lang="en-US" sz="3600" dirty="0">
                <a:solidFill>
                  <a:schemeClr val="accent1"/>
                </a:solidFill>
                <a:ea typeface="Calibri" panose="020F0502020204030204" pitchFamily="34" charset="0"/>
                <a:cs typeface="Times New Roman" panose="02020603050405020304" pitchFamily="18" charset="0"/>
              </a:rPr>
              <a:t>: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Create objectives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Develop plans to meet those objective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Provide resources to achieve the objectives </a:t>
            </a:r>
          </a:p>
          <a:p>
            <a:pPr marL="1828800" lvl="3"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Determine appropriate metrics to monitor implementation of the planned actions.</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7" name="Rectangle 6"/>
          <p:cNvSpPr/>
          <p:nvPr/>
        </p:nvSpPr>
        <p:spPr>
          <a:xfrm>
            <a:off x="760976" y="238685"/>
            <a:ext cx="10248645" cy="1344855"/>
          </a:xfrm>
          <a:prstGeom prst="rect">
            <a:avLst/>
          </a:prstGeom>
        </p:spPr>
        <p:txBody>
          <a:bodyPr wrap="square">
            <a:spAutoFit/>
          </a:bodyPr>
          <a:lstStyle/>
          <a:p>
            <a:pPr>
              <a:lnSpc>
                <a:spcPct val="107000"/>
              </a:lnSpc>
              <a:spcAft>
                <a:spcPts val="800"/>
              </a:spcAft>
            </a:pP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Planning- Objectives </a:t>
            </a:r>
            <a:endParaRPr lang="en-US" sz="48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endParaRPr lang="en-US" sz="2800" dirty="0">
              <a:solidFill>
                <a:schemeClr val="accent1"/>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2720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DDC0-3E6D-4781-A616-DF6514A033B4}"/>
              </a:ext>
            </a:extLst>
          </p:cNvPr>
          <p:cNvSpPr>
            <a:spLocks noGrp="1"/>
          </p:cNvSpPr>
          <p:nvPr>
            <p:ph type="title"/>
          </p:nvPr>
        </p:nvSpPr>
        <p:spPr>
          <a:xfrm>
            <a:off x="1261872" y="294198"/>
            <a:ext cx="9692640" cy="1062654"/>
          </a:xfrm>
        </p:spPr>
        <p:txBody>
          <a:bodyPr>
            <a:normAutofit/>
          </a:bodyPr>
          <a:lstStyle/>
          <a:p>
            <a:r>
              <a:rPr lang="en-US" dirty="0">
                <a:latin typeface="Calibri" panose="020F0502020204030204" pitchFamily="34" charset="0"/>
                <a:cs typeface="Calibri" panose="020F0502020204030204" pitchFamily="34" charset="0"/>
              </a:rPr>
              <a:t>Highlights</a:t>
            </a:r>
          </a:p>
        </p:txBody>
      </p:sp>
      <p:graphicFrame>
        <p:nvGraphicFramePr>
          <p:cNvPr id="11" name="Content Placeholder 2"/>
          <p:cNvGraphicFramePr>
            <a:graphicFrameLocks noGrp="1"/>
          </p:cNvGraphicFramePr>
          <p:nvPr>
            <p:ph idx="1"/>
          </p:nvPr>
        </p:nvGraphicFramePr>
        <p:xfrm>
          <a:off x="1262063" y="1445342"/>
          <a:ext cx="9843472" cy="5117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7165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1197" y="703700"/>
            <a:ext cx="10260918" cy="4536563"/>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6 – Planning </a:t>
            </a: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6.3 </a:t>
            </a: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Planning of Changes</a:t>
            </a: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change management including process owner. </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Documented information on the process, e.g., procedure, change notice, cross-functional and customer approvals prior to implementation</a:t>
            </a:r>
            <a:r>
              <a:rPr lang="en-US" sz="2800" dirty="0">
                <a:latin typeface="Calibri" panose="020F0502020204030204" pitchFamily="34" charset="0"/>
                <a:ea typeface="Tahoma" panose="020B0604030504040204" pitchFamily="34" charset="0"/>
                <a:cs typeface="Calibri" panose="020F0502020204030204" pitchFamily="34" charset="0"/>
              </a:rPr>
              <a:t>, breakpoint management.</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ECR/ECN process can be used to manage changes</a:t>
            </a:r>
          </a:p>
        </p:txBody>
      </p:sp>
    </p:spTree>
    <p:extLst>
      <p:ext uri="{BB962C8B-B14F-4D97-AF65-F5344CB8AC3E}">
        <p14:creationId xmlns:p14="http://schemas.microsoft.com/office/powerpoint/2010/main" val="4211066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973232"/>
          </a:xfrm>
          <a:prstGeom prst="rect">
            <a:avLst/>
          </a:prstGeom>
        </p:spPr>
        <p:txBody>
          <a:bodyPr wrap="square">
            <a:spAutoFit/>
          </a:bodyPr>
          <a:lstStyle/>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a:t>
            </a:r>
          </a:p>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SUPPORT</a:t>
            </a:r>
            <a:endParaRPr lang="en-US" sz="4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69796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9075" y="515110"/>
            <a:ext cx="10519233" cy="6342890"/>
          </a:xfrm>
          <a:prstGeom prst="rect">
            <a:avLst/>
          </a:prstGeom>
        </p:spPr>
        <p:txBody>
          <a:bodyPr wrap="square">
            <a:spAutoFit/>
          </a:bodyPr>
          <a:lstStyle/>
          <a:p>
            <a:pPr>
              <a:lnSpc>
                <a:spcPct val="107000"/>
              </a:lnSpc>
              <a:spcAft>
                <a:spcPts val="800"/>
              </a:spcAft>
            </a:pPr>
            <a:r>
              <a:rPr lang="en-US" sz="48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a:t>
            </a:r>
          </a:p>
          <a:p>
            <a:pPr>
              <a:lnSpc>
                <a:spcPct val="107000"/>
              </a:lnSpc>
              <a:spcAft>
                <a:spcPts val="800"/>
              </a:spcAft>
            </a:pPr>
            <a:endParaRPr lang="en-US" b="1" dirty="0">
              <a:solidFill>
                <a:schemeClr val="accent1"/>
              </a:solidFill>
              <a:ea typeface="Calibri" panose="020F0502020204030204" pitchFamily="34" charset="0"/>
              <a:cs typeface="Times New Roman" panose="02020603050405020304" pitchFamily="18" charset="0"/>
            </a:endParaRPr>
          </a:p>
          <a:p>
            <a:pPr marL="914400" lvl="1" indent="-457200">
              <a:lnSpc>
                <a:spcPct val="107000"/>
              </a:lnSpc>
              <a:spcAft>
                <a:spcPts val="800"/>
              </a:spcAft>
              <a:buFont typeface="Wingdings" panose="05000000000000000000" pitchFamily="2" charset="2"/>
              <a:buChar char="Ø"/>
            </a:pPr>
            <a:r>
              <a:rPr lang="en-US" sz="4400" b="1" dirty="0">
                <a:latin typeface="Calibri" panose="020F0502020204030204" pitchFamily="34" charset="0"/>
                <a:ea typeface="Calibri" panose="020F0502020204030204" pitchFamily="34" charset="0"/>
                <a:cs typeface="Calibri" panose="020F0502020204030204" pitchFamily="34" charset="0"/>
              </a:rPr>
              <a:t>7.1  </a:t>
            </a:r>
            <a:r>
              <a:rPr lang="en-US" sz="4000" dirty="0">
                <a:latin typeface="Calibri" panose="020F0502020204030204" pitchFamily="34" charset="0"/>
                <a:ea typeface="Calibri" panose="020F0502020204030204" pitchFamily="34" charset="0"/>
                <a:cs typeface="Calibri" panose="020F0502020204030204" pitchFamily="34" charset="0"/>
              </a:rPr>
              <a:t>Resources </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7.2  </a:t>
            </a:r>
            <a:r>
              <a:rPr lang="en-US" sz="3600" dirty="0">
                <a:latin typeface="Calibri" panose="020F0502020204030204" pitchFamily="34" charset="0"/>
                <a:ea typeface="Calibri" panose="020F0502020204030204" pitchFamily="34" charset="0"/>
                <a:cs typeface="Calibri" panose="020F0502020204030204" pitchFamily="34" charset="0"/>
              </a:rPr>
              <a:t>Competence </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7.3  </a:t>
            </a:r>
            <a:r>
              <a:rPr lang="en-US" sz="3600" dirty="0">
                <a:latin typeface="Calibri" panose="020F0502020204030204" pitchFamily="34" charset="0"/>
                <a:ea typeface="Calibri" panose="020F0502020204030204" pitchFamily="34" charset="0"/>
                <a:cs typeface="Calibri" panose="020F0502020204030204" pitchFamily="34" charset="0"/>
              </a:rPr>
              <a:t>Awareness</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7.4  </a:t>
            </a:r>
            <a:r>
              <a:rPr lang="en-US" sz="3600" dirty="0">
                <a:latin typeface="Calibri" panose="020F0502020204030204" pitchFamily="34" charset="0"/>
                <a:ea typeface="Calibri" panose="020F0502020204030204" pitchFamily="34" charset="0"/>
                <a:cs typeface="Calibri" panose="020F0502020204030204" pitchFamily="34" charset="0"/>
              </a:rPr>
              <a:t>Communication</a:t>
            </a:r>
          </a:p>
          <a:p>
            <a:pPr marL="914400" lvl="1" indent="-457200">
              <a:lnSpc>
                <a:spcPct val="107000"/>
              </a:lnSpc>
              <a:spcAft>
                <a:spcPts val="800"/>
              </a:spcAft>
              <a:buFont typeface="Wingdings" panose="05000000000000000000" pitchFamily="2" charset="2"/>
              <a:buChar char="Ø"/>
            </a:pPr>
            <a:r>
              <a:rPr lang="en-US" sz="4800" b="1" dirty="0">
                <a:latin typeface="Calibri" panose="020F0502020204030204" pitchFamily="34" charset="0"/>
                <a:ea typeface="Calibri" panose="020F0502020204030204" pitchFamily="34" charset="0"/>
                <a:cs typeface="Calibri" panose="020F0502020204030204" pitchFamily="34" charset="0"/>
              </a:rPr>
              <a:t>7.5  </a:t>
            </a:r>
            <a:r>
              <a:rPr lang="en-US" sz="3600" dirty="0">
                <a:latin typeface="Calibri" panose="020F0502020204030204" pitchFamily="34" charset="0"/>
                <a:ea typeface="Calibri" panose="020F0502020204030204" pitchFamily="34" charset="0"/>
                <a:cs typeface="Calibri" panose="020F0502020204030204" pitchFamily="34" charset="0"/>
              </a:rPr>
              <a:t>Documented Information</a:t>
            </a:r>
            <a:r>
              <a:rPr lang="en-US" sz="3600" dirty="0">
                <a:ea typeface="Calibri" panose="020F0502020204030204" pitchFamily="34" charset="0"/>
                <a:cs typeface="Times New Roman" panose="02020603050405020304" pitchFamily="18" charset="0"/>
              </a:rPr>
              <a:t> </a:t>
            </a:r>
          </a:p>
          <a:p>
            <a:pPr lvl="1">
              <a:lnSpc>
                <a:spcPct val="107000"/>
              </a:lnSpc>
              <a:spcAft>
                <a:spcPts val="800"/>
              </a:spcAft>
            </a:pPr>
            <a:r>
              <a:rPr lang="en-US" sz="2400" dirty="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115032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120805"/>
            <a:ext cx="10820400" cy="5329729"/>
          </a:xfrm>
          <a:prstGeom prst="rect">
            <a:avLst/>
          </a:prstGeom>
        </p:spPr>
        <p:txBody>
          <a:bodyPr wrap="square">
            <a:spAutoFit/>
          </a:bodyPr>
          <a:lstStyle/>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marL="1371600" lvl="2" indent="-457200">
              <a:lnSpc>
                <a:spcPct val="107000"/>
              </a:lnSpc>
              <a:spcAft>
                <a:spcPts val="800"/>
              </a:spcAft>
              <a:buFont typeface="Wingdings" panose="05000000000000000000" pitchFamily="2" charset="2"/>
              <a:buChar char="§"/>
            </a:pPr>
            <a:r>
              <a:rPr lang="en-US" sz="3600" dirty="0">
                <a:latin typeface="Calibri" panose="020F0502020204030204" pitchFamily="34" charset="0"/>
                <a:ea typeface="Calibri" panose="020F0502020204030204" pitchFamily="34" charset="0"/>
                <a:cs typeface="Calibri" panose="020F0502020204030204" pitchFamily="34" charset="0"/>
              </a:rPr>
              <a:t>Support for the implementation of the QMS:</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Human Resources </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Infrastructure </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Work environment </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Monitoring and measuring equipment</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Knowledge </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Competence </a:t>
            </a:r>
          </a:p>
          <a:p>
            <a:pPr marL="1828800" lvl="3" indent="-457200">
              <a:lnSpc>
                <a:spcPct val="107000"/>
              </a:lnSpc>
              <a:spcAft>
                <a:spcPts val="800"/>
              </a:spcAft>
              <a:buFont typeface="Wingdings" panose="05000000000000000000" pitchFamily="2" charset="2"/>
              <a:buChar char="v"/>
            </a:pPr>
            <a:r>
              <a:rPr lang="en-US" sz="2400" dirty="0">
                <a:latin typeface="Calibri" panose="020F0502020204030204" pitchFamily="34" charset="0"/>
                <a:ea typeface="Calibri" panose="020F0502020204030204" pitchFamily="34" charset="0"/>
                <a:cs typeface="Calibri" panose="020F0502020204030204" pitchFamily="34" charset="0"/>
              </a:rPr>
              <a:t>Documented information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7" name="Rectangle 6"/>
          <p:cNvSpPr/>
          <p:nvPr/>
        </p:nvSpPr>
        <p:spPr>
          <a:xfrm>
            <a:off x="540007" y="355286"/>
            <a:ext cx="10839576" cy="65883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Support </a:t>
            </a:r>
            <a:endParaRPr lang="en-US" sz="2800" i="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8689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2956" y="878223"/>
            <a:ext cx="10260918" cy="480708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7.1.1 General</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endParaRPr lang="en-US" sz="2400" b="1"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The organization shall determine and provide the resources needed for the establishment, implementation, maintenance and continual improvement of the quality management system.</a:t>
            </a:r>
          </a:p>
          <a:p>
            <a:endParaRPr lang="en-US" sz="2400"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The organization shall consider:</a:t>
            </a:r>
          </a:p>
          <a:p>
            <a:r>
              <a:rPr lang="en-US" sz="2400" dirty="0">
                <a:solidFill>
                  <a:srgbClr val="000000"/>
                </a:solidFill>
                <a:latin typeface="Calibri" panose="020F0502020204030204" pitchFamily="34" charset="0"/>
              </a:rPr>
              <a:t>a) the capabilities of, and constraints on, existing internal </a:t>
            </a:r>
            <a:r>
              <a:rPr lang="en-US" sz="2400" b="1" dirty="0">
                <a:solidFill>
                  <a:schemeClr val="accent1"/>
                </a:solidFill>
                <a:latin typeface="Calibri" panose="020F0502020204030204" pitchFamily="34" charset="0"/>
              </a:rPr>
              <a:t>resources</a:t>
            </a:r>
            <a:r>
              <a:rPr lang="en-US" sz="2400" dirty="0">
                <a:solidFill>
                  <a:srgbClr val="000000"/>
                </a:solidFill>
                <a:latin typeface="Calibri" panose="020F0502020204030204" pitchFamily="34" charset="0"/>
              </a:rPr>
              <a:t>;</a:t>
            </a:r>
          </a:p>
          <a:p>
            <a:r>
              <a:rPr lang="en-US" sz="2400" dirty="0">
                <a:solidFill>
                  <a:srgbClr val="000000"/>
                </a:solidFill>
                <a:latin typeface="Calibri" panose="020F0502020204030204" pitchFamily="34" charset="0"/>
              </a:rPr>
              <a:t>b) what needs to be obtained from external providers. </a:t>
            </a:r>
          </a:p>
          <a:p>
            <a:endParaRPr lang="en-US"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063655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2956" y="217352"/>
            <a:ext cx="10260918" cy="3329758"/>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7.1.2 People</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endParaRPr lang="en-US" sz="2400" b="1" dirty="0">
              <a:solidFill>
                <a:srgbClr val="000000"/>
              </a:solidFill>
              <a:latin typeface="Calibri" panose="020F0502020204030204" pitchFamily="34" charset="0"/>
            </a:endParaRPr>
          </a:p>
          <a:p>
            <a:r>
              <a:rPr lang="en-US" sz="2400" dirty="0">
                <a:solidFill>
                  <a:srgbClr val="000000"/>
                </a:solidFill>
                <a:latin typeface="Calibri" panose="020F0502020204030204" pitchFamily="34" charset="0"/>
              </a:rPr>
              <a:t>The organization shall determine and provide </a:t>
            </a:r>
            <a:r>
              <a:rPr lang="en-US" sz="2400" b="1" dirty="0">
                <a:solidFill>
                  <a:schemeClr val="accent1"/>
                </a:solidFill>
                <a:latin typeface="Calibri" panose="020F0502020204030204" pitchFamily="34" charset="0"/>
              </a:rPr>
              <a:t>the persons </a:t>
            </a:r>
            <a:r>
              <a:rPr lang="en-US" sz="2400" dirty="0">
                <a:solidFill>
                  <a:srgbClr val="000000"/>
                </a:solidFill>
                <a:latin typeface="Calibri" panose="020F0502020204030204" pitchFamily="34" charset="0"/>
              </a:rPr>
              <a:t>necessary for the effective implementation of its quality management system and for the operation and control of its processes.</a:t>
            </a:r>
          </a:p>
          <a:p>
            <a:endParaRPr lang="en-US" sz="2400" dirty="0">
              <a:solidFill>
                <a:srgbClr val="000000"/>
              </a:solidFill>
              <a:latin typeface="Calibri" panose="020F0502020204030204" pitchFamily="34" charset="0"/>
            </a:endParaRPr>
          </a:p>
        </p:txBody>
      </p:sp>
      <p:sp>
        <p:nvSpPr>
          <p:cNvPr id="5" name="TextBox 4">
            <a:extLst>
              <a:ext uri="{FF2B5EF4-FFF2-40B4-BE49-F238E27FC236}">
                <a16:creationId xmlns:a16="http://schemas.microsoft.com/office/drawing/2014/main" id="{DFD4F775-E965-4AB0-9E64-6601A7B4EEBE}"/>
              </a:ext>
            </a:extLst>
          </p:cNvPr>
          <p:cNvSpPr txBox="1"/>
          <p:nvPr/>
        </p:nvSpPr>
        <p:spPr>
          <a:xfrm>
            <a:off x="1198126" y="3187720"/>
            <a:ext cx="8626590" cy="3416833"/>
          </a:xfrm>
          <a:prstGeom prst="rect">
            <a:avLst/>
          </a:prstGeom>
          <a:noFill/>
        </p:spPr>
        <p:txBody>
          <a:bodyPr wrap="square">
            <a:spAutoFit/>
          </a:bodyPr>
          <a:lstStyle/>
          <a:p>
            <a:pPr marL="1371600" lvl="2" indent="-1308100">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465138" lvl="2" indent="-401638">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Can be internal/external</a:t>
            </a:r>
          </a:p>
          <a:p>
            <a:pPr marL="922338" lvl="3" indent="-401638">
              <a:lnSpc>
                <a:spcPct val="107000"/>
              </a:lnSpc>
              <a:spcAft>
                <a:spcPts val="800"/>
              </a:spcAf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Employees </a:t>
            </a:r>
          </a:p>
          <a:p>
            <a:pPr marL="922338" lvl="3" indent="-401638">
              <a:lnSpc>
                <a:spcPct val="107000"/>
              </a:lnSpc>
              <a:spcAft>
                <a:spcPts val="800"/>
              </a:spcAf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Management</a:t>
            </a:r>
          </a:p>
          <a:p>
            <a:pPr marL="922338" lvl="3" indent="-401638">
              <a:lnSpc>
                <a:spcPct val="107000"/>
              </a:lnSpc>
              <a:spcAft>
                <a:spcPts val="800"/>
              </a:spcAf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Contractors</a:t>
            </a:r>
          </a:p>
          <a:p>
            <a:pPr marL="922338" lvl="3" indent="-401638">
              <a:lnSpc>
                <a:spcPct val="107000"/>
              </a:lnSpc>
              <a:spcAft>
                <a:spcPts val="800"/>
              </a:spcAf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Consultants</a:t>
            </a:r>
          </a:p>
          <a:p>
            <a:pPr marL="1371600" lvl="2" indent="-457200">
              <a:lnSpc>
                <a:spcPct val="107000"/>
              </a:lnSpc>
              <a:spcAft>
                <a:spcPts val="800"/>
              </a:spcAft>
              <a:buFont typeface="Wingdings" panose="05000000000000000000" pitchFamily="2" charset="2"/>
              <a:buChar char="§"/>
            </a:pPr>
            <a:endParaRPr lang="en-US" dirty="0"/>
          </a:p>
        </p:txBody>
      </p:sp>
    </p:spTree>
    <p:extLst>
      <p:ext uri="{BB962C8B-B14F-4D97-AF65-F5344CB8AC3E}">
        <p14:creationId xmlns:p14="http://schemas.microsoft.com/office/powerpoint/2010/main" val="1563417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2956" y="217352"/>
            <a:ext cx="10260918" cy="231409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7.1.3 Infrastructure</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r>
              <a:rPr lang="en-US" sz="1800" dirty="0">
                <a:solidFill>
                  <a:srgbClr val="000000"/>
                </a:solidFill>
                <a:latin typeface="Calibri" panose="020F0502020204030204" pitchFamily="34" charset="0"/>
              </a:rPr>
              <a:t>The organization shall determine, provide and maintain the infrastructure necessary for the operation of its </a:t>
            </a:r>
            <a:r>
              <a:rPr lang="en-US" sz="1800" dirty="0" err="1">
                <a:solidFill>
                  <a:srgbClr val="000000"/>
                </a:solidFill>
                <a:latin typeface="Calibri" panose="020F0502020204030204" pitchFamily="34" charset="0"/>
              </a:rPr>
              <a:t>processe</a:t>
            </a:r>
            <a:r>
              <a:rPr lang="en-US" sz="1800" dirty="0">
                <a:solidFill>
                  <a:srgbClr val="000000"/>
                </a:solidFill>
                <a:latin typeface="Calibri" panose="020F0502020204030204" pitchFamily="34" charset="0"/>
              </a:rPr>
              <a:t> and to achieve conformity of products and services.</a:t>
            </a:r>
          </a:p>
          <a:p>
            <a:r>
              <a:rPr lang="en-US" sz="1800" dirty="0">
                <a:solidFill>
                  <a:srgbClr val="000000"/>
                </a:solidFill>
                <a:latin typeface="Calibri" panose="020F0502020204030204" pitchFamily="34" charset="0"/>
              </a:rPr>
              <a:t> </a:t>
            </a:r>
          </a:p>
        </p:txBody>
      </p:sp>
      <p:sp>
        <p:nvSpPr>
          <p:cNvPr id="5" name="TextBox 4">
            <a:extLst>
              <a:ext uri="{FF2B5EF4-FFF2-40B4-BE49-F238E27FC236}">
                <a16:creationId xmlns:a16="http://schemas.microsoft.com/office/drawing/2014/main" id="{DFD4F775-E965-4AB0-9E64-6601A7B4EEBE}"/>
              </a:ext>
            </a:extLst>
          </p:cNvPr>
          <p:cNvSpPr txBox="1"/>
          <p:nvPr/>
        </p:nvSpPr>
        <p:spPr>
          <a:xfrm>
            <a:off x="1072330" y="2231734"/>
            <a:ext cx="9582169" cy="4802340"/>
          </a:xfrm>
          <a:prstGeom prst="rect">
            <a:avLst/>
          </a:prstGeom>
          <a:noFill/>
        </p:spPr>
        <p:txBody>
          <a:bodyPr wrap="square">
            <a:spAutoFit/>
          </a:bodyPr>
          <a:lstStyle/>
          <a:p>
            <a:pPr marL="1371600" lvl="2" indent="-1308100">
              <a:lnSpc>
                <a:spcPct val="107000"/>
              </a:lnSpc>
              <a:spcAft>
                <a:spcPts val="800"/>
              </a:spcAft>
            </a:pPr>
            <a:r>
              <a:rPr lang="en-US" sz="2000" dirty="0">
                <a:latin typeface="Calibri" panose="020F0502020204030204" pitchFamily="34" charset="0"/>
                <a:ea typeface="Calibri" panose="020F0502020204030204" pitchFamily="34" charset="0"/>
                <a:cs typeface="Calibri" panose="020F0502020204030204" pitchFamily="34" charset="0"/>
              </a:rPr>
              <a:t>Key Points:</a:t>
            </a:r>
          </a:p>
          <a:p>
            <a:r>
              <a:rPr lang="en-US" sz="2000" dirty="0">
                <a:solidFill>
                  <a:srgbClr val="000000"/>
                </a:solidFill>
                <a:latin typeface="Calibri" panose="020F0502020204030204" pitchFamily="34" charset="0"/>
              </a:rPr>
              <a:t>a)buildings and associated utilities;</a:t>
            </a:r>
          </a:p>
          <a:p>
            <a:pPr marL="285750" indent="-285750">
              <a:buFont typeface="Wingdings" panose="05000000000000000000" pitchFamily="2" charset="2"/>
              <a:buChar char="Ø"/>
            </a:pPr>
            <a:r>
              <a:rPr lang="en-US" sz="2000" dirty="0">
                <a:solidFill>
                  <a:srgbClr val="000000"/>
                </a:solidFill>
                <a:latin typeface="Calibri" panose="020F0502020204030204" pitchFamily="34" charset="0"/>
              </a:rPr>
              <a:t>Gas, Lights, Phone</a:t>
            </a:r>
          </a:p>
          <a:p>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b) equipment, including hardware and software;</a:t>
            </a:r>
          </a:p>
          <a:p>
            <a:pPr marL="285750" indent="-285750">
              <a:buFont typeface="Wingdings" panose="05000000000000000000" pitchFamily="2" charset="2"/>
              <a:buChar char="Ø"/>
            </a:pPr>
            <a:r>
              <a:rPr lang="en-US" sz="2000" dirty="0">
                <a:solidFill>
                  <a:srgbClr val="000000"/>
                </a:solidFill>
                <a:latin typeface="Calibri" panose="020F0502020204030204" pitchFamily="34" charset="0"/>
              </a:rPr>
              <a:t>Computers, Microsoft, SPC Software, Servers</a:t>
            </a:r>
          </a:p>
          <a:p>
            <a:pPr marL="285750" indent="-285750">
              <a:buFont typeface="Wingdings" panose="05000000000000000000" pitchFamily="2" charset="2"/>
              <a:buChar char="Ø"/>
            </a:pPr>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c) transportation resources;</a:t>
            </a:r>
          </a:p>
          <a:p>
            <a:pPr marL="285750" indent="-285750">
              <a:buFont typeface="Wingdings" panose="05000000000000000000" pitchFamily="2" charset="2"/>
              <a:buChar char="Ø"/>
            </a:pPr>
            <a:r>
              <a:rPr lang="en-US" sz="2000" dirty="0">
                <a:solidFill>
                  <a:srgbClr val="000000"/>
                </a:solidFill>
                <a:latin typeface="Calibri" panose="020F0502020204030204" pitchFamily="34" charset="0"/>
              </a:rPr>
              <a:t>Company Fleet</a:t>
            </a:r>
          </a:p>
          <a:p>
            <a:pPr marL="285750" indent="-285750">
              <a:buFont typeface="Wingdings" panose="05000000000000000000" pitchFamily="2" charset="2"/>
              <a:buChar char="Ø"/>
            </a:pPr>
            <a:r>
              <a:rPr lang="en-US" sz="2000" dirty="0">
                <a:solidFill>
                  <a:srgbClr val="000000"/>
                </a:solidFill>
                <a:latin typeface="Calibri" panose="020F0502020204030204" pitchFamily="34" charset="0"/>
              </a:rPr>
              <a:t>Contracted Logistics Company</a:t>
            </a:r>
          </a:p>
          <a:p>
            <a:pPr marL="285750" indent="-285750">
              <a:buFont typeface="Wingdings" panose="05000000000000000000" pitchFamily="2" charset="2"/>
              <a:buChar char="Ø"/>
            </a:pPr>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d) information and communication technology</a:t>
            </a:r>
          </a:p>
          <a:p>
            <a:pPr marL="342900" indent="-342900">
              <a:buFont typeface="Wingdings" panose="05000000000000000000" pitchFamily="2" charset="2"/>
              <a:buChar char="Ø"/>
            </a:pPr>
            <a:r>
              <a:rPr lang="en-US" sz="2000" dirty="0">
                <a:solidFill>
                  <a:srgbClr val="000000"/>
                </a:solidFill>
                <a:latin typeface="Calibri" panose="020F0502020204030204" pitchFamily="34" charset="0"/>
              </a:rPr>
              <a:t>ERP Systems</a:t>
            </a:r>
          </a:p>
          <a:p>
            <a:pPr marL="342900" indent="-342900">
              <a:buFont typeface="Wingdings" panose="05000000000000000000" pitchFamily="2" charset="2"/>
              <a:buChar char="Ø"/>
            </a:pPr>
            <a:r>
              <a:rPr lang="en-US" sz="2000" dirty="0">
                <a:solidFill>
                  <a:srgbClr val="000000"/>
                </a:solidFill>
                <a:latin typeface="Calibri" panose="020F0502020204030204" pitchFamily="34" charset="0"/>
              </a:rPr>
              <a:t>Internet</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156236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2956" y="300707"/>
            <a:ext cx="10260918" cy="625658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7.1.3.1 Plant, Equipment and Facility Planning</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Must use a multi-disciplinary approach.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Consider the optimization of material flow and floor space.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Consider the risks associated with current and future plant layouts and material flow</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Need to be considered on new products/operations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Need to include a manufacturing feasibility and capacity planning</a:t>
            </a:r>
          </a:p>
        </p:txBody>
      </p:sp>
    </p:spTree>
    <p:extLst>
      <p:ext uri="{BB962C8B-B14F-4D97-AF65-F5344CB8AC3E}">
        <p14:creationId xmlns:p14="http://schemas.microsoft.com/office/powerpoint/2010/main" val="1822605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998" y="507591"/>
            <a:ext cx="10260918" cy="6340582"/>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7.1.4 and 7.1.4.1 </a:t>
            </a:r>
          </a:p>
          <a:p>
            <a:pPr lvl="1">
              <a:lnSpc>
                <a:spcPct val="107000"/>
              </a:lnSpc>
              <a:spcAft>
                <a:spcPts val="800"/>
              </a:spcAft>
            </a:pP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Environment for the Operation of Processes</a:t>
            </a:r>
            <a:endPar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Can be human and physical factors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Suitable Social Environment </a:t>
            </a: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non-discriminatory, calm, non-confrontational</a:t>
            </a:r>
            <a:endParaRPr lang="en-US" sz="2400" dirty="0">
              <a:latin typeface="Calibri" panose="020F0502020204030204" pitchFamily="34" charset="0"/>
              <a:ea typeface="Tahoma" panose="020B0604030504040204" pitchFamily="34" charset="0"/>
              <a:cs typeface="Calibri" panose="020F0502020204030204" pitchFamily="34" charset="0"/>
            </a:endParaRPr>
          </a:p>
          <a:p>
            <a:pPr marL="1371600" lvl="2" indent="-457200">
              <a:lnSpc>
                <a:spcPct val="107000"/>
              </a:lnSpc>
              <a:spcAft>
                <a:spcPts val="800"/>
              </a:spcAft>
              <a:buFont typeface="Wingdings" panose="05000000000000000000" pitchFamily="2" charset="2"/>
              <a:buChar char="§"/>
            </a:pPr>
            <a:r>
              <a:rPr lang="en-US" sz="2400" dirty="0">
                <a:solidFill>
                  <a:srgbClr val="000000"/>
                </a:solidFill>
                <a:latin typeface="Calibri" panose="020F0502020204030204" pitchFamily="34" charset="0"/>
              </a:rPr>
              <a:t>Suitable Psychological Environment</a:t>
            </a:r>
            <a:endParaRPr lang="en-US" sz="2400" dirty="0">
              <a:solidFill>
                <a:schemeClr val="accent1"/>
              </a:solidFill>
              <a:latin typeface="Calibri" panose="020F0502020204030204" pitchFamily="34" charset="0"/>
            </a:endParaRP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 stress-reducing, burnout prevention, emotionally protective</a:t>
            </a:r>
            <a:endParaRPr lang="en-US" sz="2400" dirty="0">
              <a:solidFill>
                <a:schemeClr val="accent1"/>
              </a:solidFill>
              <a:latin typeface="Calibri" panose="020F0502020204030204" pitchFamily="34" charset="0"/>
              <a:ea typeface="Tahoma" panose="020B0604030504040204" pitchFamily="34" charset="0"/>
              <a:cs typeface="Calibri" panose="020F0502020204030204" pitchFamily="34" charset="0"/>
            </a:endParaRP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Suitable Physical Environment</a:t>
            </a:r>
            <a:endParaRPr lang="en-US" sz="2400" dirty="0">
              <a:solidFill>
                <a:schemeClr val="accent1"/>
              </a:solidFill>
              <a:latin typeface="Calibri" panose="020F0502020204030204" pitchFamily="34" charset="0"/>
              <a:ea typeface="Tahoma" panose="020B0604030504040204" pitchFamily="34" charset="0"/>
              <a:cs typeface="Calibri" panose="020F0502020204030204" pitchFamily="34" charset="0"/>
            </a:endParaRPr>
          </a:p>
          <a:p>
            <a:pPr marL="1828800" lvl="3" indent="-457200">
              <a:lnSpc>
                <a:spcPct val="107000"/>
              </a:lnSpc>
              <a:spcAft>
                <a:spcPts val="800"/>
              </a:spcAft>
              <a:buFont typeface="Wingdings" panose="05000000000000000000" pitchFamily="2" charset="2"/>
              <a:buChar char="§"/>
            </a:pPr>
            <a:r>
              <a:rPr lang="en-US" sz="1800" dirty="0">
                <a:solidFill>
                  <a:schemeClr val="accent1"/>
                </a:solidFill>
                <a:latin typeface="Calibri" panose="020F0502020204030204" pitchFamily="34" charset="0"/>
              </a:rPr>
              <a:t> </a:t>
            </a:r>
            <a:r>
              <a:rPr lang="en-US" sz="2400" dirty="0">
                <a:solidFill>
                  <a:schemeClr val="accent1"/>
                </a:solidFill>
                <a:latin typeface="Calibri" panose="020F0502020204030204" pitchFamily="34" charset="0"/>
              </a:rPr>
              <a:t>temperature, heat, humidity, light, airflow, hygiene, noise)</a:t>
            </a:r>
          </a:p>
          <a:p>
            <a:pPr marL="1371600" lvl="2" indent="-457200">
              <a:lnSpc>
                <a:spcPct val="107000"/>
              </a:lnSpc>
              <a:spcAft>
                <a:spcPts val="800"/>
              </a:spcAft>
              <a:buFont typeface="Wingdings" panose="05000000000000000000" pitchFamily="2" charset="2"/>
              <a:buChar char="§"/>
            </a:pPr>
            <a:r>
              <a:rPr lang="en-US" sz="2400" dirty="0">
                <a:solidFill>
                  <a:srgbClr val="000000"/>
                </a:solidFill>
                <a:latin typeface="Calibri" panose="020F0502020204030204" pitchFamily="34" charset="0"/>
              </a:rPr>
              <a:t>Keep facilities in a state of order and cleanliness  (5S)</a:t>
            </a:r>
            <a:endParaRPr lang="en-US" sz="2400" dirty="0">
              <a:latin typeface="Calibri" panose="020F0502020204030204" pitchFamily="34" charset="0"/>
            </a:endParaRPr>
          </a:p>
        </p:txBody>
      </p:sp>
    </p:spTree>
    <p:extLst>
      <p:ext uri="{BB962C8B-B14F-4D97-AF65-F5344CB8AC3E}">
        <p14:creationId xmlns:p14="http://schemas.microsoft.com/office/powerpoint/2010/main" val="35991977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998" y="507591"/>
            <a:ext cx="10260918" cy="5776966"/>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p>
          <a:p>
            <a:pPr marL="914400" lvl="1" indent="-457200">
              <a:lnSpc>
                <a:spcPct val="107000"/>
              </a:lnSpc>
              <a:spcAft>
                <a:spcPts val="800"/>
              </a:spcAft>
              <a:buFont typeface="Wingdings" panose="05000000000000000000" pitchFamily="2" charset="2"/>
              <a:buChar char="Ø"/>
            </a:pPr>
            <a:r>
              <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7.1.5 Monitoring and Measurement Resources</a:t>
            </a:r>
            <a:endPar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Can be human and physical factors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Suitable Social Environment </a:t>
            </a: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Non-discriminatory, calm, non-confrontational</a:t>
            </a:r>
            <a:endParaRPr lang="en-US" sz="2400" dirty="0">
              <a:latin typeface="Calibri" panose="020F0502020204030204" pitchFamily="34" charset="0"/>
              <a:ea typeface="Tahoma" panose="020B0604030504040204" pitchFamily="34" charset="0"/>
              <a:cs typeface="Calibri" panose="020F0502020204030204" pitchFamily="34" charset="0"/>
            </a:endParaRPr>
          </a:p>
          <a:p>
            <a:pPr marL="1371600" lvl="2" indent="-457200">
              <a:lnSpc>
                <a:spcPct val="107000"/>
              </a:lnSpc>
              <a:spcAft>
                <a:spcPts val="800"/>
              </a:spcAft>
              <a:buFont typeface="Wingdings" panose="05000000000000000000" pitchFamily="2" charset="2"/>
              <a:buChar char="§"/>
            </a:pPr>
            <a:r>
              <a:rPr lang="en-US" sz="2400" dirty="0">
                <a:solidFill>
                  <a:srgbClr val="000000"/>
                </a:solidFill>
                <a:latin typeface="Calibri" panose="020F0502020204030204" pitchFamily="34" charset="0"/>
              </a:rPr>
              <a:t>Suitable Psychological Environment</a:t>
            </a:r>
            <a:endParaRPr lang="en-US" sz="2400" dirty="0">
              <a:solidFill>
                <a:schemeClr val="accent1"/>
              </a:solidFill>
              <a:latin typeface="Calibri" panose="020F0502020204030204" pitchFamily="34" charset="0"/>
            </a:endParaRP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 Stress-reducing, burnout prevention, emotionally protective</a:t>
            </a:r>
            <a:endParaRPr lang="en-US" sz="2400" dirty="0">
              <a:solidFill>
                <a:schemeClr val="accent1"/>
              </a:solidFill>
              <a:latin typeface="Calibri" panose="020F0502020204030204" pitchFamily="34" charset="0"/>
              <a:ea typeface="Tahoma" panose="020B0604030504040204" pitchFamily="34" charset="0"/>
              <a:cs typeface="Calibri" panose="020F0502020204030204" pitchFamily="34" charset="0"/>
            </a:endParaRP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Suitable Physical Environment</a:t>
            </a:r>
            <a:endParaRPr lang="en-US" sz="2400" dirty="0">
              <a:solidFill>
                <a:schemeClr val="accent1"/>
              </a:solidFill>
              <a:latin typeface="Calibri" panose="020F0502020204030204" pitchFamily="34" charset="0"/>
              <a:ea typeface="Tahoma" panose="020B0604030504040204" pitchFamily="34" charset="0"/>
              <a:cs typeface="Calibri" panose="020F0502020204030204" pitchFamily="34" charset="0"/>
            </a:endParaRP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Temperature, heat, humidity, light, airflow, hygiene, noise)</a:t>
            </a:r>
          </a:p>
          <a:p>
            <a:pPr marL="1828800" lvl="3" indent="-457200">
              <a:lnSpc>
                <a:spcPct val="107000"/>
              </a:lnSpc>
              <a:spcAft>
                <a:spcPts val="800"/>
              </a:spcAft>
              <a:buFont typeface="Wingdings" panose="05000000000000000000" pitchFamily="2" charset="2"/>
              <a:buChar char="Ø"/>
            </a:pPr>
            <a:r>
              <a:rPr lang="en-US" sz="2400" dirty="0">
                <a:solidFill>
                  <a:schemeClr val="accent1"/>
                </a:solidFill>
                <a:latin typeface="Calibri" panose="020F0502020204030204" pitchFamily="34" charset="0"/>
              </a:rPr>
              <a:t>Keep facilities in a state of order and cleanliness  (5S)</a:t>
            </a:r>
          </a:p>
        </p:txBody>
      </p:sp>
    </p:spTree>
    <p:extLst>
      <p:ext uri="{BB962C8B-B14F-4D97-AF65-F5344CB8AC3E}">
        <p14:creationId xmlns:p14="http://schemas.microsoft.com/office/powerpoint/2010/main" val="3168871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6283" y="586154"/>
            <a:ext cx="10797187" cy="4002058"/>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 </a:t>
            </a: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7.1.5 </a:t>
            </a:r>
            <a:r>
              <a:rPr lang="en-US" sz="3200" dirty="0">
                <a:solidFill>
                  <a:schemeClr val="accent1"/>
                </a:solidFill>
                <a:latin typeface="Calibri" panose="020F0502020204030204" pitchFamily="34" charset="0"/>
                <a:ea typeface="Calibri" panose="020F0502020204030204" pitchFamily="34" charset="0"/>
                <a:cs typeface="Calibri" panose="020F0502020204030204" pitchFamily="34" charset="0"/>
              </a:rPr>
              <a:t>Measurement System</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Evidence to support requirements can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A measurement system is the collection of instruments or gages, standards, operations, methods, fixtures, software, personnel, environment and assumptions used to qualify a unit or fix assessment to the feature characteristics being measured. </a:t>
            </a:r>
          </a:p>
        </p:txBody>
      </p:sp>
    </p:spTree>
    <p:extLst>
      <p:ext uri="{BB962C8B-B14F-4D97-AF65-F5344CB8AC3E}">
        <p14:creationId xmlns:p14="http://schemas.microsoft.com/office/powerpoint/2010/main" val="28908740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4902" y="320842"/>
            <a:ext cx="10359110" cy="6530634"/>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7.1.5 Monitoring &amp; Measurement Resources - Guidance </a:t>
            </a:r>
          </a:p>
          <a:p>
            <a:pPr lvl="1">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Highlights: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Ensure that sufficient resources are provided to support measuring and monitoring activities, including personnel and equipment.</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Statistical Studies (MSA’s) need to be performed to measure the variation in the measurement system (gage and person).</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Gages must verified, calibrated and be traceable to a national standard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Calibration records must be maintained.</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Out of specification gages must be assessed for risk</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Internal Laboratory Scope  must be established</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External Laboratories must be accredited to ISO 17025 unless manufacturer.</a:t>
            </a:r>
          </a:p>
        </p:txBody>
      </p:sp>
    </p:spTree>
    <p:extLst>
      <p:ext uri="{BB962C8B-B14F-4D97-AF65-F5344CB8AC3E}">
        <p14:creationId xmlns:p14="http://schemas.microsoft.com/office/powerpoint/2010/main" val="4217290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5112" y="630028"/>
            <a:ext cx="10359110" cy="5597943"/>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7.1.6 Organizational Knowledge - Guidance </a:t>
            </a: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Key Points: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Safeguard the organization from loss of knowledge through turnover or failure to capture and share information.</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Encourage the organization to acquire knowledge, e.g., from experience, monitoring, benchmarking.</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Competency Assessments/Risk Analysis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Talent Assessments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Job Descriptions</a:t>
            </a:r>
          </a:p>
        </p:txBody>
      </p:sp>
    </p:spTree>
    <p:extLst>
      <p:ext uri="{BB962C8B-B14F-4D97-AF65-F5344CB8AC3E}">
        <p14:creationId xmlns:p14="http://schemas.microsoft.com/office/powerpoint/2010/main" val="40196876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3452" y="187569"/>
            <a:ext cx="10682129" cy="6638612"/>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7.2 Competence - Guidance </a:t>
            </a: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Examples used to support process: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Documented information on training needs, competency requirements, training plans, training taken, training effectiveness.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Job description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Competency Matrix/Assessment</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Training Records/Matrix</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Audit interview results </a:t>
            </a:r>
          </a:p>
          <a:p>
            <a:pPr marL="1371600" lvl="2" indent="-457200">
              <a:lnSpc>
                <a:spcPct val="107000"/>
              </a:lnSpc>
              <a:spcAft>
                <a:spcPts val="800"/>
              </a:spcAft>
              <a:buFont typeface="Wingdings" panose="05000000000000000000" pitchFamily="2" charset="2"/>
              <a:buChar char="§"/>
            </a:pPr>
            <a:r>
              <a:rPr lang="en-US" sz="2400" dirty="0">
                <a:effectLst/>
                <a:latin typeface="Calibri" panose="020F0502020204030204" pitchFamily="34" charset="0"/>
                <a:ea typeface="Tahoma" panose="020B0604030504040204" pitchFamily="34" charset="0"/>
                <a:cs typeface="Calibri" panose="020F0502020204030204" pitchFamily="34" charset="0"/>
              </a:rPr>
              <a:t>Process for: </a:t>
            </a:r>
          </a:p>
          <a:p>
            <a:pPr marL="1828800" lvl="3" indent="-457200">
              <a:lnSpc>
                <a:spcPct val="107000"/>
              </a:lnSpc>
              <a:spcAft>
                <a:spcPts val="800"/>
              </a:spcAft>
              <a:buFont typeface="Wingdings" panose="05000000000000000000" pitchFamily="2" charset="2"/>
              <a:buChar char="§"/>
            </a:pPr>
            <a:r>
              <a:rPr lang="en-US" sz="2200" dirty="0">
                <a:latin typeface="Calibri" panose="020F0502020204030204" pitchFamily="34" charset="0"/>
                <a:ea typeface="Tahoma" panose="020B0604030504040204" pitchFamily="34" charset="0"/>
                <a:cs typeface="Calibri" panose="020F0502020204030204" pitchFamily="34" charset="0"/>
              </a:rPr>
              <a:t>Hiring and “on-boarding” of human resources </a:t>
            </a:r>
          </a:p>
          <a:p>
            <a:pPr marL="1828800" lvl="3" indent="-457200">
              <a:lnSpc>
                <a:spcPct val="107000"/>
              </a:lnSpc>
              <a:spcAft>
                <a:spcPts val="800"/>
              </a:spcAft>
              <a:buFont typeface="Wingdings" panose="05000000000000000000" pitchFamily="2" charset="2"/>
              <a:buChar char="§"/>
            </a:pPr>
            <a:r>
              <a:rPr lang="en-US" sz="2200" dirty="0">
                <a:latin typeface="Calibri" panose="020F0502020204030204" pitchFamily="34" charset="0"/>
                <a:ea typeface="Tahoma" panose="020B0604030504040204" pitchFamily="34" charset="0"/>
                <a:cs typeface="Calibri" panose="020F0502020204030204" pitchFamily="34" charset="0"/>
              </a:rPr>
              <a:t>Determination of training needs</a:t>
            </a:r>
          </a:p>
          <a:p>
            <a:pPr marL="1828800" lvl="3" indent="-457200">
              <a:lnSpc>
                <a:spcPct val="107000"/>
              </a:lnSpc>
              <a:spcAft>
                <a:spcPts val="800"/>
              </a:spcAft>
              <a:buFont typeface="Wingdings" panose="05000000000000000000" pitchFamily="2" charset="2"/>
              <a:buChar char="§"/>
            </a:pPr>
            <a:r>
              <a:rPr lang="en-US" sz="2200" dirty="0">
                <a:effectLst/>
                <a:latin typeface="Calibri" panose="020F0502020204030204" pitchFamily="34" charset="0"/>
                <a:ea typeface="Tahoma" panose="020B0604030504040204" pitchFamily="34" charset="0"/>
                <a:cs typeface="Calibri" panose="020F0502020204030204" pitchFamily="34" charset="0"/>
              </a:rPr>
              <a:t>Evaluating training effectiveness</a:t>
            </a:r>
          </a:p>
        </p:txBody>
      </p:sp>
    </p:spTree>
    <p:extLst>
      <p:ext uri="{BB962C8B-B14F-4D97-AF65-F5344CB8AC3E}">
        <p14:creationId xmlns:p14="http://schemas.microsoft.com/office/powerpoint/2010/main" val="15340262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3452" y="75165"/>
            <a:ext cx="10682129" cy="6399894"/>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7.2.3 – Internal Auditor Competency  - Guidance</a:t>
            </a:r>
          </a:p>
          <a:p>
            <a:pPr marL="457200"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QMS Auditors Need</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of the automotive process approach for auditing, </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of risk-based thinking </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of applicable customer-specific requirements;</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of applicable ISO 9001 and IATF 16949 requirements </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of applicable core tool requirements;</a:t>
            </a:r>
          </a:p>
          <a:p>
            <a:pPr marL="800100" lvl="1" indent="-342900">
              <a:buFont typeface="Wingdings" panose="05000000000000000000" pitchFamily="2" charset="2"/>
              <a:buChar char="Ø"/>
            </a:pPr>
            <a:r>
              <a:rPr lang="en-US" sz="2000" dirty="0">
                <a:solidFill>
                  <a:srgbClr val="000000"/>
                </a:solidFill>
                <a:latin typeface="Calibri" panose="020F0502020204030204" pitchFamily="34" charset="0"/>
              </a:rPr>
              <a:t>Understanding how to plan, conduct, report, and close out audit findings. </a:t>
            </a:r>
            <a:endParaRPr lang="en-US" sz="2000" dirty="0">
              <a:latin typeface="Calibri" panose="020F0502020204030204" pitchFamily="34" charset="0"/>
              <a:ea typeface="Tahoma" panose="020B0604030504040204" pitchFamily="34" charset="0"/>
              <a:cs typeface="Calibri" panose="020F0502020204030204" pitchFamily="34" charset="0"/>
            </a:endParaRPr>
          </a:p>
          <a:p>
            <a:pPr marL="285750" indent="-285750">
              <a:buFont typeface="Wingdings" panose="05000000000000000000" pitchFamily="2" charset="2"/>
              <a:buChar char="§"/>
            </a:pPr>
            <a:r>
              <a:rPr lang="en-US" sz="2000" dirty="0">
                <a:latin typeface="Calibri" panose="020F0502020204030204" pitchFamily="34" charset="0"/>
                <a:ea typeface="Tahoma" panose="020B0604030504040204" pitchFamily="34" charset="0"/>
                <a:cs typeface="Calibri" panose="020F0502020204030204" pitchFamily="34" charset="0"/>
              </a:rPr>
              <a:t>Manufacturing Process Auditors Need </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Understanding of manufacturing process</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Understanding of PFMEA and Control Plans</a:t>
            </a:r>
          </a:p>
          <a:p>
            <a:pPr marL="285750" indent="-285750">
              <a:buFont typeface="Wingdings" panose="05000000000000000000" pitchFamily="2" charset="2"/>
              <a:buChar char="§"/>
            </a:pPr>
            <a:r>
              <a:rPr lang="en-US" sz="2000" dirty="0">
                <a:latin typeface="Calibri" panose="020F0502020204030204" pitchFamily="34" charset="0"/>
                <a:ea typeface="Tahoma" panose="020B0604030504040204" pitchFamily="34" charset="0"/>
                <a:cs typeface="Calibri" panose="020F0502020204030204" pitchFamily="34" charset="0"/>
              </a:rPr>
              <a:t>Product Auditors Need</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Understanding of Product Requirements</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Familiarity with Measuring Devices used to verify Product Conformity</a:t>
            </a:r>
          </a:p>
          <a:p>
            <a:pPr marL="342900" indent="-342900">
              <a:buFont typeface="Wingdings" panose="05000000000000000000" pitchFamily="2" charset="2"/>
              <a:buChar char="§"/>
            </a:pPr>
            <a:r>
              <a:rPr lang="en-US" sz="2000" dirty="0">
                <a:latin typeface="Calibri" panose="020F0502020204030204" pitchFamily="34" charset="0"/>
                <a:ea typeface="Tahoma" panose="020B0604030504040204" pitchFamily="34" charset="0"/>
                <a:cs typeface="Calibri" panose="020F0502020204030204" pitchFamily="34" charset="0"/>
              </a:rPr>
              <a:t>Maintenance Requirements to maintain status include:</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Defined # of Audits Per Year</a:t>
            </a:r>
          </a:p>
          <a:p>
            <a:pPr marL="800100" lvl="1" indent="-342900">
              <a:buFont typeface="Wingdings" panose="05000000000000000000" pitchFamily="2" charset="2"/>
              <a:buChar char="Ø"/>
            </a:pPr>
            <a:r>
              <a:rPr lang="en-US" sz="2000" dirty="0">
                <a:latin typeface="Calibri" panose="020F0502020204030204" pitchFamily="34" charset="0"/>
                <a:ea typeface="Tahoma" panose="020B0604030504040204" pitchFamily="34" charset="0"/>
                <a:cs typeface="Calibri" panose="020F0502020204030204" pitchFamily="34" charset="0"/>
              </a:rPr>
              <a:t>Maintaining Knowledge of Standard and other Requirements</a:t>
            </a:r>
          </a:p>
        </p:txBody>
      </p:sp>
    </p:spTree>
    <p:extLst>
      <p:ext uri="{BB962C8B-B14F-4D97-AF65-F5344CB8AC3E}">
        <p14:creationId xmlns:p14="http://schemas.microsoft.com/office/powerpoint/2010/main" val="5711596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614" y="405036"/>
            <a:ext cx="10748742" cy="6838410"/>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7.3 and 7.3.1 Awareness - Guidance </a:t>
            </a:r>
          </a:p>
          <a:p>
            <a:pPr lvl="2" indent="-858838">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Examples to support Employee Awareness can include:</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New Employee Orientation</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Communication Boards</a:t>
            </a:r>
          </a:p>
          <a:p>
            <a:pPr marL="1371600" lvl="2" indent="-457200">
              <a:lnSpc>
                <a:spcPct val="107000"/>
              </a:lnSpc>
              <a:spcAft>
                <a:spcPts val="800"/>
              </a:spcAft>
              <a:buFont typeface="Wingdings" panose="05000000000000000000" pitchFamily="2" charset="2"/>
              <a:buChar char="§"/>
            </a:pPr>
            <a:r>
              <a:rPr lang="en-US" sz="2400" dirty="0">
                <a:effectLst/>
                <a:latin typeface="Calibri" panose="020F0502020204030204" pitchFamily="34" charset="0"/>
                <a:ea typeface="Tahoma" panose="020B0604030504040204" pitchFamily="34" charset="0"/>
                <a:cs typeface="Calibri" panose="020F0502020204030204" pitchFamily="34" charset="0"/>
              </a:rPr>
              <a:t>Procedures/Work instructions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Performance appraisals</a:t>
            </a:r>
          </a:p>
          <a:p>
            <a:pPr marL="1371600" lvl="2" indent="-457200">
              <a:lnSpc>
                <a:spcPct val="107000"/>
              </a:lnSpc>
              <a:spcAft>
                <a:spcPts val="800"/>
              </a:spcAft>
              <a:buFont typeface="Wingdings" panose="05000000000000000000" pitchFamily="2" charset="2"/>
              <a:buChar char="§"/>
            </a:pPr>
            <a:r>
              <a:rPr lang="en-US" sz="2400" dirty="0">
                <a:effectLst/>
                <a:latin typeface="Calibri" panose="020F0502020204030204" pitchFamily="34" charset="0"/>
                <a:ea typeface="Tahoma" panose="020B0604030504040204" pitchFamily="34" charset="0"/>
                <a:cs typeface="Calibri" panose="020F0502020204030204" pitchFamily="34" charset="0"/>
              </a:rPr>
              <a:t>Employee meeting agendas and meeting minutes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Internal Audits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Tahoma" panose="020B0604030504040204" pitchFamily="34" charset="0"/>
                <a:cs typeface="Calibri" panose="020F0502020204030204" pitchFamily="34" charset="0"/>
              </a:rPr>
              <a:t>Employee Motivation Programs</a:t>
            </a:r>
          </a:p>
          <a:p>
            <a:pPr marL="1828800" lvl="3" indent="-457200">
              <a:lnSpc>
                <a:spcPct val="107000"/>
              </a:lnSpc>
              <a:spcAft>
                <a:spcPts val="800"/>
              </a:spcAft>
              <a:buFont typeface="Wingdings" panose="05000000000000000000" pitchFamily="2" charset="2"/>
              <a:buChar char="Ø"/>
            </a:pPr>
            <a:r>
              <a:rPr lang="en-US" sz="2400" dirty="0">
                <a:effectLst/>
                <a:latin typeface="Calibri" panose="020F0502020204030204" pitchFamily="34" charset="0"/>
                <a:ea typeface="Tahoma" panose="020B0604030504040204" pitchFamily="34" charset="0"/>
                <a:cs typeface="Calibri" panose="020F0502020204030204" pitchFamily="34" charset="0"/>
              </a:rPr>
              <a:t>To achieve objecti</a:t>
            </a:r>
            <a:r>
              <a:rPr lang="en-US" sz="2400" dirty="0">
                <a:latin typeface="Calibri" panose="020F0502020204030204" pitchFamily="34" charset="0"/>
                <a:ea typeface="Tahoma" panose="020B0604030504040204" pitchFamily="34" charset="0"/>
                <a:cs typeface="Calibri" panose="020F0502020204030204" pitchFamily="34" charset="0"/>
              </a:rPr>
              <a:t>ves</a:t>
            </a:r>
          </a:p>
          <a:p>
            <a:pPr marL="1828800" lvl="3" indent="-457200">
              <a:lnSpc>
                <a:spcPct val="107000"/>
              </a:lnSpc>
              <a:spcAft>
                <a:spcPts val="800"/>
              </a:spcAft>
              <a:buFont typeface="Wingdings" panose="05000000000000000000" pitchFamily="2" charset="2"/>
              <a:buChar char="Ø"/>
            </a:pPr>
            <a:r>
              <a:rPr lang="en-US" sz="2400" dirty="0">
                <a:effectLst/>
                <a:latin typeface="Calibri" panose="020F0502020204030204" pitchFamily="34" charset="0"/>
                <a:ea typeface="Tahoma" panose="020B0604030504040204" pitchFamily="34" charset="0"/>
                <a:cs typeface="Calibri" panose="020F0502020204030204" pitchFamily="34" charset="0"/>
              </a:rPr>
              <a:t>Continual Improvement</a:t>
            </a:r>
          </a:p>
          <a:p>
            <a:pPr lvl="2">
              <a:lnSpc>
                <a:spcPct val="107000"/>
              </a:lnSpc>
              <a:spcAft>
                <a:spcPts val="800"/>
              </a:spcAft>
            </a:pPr>
            <a:endParaRPr lang="en-US" sz="2400" dirty="0">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0413141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7193" y="809244"/>
            <a:ext cx="10397613" cy="5239511"/>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7.4 Communication - Guidance   </a:t>
            </a:r>
          </a:p>
          <a:p>
            <a:pPr lvl="2" indent="-687388">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Examples of Communications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Meetings </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Communication Plans/Matrix</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Communication Boards</a:t>
            </a:r>
          </a:p>
          <a:p>
            <a:pPr marL="1374775" lvl="3" indent="-51593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QMS Documentation</a:t>
            </a:r>
          </a:p>
          <a:p>
            <a:pPr marL="1374775" lvl="3" indent="-51593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Monitors</a:t>
            </a:r>
          </a:p>
          <a:p>
            <a:pPr marL="1374775" lvl="3" indent="-515938">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Interested party list and communications documents</a:t>
            </a:r>
            <a:r>
              <a:rPr lang="en-US" sz="2200" dirty="0">
                <a:latin typeface="Calibri" panose="020F0502020204030204" pitchFamily="34" charset="0"/>
                <a:ea typeface="Tahoma" panose="020B0604030504040204" pitchFamily="34" charset="0"/>
                <a:cs typeface="Calibri" panose="020F0502020204030204" pitchFamily="34" charset="0"/>
              </a:rPr>
              <a:t>. </a:t>
            </a:r>
            <a:endParaRPr lang="en-US" sz="2200" dirty="0">
              <a:effectLst/>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38980506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8923" y="472542"/>
            <a:ext cx="10389794" cy="5597943"/>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7 – Support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7.5 Documented Information - Guidance </a:t>
            </a:r>
          </a:p>
          <a:p>
            <a:pPr lvl="2" indent="-288925">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Audit evidence needed to demonstrate conformity can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Documented information, e.g., quality manual, procedures, records, forms, controlled documents list or database. </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Process to release and change of documented information.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Process for preservation and control of documented information.</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Process for record retention.</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Process for control of engineering specifications and prints</a:t>
            </a:r>
            <a:r>
              <a:rPr lang="en-US" sz="2800" dirty="0">
                <a:effectLst/>
                <a:latin typeface="Calibri" panose="020F0502020204030204" pitchFamily="34" charset="0"/>
                <a:ea typeface="Tahoma" panose="020B0604030504040204" pitchFamily="34" charset="0"/>
                <a:cs typeface="Calibri" panose="020F0502020204030204" pitchFamily="34" charset="0"/>
              </a:rPr>
              <a:t>. </a:t>
            </a:r>
            <a:endParaRPr lang="en-US" sz="2200" dirty="0">
              <a:effectLst/>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458987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2822952"/>
          </a:xfrm>
          <a:prstGeom prst="rect">
            <a:avLst/>
          </a:prstGeom>
        </p:spPr>
        <p:txBody>
          <a:bodyPr wrap="square">
            <a:spAutoFit/>
          </a:bodyPr>
          <a:lstStyle/>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a:t>
            </a:r>
          </a:p>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OPERATIONAL PLANNING AND CONTROL </a:t>
            </a:r>
            <a:endParaRPr lang="en-US" sz="4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94330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2061" y="283474"/>
            <a:ext cx="10766909" cy="6149889"/>
          </a:xfrm>
          <a:prstGeom prst="rect">
            <a:avLst/>
          </a:prstGeom>
        </p:spPr>
        <p:txBody>
          <a:bodyPr wrap="square">
            <a:spAutoFit/>
          </a:bodyPr>
          <a:lstStyle/>
          <a:p>
            <a:pPr>
              <a:lnSpc>
                <a:spcPct val="107000"/>
              </a:lnSpc>
              <a:spcAft>
                <a:spcPts val="800"/>
              </a:spcAft>
            </a:pP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8.1  </a:t>
            </a:r>
            <a:r>
              <a:rPr lang="en-US" sz="2400" dirty="0">
                <a:latin typeface="Calibri" panose="020F0502020204030204" pitchFamily="34" charset="0"/>
                <a:ea typeface="Calibri" panose="020F0502020204030204" pitchFamily="34" charset="0"/>
                <a:cs typeface="Calibri" panose="020F0502020204030204" pitchFamily="34" charset="0"/>
              </a:rPr>
              <a:t>Operation Planning and Control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8.2  </a:t>
            </a:r>
            <a:r>
              <a:rPr lang="en-US" sz="2400" dirty="0">
                <a:latin typeface="Calibri" panose="020F0502020204030204" pitchFamily="34" charset="0"/>
                <a:ea typeface="Calibri" panose="020F0502020204030204" pitchFamily="34" charset="0"/>
                <a:cs typeface="Calibri" panose="020F0502020204030204" pitchFamily="34" charset="0"/>
              </a:rPr>
              <a:t>Requirements for products and services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8.3  </a:t>
            </a:r>
            <a:r>
              <a:rPr lang="en-US" sz="2400" dirty="0">
                <a:latin typeface="Calibri" panose="020F0502020204030204" pitchFamily="34" charset="0"/>
                <a:ea typeface="Calibri" panose="020F0502020204030204" pitchFamily="34" charset="0"/>
                <a:cs typeface="Calibri" panose="020F0502020204030204" pitchFamily="34" charset="0"/>
              </a:rPr>
              <a:t>Design and Development of products and services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8.4  </a:t>
            </a:r>
            <a:r>
              <a:rPr lang="en-US" sz="2400" dirty="0">
                <a:latin typeface="Calibri" panose="020F0502020204030204" pitchFamily="34" charset="0"/>
                <a:ea typeface="Calibri" panose="020F0502020204030204" pitchFamily="34" charset="0"/>
                <a:cs typeface="Calibri" panose="020F0502020204030204" pitchFamily="34" charset="0"/>
              </a:rPr>
              <a:t>Control of externally provided processes, products and services</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8.5  </a:t>
            </a:r>
            <a:r>
              <a:rPr lang="en-US" sz="2400" dirty="0">
                <a:latin typeface="Calibri" panose="020F0502020204030204" pitchFamily="34" charset="0"/>
                <a:ea typeface="Calibri" panose="020F0502020204030204" pitchFamily="34" charset="0"/>
                <a:cs typeface="Calibri" panose="020F0502020204030204" pitchFamily="34" charset="0"/>
              </a:rPr>
              <a:t>Production and Service provision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8.6  </a:t>
            </a:r>
            <a:r>
              <a:rPr lang="en-US" sz="2400" dirty="0">
                <a:latin typeface="Calibri" panose="020F0502020204030204" pitchFamily="34" charset="0"/>
                <a:ea typeface="Calibri" panose="020F0502020204030204" pitchFamily="34" charset="0"/>
                <a:cs typeface="Calibri" panose="020F0502020204030204" pitchFamily="34" charset="0"/>
              </a:rPr>
              <a:t>Release of products and services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8.7 </a:t>
            </a:r>
            <a:r>
              <a:rPr lang="en-US" sz="2400" dirty="0">
                <a:latin typeface="Calibri" panose="020F0502020204030204" pitchFamily="34" charset="0"/>
                <a:ea typeface="Calibri" panose="020F0502020204030204" pitchFamily="34" charset="0"/>
                <a:cs typeface="Calibri" panose="020F0502020204030204" pitchFamily="34" charset="0"/>
              </a:rPr>
              <a:t>Control of nonconforming products</a:t>
            </a:r>
            <a:endParaRPr lang="en-US" sz="2400" b="1" dirty="0">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r>
              <a:rPr lang="en-US" sz="2400" dirty="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8720055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97662"/>
            <a:ext cx="7069015" cy="5402120"/>
          </a:xfrm>
          <a:prstGeom prst="rect">
            <a:avLst/>
          </a:prstGeom>
        </p:spPr>
        <p:txBody>
          <a:bodyPr wrap="square">
            <a:spAutoFit/>
          </a:bodyPr>
          <a:lstStyle/>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marL="1371600" lvl="2" indent="-457200">
              <a:lnSpc>
                <a:spcPct val="107000"/>
              </a:lnSpc>
              <a:spcAft>
                <a:spcPts val="800"/>
              </a:spcAft>
              <a:buFont typeface="Wingdings" panose="05000000000000000000" pitchFamily="2" charset="2"/>
              <a:buChar char="§"/>
            </a:pPr>
            <a:r>
              <a:rPr lang="en-US" sz="3600" dirty="0">
                <a:latin typeface="Calibri" panose="020F0502020204030204" pitchFamily="34" charset="0"/>
                <a:ea typeface="Calibri" panose="020F0502020204030204" pitchFamily="34" charset="0"/>
                <a:cs typeface="Calibri" panose="020F0502020204030204" pitchFamily="34" charset="0"/>
              </a:rPr>
              <a:t>Define the basic quality system requirements for value-added processes needed for product or service realization and other processes that are directly related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7" name="Rectangle 6"/>
          <p:cNvSpPr/>
          <p:nvPr/>
        </p:nvSpPr>
        <p:spPr>
          <a:xfrm>
            <a:off x="770021" y="391085"/>
            <a:ext cx="10417571" cy="1248740"/>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endPar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7678615" y="1888148"/>
            <a:ext cx="3876675" cy="3105150"/>
          </a:xfrm>
          <a:prstGeom prst="rect">
            <a:avLst/>
          </a:prstGeom>
        </p:spPr>
      </p:pic>
    </p:spTree>
    <p:extLst>
      <p:ext uri="{BB962C8B-B14F-4D97-AF65-F5344CB8AC3E}">
        <p14:creationId xmlns:p14="http://schemas.microsoft.com/office/powerpoint/2010/main" val="2781087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7769" y="348220"/>
            <a:ext cx="10724519" cy="5597943"/>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8.1 Operation Planning and Control - Guidance </a:t>
            </a:r>
          </a:p>
          <a:p>
            <a:pPr lvl="2" indent="-858838">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process planning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Process for process control </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Process fo</a:t>
            </a:r>
            <a:r>
              <a:rPr lang="en-US" sz="2800" dirty="0">
                <a:latin typeface="Calibri" panose="020F0502020204030204" pitchFamily="34" charset="0"/>
                <a:ea typeface="Tahoma" panose="020B0604030504040204" pitchFamily="34" charset="0"/>
                <a:cs typeface="Calibri" panose="020F0502020204030204" pitchFamily="34" charset="0"/>
              </a:rPr>
              <a:t>r change management</a:t>
            </a:r>
          </a:p>
          <a:p>
            <a:pPr marL="1371600" lvl="2" indent="-457200">
              <a:lnSpc>
                <a:spcPct val="107000"/>
              </a:lnSpc>
              <a:spcAft>
                <a:spcPts val="800"/>
              </a:spcAft>
              <a:buFont typeface="Wingdings" panose="05000000000000000000" pitchFamily="2" charset="2"/>
              <a:buChar char="§"/>
            </a:pPr>
            <a:r>
              <a:rPr lang="en-US" sz="2800" dirty="0">
                <a:effectLst/>
                <a:latin typeface="Calibri" panose="020F0502020204030204" pitchFamily="34" charset="0"/>
                <a:ea typeface="Tahoma" panose="020B0604030504040204" pitchFamily="34" charset="0"/>
                <a:cs typeface="Calibri" panose="020F0502020204030204" pitchFamily="34" charset="0"/>
              </a:rPr>
              <a:t>Process for product or service design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Tahoma" panose="020B0604030504040204" pitchFamily="34" charset="0"/>
                <a:cs typeface="Calibri" panose="020F0502020204030204" pitchFamily="34" charset="0"/>
              </a:rPr>
              <a:t>Documented information, e.g., project plans, quality plans, resource plans/ budgets, control plans/chart, FMEAs, Measurement plans. </a:t>
            </a:r>
            <a:endParaRPr lang="en-US" sz="2200" dirty="0">
              <a:effectLst/>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258507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9672" y="0"/>
            <a:ext cx="10906188" cy="7320787"/>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indent="-401638">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8.2  Requirements for products and services - Guidance </a:t>
            </a:r>
          </a:p>
          <a:p>
            <a:pPr lvl="2" indent="-454025">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Examples to demonstrate conformity can include:</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Customer approvals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RFQ/Quote process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Change approval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Customer satisfaction scorecards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Customer complaint logs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Process for contract Review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Feasibility Reviews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Identification of Customer Specific Characteristics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Applicable regulatory requirements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Documented information for review documents of external origin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15328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3174" y="0"/>
            <a:ext cx="10597351" cy="679365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rPr>
              <a:t>8.3  Design and Development of products and services- Guidance </a:t>
            </a:r>
          </a:p>
          <a:p>
            <a:pPr lvl="2" indent="-742950">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Project Planning/APQP Process; Defined Stages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Multidisciplinary Approach</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Defining Product Inputs (functional, financial, regulatory requirements)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Manufacturing Design Inputs (SC’s, Targets for Cost, Timing, Capability)</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Identification of Special Characteristics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Design Review agendas and meeting minutes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PPAP process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Documented information or product or services design, e.g., specifications, standards, customer- specific requirements, design FMEA, verification results, validation results, drawings, math data, change management, critical od special characteristics.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Manufacturing Design Output – Drawings, PFMEAs, Control Plans, Capacity Analysis,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Process for change management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434479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3227" y="292340"/>
            <a:ext cx="10592312" cy="7024167"/>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2400" b="1" dirty="0">
                <a:solidFill>
                  <a:schemeClr val="accent1"/>
                </a:solidFill>
                <a:latin typeface="Calibri" panose="020F0502020204030204" pitchFamily="34" charset="0"/>
                <a:ea typeface="Calibri" panose="020F0502020204030204" pitchFamily="34" charset="0"/>
                <a:cs typeface="Calibri" panose="020F0502020204030204" pitchFamily="34" charset="0"/>
              </a:rPr>
              <a:t>8.4  Control of externally provided processes, products and services - Guidance </a:t>
            </a:r>
          </a:p>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Highlights: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All forms of externally provided processes, products and services are addressed, whether purchasing from a supplier, an arrangement with an allied or affiliate company, or outsourcing processes.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Controls required can vary depending on the nature of what is being purchased.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Supplier Selection process required; based on established criteria; assessment of risk</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Customer designated suppliers are still subject to IATF requirements.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Purchased product has to comply with regulatory requirements.</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Suppliers need to be developed to comply with IATF; min of ISO 9001 certification.</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Use risk-based thinking to determine the type and extent of controls appropriate to particular external providers and what is being purchased. </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Suppliers performance needs to be monitored.</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Second party audit process required based on risk.</a:t>
            </a:r>
          </a:p>
          <a:p>
            <a:pPr marL="1371600" lvl="2" indent="-457200">
              <a:lnSpc>
                <a:spcPct val="107000"/>
              </a:lnSpc>
              <a:spcAft>
                <a:spcPts val="800"/>
              </a:spcAft>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Company’s QMS requirements need to be communicated to suppliers.</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53670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5064" y="2164730"/>
            <a:ext cx="5726191" cy="4342343"/>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Control plan – Pre Launch/Production</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Production Scheduling (JIT)</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Identification &amp; Traceability</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Error-proofing devices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Work instructions</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Job Setup Verifications</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Preventive Maintenance Program</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Preventive Maintenance Program</a:t>
            </a:r>
          </a:p>
          <a:p>
            <a:pPr marL="1371600" lvl="2" indent="-457200">
              <a:lnSpc>
                <a:spcPct val="107000"/>
              </a:lnSpc>
              <a:spcAft>
                <a:spcPts val="800"/>
              </a:spcAft>
              <a:buFont typeface="Wingdings" panose="05000000000000000000" pitchFamily="2" charset="2"/>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lvl="2">
              <a:lnSpc>
                <a:spcPct val="107000"/>
              </a:lnSpc>
              <a:spcAft>
                <a:spcPts val="800"/>
              </a:spcAft>
            </a:pPr>
            <a:endParaRPr lang="en-US" sz="2400" dirty="0">
              <a:effectLst/>
              <a:ea typeface="Tahoma" panose="020B0604030504040204" pitchFamily="34" charset="0"/>
              <a:cs typeface="Tahoma" panose="020B0604030504040204" pitchFamily="34" charset="0"/>
            </a:endParaRPr>
          </a:p>
        </p:txBody>
      </p:sp>
      <p:sp>
        <p:nvSpPr>
          <p:cNvPr id="3" name="Rectangle 2"/>
          <p:cNvSpPr/>
          <p:nvPr/>
        </p:nvSpPr>
        <p:spPr>
          <a:xfrm>
            <a:off x="5548950" y="2141144"/>
            <a:ext cx="5369170" cy="3626185"/>
          </a:xfrm>
          <a:prstGeom prst="rect">
            <a:avLst/>
          </a:prstGeom>
        </p:spPr>
        <p:txBody>
          <a:bodyPr wrap="square">
            <a:spAutoFit/>
          </a:bodyPr>
          <a:lstStyle/>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System for Tool Management</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Process for Change Management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Special Characteristic Designation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Customer-owned </a:t>
            </a:r>
            <a:r>
              <a:rPr lang="en-US" sz="2000" dirty="0" err="1">
                <a:latin typeface="Calibri" panose="020F0502020204030204" pitchFamily="34" charset="0"/>
                <a:ea typeface="Calibri" panose="020F0502020204030204" pitchFamily="34" charset="0"/>
                <a:cs typeface="Calibri" panose="020F0502020204030204" pitchFamily="34" charset="0"/>
              </a:rPr>
              <a:t>Poperty</a:t>
            </a:r>
            <a:r>
              <a:rPr lang="en-US" sz="2000" dirty="0">
                <a:latin typeface="Calibri" panose="020F0502020204030204" pitchFamily="34" charset="0"/>
                <a:ea typeface="Calibri" panose="020F0502020204030204" pitchFamily="34" charset="0"/>
                <a:cs typeface="Calibri" panose="020F0502020204030204" pitchFamily="34" charset="0"/>
              </a:rPr>
              <a:t> Identification</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Packaging Specifications </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Products Labels</a:t>
            </a:r>
          </a:p>
          <a:p>
            <a:pPr marL="1371600" lvl="2" indent="-457200">
              <a:lnSpc>
                <a:spcPct val="107000"/>
              </a:lnSpc>
              <a:spcAft>
                <a:spcPts val="800"/>
              </a:spcAft>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Change Authorization </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800100" lvl="1" indent="-342900">
              <a:lnSpc>
                <a:spcPct val="107000"/>
              </a:lnSpc>
              <a:spcAft>
                <a:spcPts val="800"/>
              </a:spcAft>
              <a:buFont typeface="Calibri" panose="020F0502020204030204" pitchFamily="34" charset="0"/>
              <a:buChar char="-"/>
            </a:pPr>
            <a:endParaRPr lang="en-US" sz="1100" dirty="0">
              <a:effectLst/>
              <a:latin typeface="Perpetua" panose="02020502060401020303" pitchFamily="18" charset="0"/>
              <a:ea typeface="Tahoma" panose="020B0604030504040204" pitchFamily="34" charset="0"/>
              <a:cs typeface="Tahoma" panose="020B0604030504040204" pitchFamily="34" charset="0"/>
            </a:endParaRPr>
          </a:p>
        </p:txBody>
      </p:sp>
      <p:sp>
        <p:nvSpPr>
          <p:cNvPr id="4" name="Rectangle 3"/>
          <p:cNvSpPr/>
          <p:nvPr/>
        </p:nvSpPr>
        <p:spPr>
          <a:xfrm>
            <a:off x="525064" y="118334"/>
            <a:ext cx="10841352" cy="1291316"/>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8.5  Production and Service provision - Guidance  </a:t>
            </a:r>
            <a:endParaRPr lang="en-US" sz="3200" b="1" dirty="0">
              <a:effectLst/>
              <a:latin typeface="Calibri" panose="020F0502020204030204" pitchFamily="34" charset="0"/>
              <a:ea typeface="Tahoma" panose="020B060403050404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8A36136-A371-4409-BEBB-C1B9FF2330E4}"/>
              </a:ext>
            </a:extLst>
          </p:cNvPr>
          <p:cNvSpPr txBox="1"/>
          <p:nvPr/>
        </p:nvSpPr>
        <p:spPr>
          <a:xfrm>
            <a:off x="779388" y="1558776"/>
            <a:ext cx="9984757" cy="738664"/>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Audit evidence needed to demonstrate conformity can include:</a:t>
            </a:r>
          </a:p>
          <a:p>
            <a:endParaRPr lang="en-US" dirty="0"/>
          </a:p>
        </p:txBody>
      </p:sp>
    </p:spTree>
    <p:extLst>
      <p:ext uri="{BB962C8B-B14F-4D97-AF65-F5344CB8AC3E}">
        <p14:creationId xmlns:p14="http://schemas.microsoft.com/office/powerpoint/2010/main" val="26863119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7660" y="309973"/>
            <a:ext cx="10754798" cy="6238054"/>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8.6  Release of products and services- Guidance  </a:t>
            </a:r>
          </a:p>
          <a:p>
            <a:pPr>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Inspection and Testing Activities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Inspection and Test Status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Verification Activities or Control Plan </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Layout Inspections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Acceptance Criteria Defined</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Receiving Inspection/Verification</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Deviation Approvals</a:t>
            </a:r>
          </a:p>
          <a:p>
            <a:pPr marL="1371600" lvl="2" indent="-457200">
              <a:lnSpc>
                <a:spcPct val="107000"/>
              </a:lnSpc>
              <a:spcAft>
                <a:spcPts val="800"/>
              </a:spcAft>
              <a:buFont typeface="Wingdings" panose="05000000000000000000" pitchFamily="2" charset="2"/>
              <a:buChar char="§"/>
            </a:pPr>
            <a:r>
              <a:rPr lang="en-US" sz="2400" dirty="0">
                <a:latin typeface="Calibri" panose="020F0502020204030204" pitchFamily="34" charset="0"/>
                <a:ea typeface="Calibri" panose="020F0502020204030204" pitchFamily="34" charset="0"/>
                <a:cs typeface="Calibri" panose="020F0502020204030204" pitchFamily="34" charset="0"/>
              </a:rPr>
              <a:t>Documented information of verification activities, e.g., product releases with authorized signatures. </a:t>
            </a:r>
          </a:p>
        </p:txBody>
      </p:sp>
    </p:spTree>
    <p:extLst>
      <p:ext uri="{BB962C8B-B14F-4D97-AF65-F5344CB8AC3E}">
        <p14:creationId xmlns:p14="http://schemas.microsoft.com/office/powerpoint/2010/main" val="35260170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1122" y="461527"/>
            <a:ext cx="10797187" cy="6507615"/>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8 – Operation</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indent="-401638">
              <a:lnSpc>
                <a:spcPct val="107000"/>
              </a:lnSpc>
              <a:spcAft>
                <a:spcPts val="800"/>
              </a:spcAft>
            </a:pPr>
            <a:r>
              <a:rPr lang="en-US" sz="3200" b="1" dirty="0">
                <a:solidFill>
                  <a:schemeClr val="accent1"/>
                </a:solidFill>
                <a:latin typeface="Calibri" panose="020F0502020204030204" pitchFamily="34" charset="0"/>
                <a:ea typeface="Calibri" panose="020F0502020204030204" pitchFamily="34" charset="0"/>
                <a:cs typeface="Calibri" panose="020F0502020204030204" pitchFamily="34" charset="0"/>
              </a:rPr>
              <a:t>8.7 Control of nonconforming products - Guidance  </a:t>
            </a:r>
          </a:p>
          <a:p>
            <a:pPr lvl="1" indent="-401638">
              <a:lnSpc>
                <a:spcPct val="107000"/>
              </a:lnSpc>
              <a:spcAft>
                <a:spcPts val="800"/>
              </a:spcAft>
            </a:pPr>
            <a:r>
              <a:rPr lang="en-US" sz="3200" dirty="0">
                <a:latin typeface="Calibri" panose="020F0502020204030204" pitchFamily="34" charset="0"/>
                <a:ea typeface="Calibri" panose="020F0502020204030204" pitchFamily="34" charset="0"/>
                <a:cs typeface="Calibri" panose="020F0502020204030204" pitchFamily="34" charset="0"/>
              </a:rPr>
              <a:t>E</a:t>
            </a:r>
            <a:r>
              <a:rPr lang="en-US" sz="2800" dirty="0">
                <a:latin typeface="Calibri" panose="020F0502020204030204" pitchFamily="34" charset="0"/>
                <a:ea typeface="Calibri" panose="020F0502020204030204" pitchFamily="34" charset="0"/>
                <a:cs typeface="Calibri" panose="020F0502020204030204" pitchFamily="34" charset="0"/>
              </a:rPr>
              <a:t>vidence needed to demonstrate conformity can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handling nonconforming product</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Documented information or product nonconformity, e.g., rework instructions, nonconforming material labels, customer notification and approvals, nonconformance reports, corrective action requests, waivers or deviation approval, job descriptions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Observation, e.g., nonconforming material, quarantine, hold area</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Disposition process (MRB)</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606745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973232"/>
          </a:xfrm>
          <a:prstGeom prst="rect">
            <a:avLst/>
          </a:prstGeom>
        </p:spPr>
        <p:txBody>
          <a:bodyPr wrap="square">
            <a:spAutoFit/>
          </a:bodyPr>
          <a:lstStyle/>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a:t>
            </a:r>
          </a:p>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PERFORMANCE EVALUATION</a:t>
            </a:r>
            <a:endParaRPr lang="en-US" sz="4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9017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4723" y="594730"/>
            <a:ext cx="11492248" cy="5762347"/>
          </a:xfrm>
          <a:prstGeom prst="rect">
            <a:avLst/>
          </a:prstGeom>
        </p:spPr>
        <p:txBody>
          <a:bodyPr wrap="square">
            <a:spAutoFit/>
          </a:bodyPr>
          <a:lstStyle/>
          <a:p>
            <a:pPr>
              <a:lnSpc>
                <a:spcPct val="107000"/>
              </a:lnSpc>
              <a:spcAft>
                <a:spcPts val="800"/>
              </a:spcAft>
            </a:pP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 Performance Evaluation </a:t>
            </a:r>
          </a:p>
          <a:p>
            <a:pPr>
              <a:lnSpc>
                <a:spcPct val="107000"/>
              </a:lnSpc>
              <a:spcAft>
                <a:spcPts val="800"/>
              </a:spcAft>
            </a:pPr>
            <a:endParaRPr lang="en-US" sz="1050" b="1" dirty="0">
              <a:solidFill>
                <a:schemeClr val="accent1"/>
              </a:solidFill>
              <a:ea typeface="Calibri" panose="020F0502020204030204" pitchFamily="34" charset="0"/>
              <a:cs typeface="Times New Roman" panose="02020603050405020304" pitchFamily="18" charset="0"/>
            </a:endParaRP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9.1.1.1  </a:t>
            </a:r>
            <a:r>
              <a:rPr lang="en-US" sz="2400" dirty="0">
                <a:latin typeface="Calibri" panose="020F0502020204030204" pitchFamily="34" charset="0"/>
                <a:ea typeface="Calibri" panose="020F0502020204030204" pitchFamily="34" charset="0"/>
                <a:cs typeface="Calibri" panose="020F0502020204030204" pitchFamily="34" charset="0"/>
              </a:rPr>
              <a:t>Monitoring &amp; Measuring of Manufacturing Processes</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9.1.1.2  </a:t>
            </a:r>
            <a:r>
              <a:rPr lang="en-US" sz="2400" dirty="0">
                <a:latin typeface="Calibri" panose="020F0502020204030204" pitchFamily="34" charset="0"/>
                <a:ea typeface="Calibri" panose="020F0502020204030204" pitchFamily="34" charset="0"/>
                <a:cs typeface="Calibri" panose="020F0502020204030204" pitchFamily="34" charset="0"/>
              </a:rPr>
              <a:t>Identification of Statistical Tools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9.1.1.3  </a:t>
            </a:r>
            <a:r>
              <a:rPr lang="en-US" sz="2400" dirty="0">
                <a:latin typeface="Calibri" panose="020F0502020204030204" pitchFamily="34" charset="0"/>
                <a:ea typeface="Calibri" panose="020F0502020204030204" pitchFamily="34" charset="0"/>
                <a:cs typeface="Calibri" panose="020F0502020204030204" pitchFamily="34" charset="0"/>
              </a:rPr>
              <a:t>Application of Statistical Concepts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9.1.2  </a:t>
            </a:r>
            <a:r>
              <a:rPr lang="en-US" sz="360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Customer Satisfaction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9.1.3     </a:t>
            </a:r>
            <a:r>
              <a:rPr lang="en-US" sz="2400" dirty="0">
                <a:latin typeface="Calibri" panose="020F0502020204030204" pitchFamily="34" charset="0"/>
                <a:ea typeface="Calibri" panose="020F0502020204030204" pitchFamily="34" charset="0"/>
                <a:cs typeface="Calibri" panose="020F0502020204030204" pitchFamily="34" charset="0"/>
              </a:rPr>
              <a:t>Analysis and Evaluation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9.1.3.1  </a:t>
            </a:r>
            <a:r>
              <a:rPr lang="en-US" sz="2400" dirty="0">
                <a:latin typeface="Calibri" panose="020F0502020204030204" pitchFamily="34" charset="0"/>
                <a:ea typeface="Calibri" panose="020F0502020204030204" pitchFamily="34" charset="0"/>
                <a:cs typeface="Calibri" panose="020F0502020204030204" pitchFamily="34" charset="0"/>
              </a:rPr>
              <a:t>Prioritization </a:t>
            </a:r>
          </a:p>
          <a:p>
            <a:pPr lvl="1">
              <a:lnSpc>
                <a:spcPct val="107000"/>
              </a:lnSpc>
              <a:spcAft>
                <a:spcPts val="800"/>
              </a:spcAft>
            </a:pPr>
            <a:endParaRPr lang="en-US"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393996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0064" y="137530"/>
            <a:ext cx="10561018" cy="7375417"/>
          </a:xfrm>
          <a:prstGeom prst="rect">
            <a:avLst/>
          </a:prstGeom>
        </p:spPr>
        <p:txBody>
          <a:bodyPr wrap="square">
            <a:spAutoFit/>
          </a:bodyPr>
          <a:lstStyle/>
          <a:p>
            <a:pPr>
              <a:lnSpc>
                <a:spcPct val="107000"/>
              </a:lnSpc>
              <a:spcAft>
                <a:spcPts val="800"/>
              </a:spcAft>
            </a:pP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 Performance Evaluation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9.2        </a:t>
            </a:r>
            <a:r>
              <a:rPr lang="en-US" sz="2400" dirty="0">
                <a:latin typeface="Calibri" panose="020F0502020204030204" pitchFamily="34" charset="0"/>
                <a:ea typeface="Calibri" panose="020F0502020204030204" pitchFamily="34" charset="0"/>
                <a:cs typeface="Calibri" panose="020F0502020204030204" pitchFamily="34" charset="0"/>
              </a:rPr>
              <a:t>Internal Audit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9.2.2.1  </a:t>
            </a:r>
            <a:r>
              <a:rPr lang="en-US" sz="2400" dirty="0">
                <a:latin typeface="Calibri" panose="020F0502020204030204" pitchFamily="34" charset="0"/>
                <a:ea typeface="Calibri" panose="020F0502020204030204" pitchFamily="34" charset="0"/>
                <a:cs typeface="Calibri" panose="020F0502020204030204" pitchFamily="34" charset="0"/>
              </a:rPr>
              <a:t>Internal Audit Program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9.2.2.2  </a:t>
            </a:r>
            <a:r>
              <a:rPr lang="en-US" sz="2400" dirty="0">
                <a:latin typeface="Calibri" panose="020F0502020204030204" pitchFamily="34" charset="0"/>
                <a:ea typeface="Calibri" panose="020F0502020204030204" pitchFamily="34" charset="0"/>
                <a:cs typeface="Calibri" panose="020F0502020204030204" pitchFamily="34" charset="0"/>
              </a:rPr>
              <a:t>QMS Audit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9.2.2.3 </a:t>
            </a:r>
            <a:r>
              <a:rPr lang="en-US" sz="360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Manufacturing Process Audit (LPA)</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9.2.2.4  </a:t>
            </a:r>
            <a:r>
              <a:rPr lang="en-US" sz="2400" dirty="0">
                <a:latin typeface="Calibri" panose="020F0502020204030204" pitchFamily="34" charset="0"/>
                <a:ea typeface="Calibri" panose="020F0502020204030204" pitchFamily="34" charset="0"/>
                <a:cs typeface="Calibri" panose="020F0502020204030204" pitchFamily="34" charset="0"/>
              </a:rPr>
              <a:t>Product Audit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9.3        </a:t>
            </a:r>
            <a:r>
              <a:rPr lang="en-US" sz="2400" dirty="0">
                <a:latin typeface="Calibri" panose="020F0502020204030204" pitchFamily="34" charset="0"/>
                <a:ea typeface="Calibri" panose="020F0502020204030204" pitchFamily="34" charset="0"/>
                <a:cs typeface="Calibri" panose="020F0502020204030204" pitchFamily="34" charset="0"/>
              </a:rPr>
              <a:t>Management Review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9.3.2     </a:t>
            </a:r>
            <a:r>
              <a:rPr lang="en-US" sz="2400" dirty="0">
                <a:latin typeface="Calibri" panose="020F0502020204030204" pitchFamily="34" charset="0"/>
                <a:ea typeface="Calibri" panose="020F0502020204030204" pitchFamily="34" charset="0"/>
                <a:cs typeface="Calibri" panose="020F0502020204030204" pitchFamily="34" charset="0"/>
              </a:rPr>
              <a:t>Management Review Inputs</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9.3.3     </a:t>
            </a:r>
            <a:r>
              <a:rPr lang="en-US" sz="2400" dirty="0">
                <a:latin typeface="Calibri" panose="020F0502020204030204" pitchFamily="34" charset="0"/>
                <a:ea typeface="Calibri" panose="020F0502020204030204" pitchFamily="34" charset="0"/>
                <a:cs typeface="Calibri" panose="020F0502020204030204" pitchFamily="34" charset="0"/>
              </a:rPr>
              <a:t>Management Review Outputs</a:t>
            </a:r>
          </a:p>
          <a:p>
            <a:pPr marL="914400" lvl="1" indent="-457200">
              <a:lnSpc>
                <a:spcPct val="107000"/>
              </a:lnSpc>
              <a:spcAft>
                <a:spcPts val="800"/>
              </a:spcAft>
              <a:buFont typeface="Wingdings" panose="05000000000000000000" pitchFamily="2" charset="2"/>
              <a:buChar char="Ø"/>
            </a:pPr>
            <a:endParaRPr lang="en-US" sz="2400" dirty="0">
              <a:ea typeface="Calibri" panose="020F0502020204030204" pitchFamily="34" charset="0"/>
              <a:cs typeface="Times New Roman" panose="02020603050405020304" pitchFamily="18" charset="0"/>
            </a:endParaRPr>
          </a:p>
          <a:p>
            <a:pPr lvl="1">
              <a:lnSpc>
                <a:spcPct val="107000"/>
              </a:lnSpc>
              <a:spcAft>
                <a:spcPts val="800"/>
              </a:spcAft>
            </a:pPr>
            <a:endParaRPr lang="en-US"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55191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807159"/>
            <a:ext cx="7069015" cy="4421723"/>
          </a:xfrm>
          <a:prstGeom prst="rect">
            <a:avLst/>
          </a:prstGeom>
        </p:spPr>
        <p:txBody>
          <a:bodyPr wrap="square">
            <a:spAutoFit/>
          </a:bodyPr>
          <a:lstStyle/>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lvl="2">
              <a:lnSpc>
                <a:spcPct val="107000"/>
              </a:lnSpc>
              <a:spcAft>
                <a:spcPts val="800"/>
              </a:spcAft>
            </a:pPr>
            <a:r>
              <a:rPr lang="en-US" sz="3600" dirty="0">
                <a:latin typeface="Calibri" panose="020F0502020204030204" pitchFamily="34" charset="0"/>
                <a:ea typeface="Calibri" panose="020F0502020204030204" pitchFamily="34" charset="0"/>
                <a:cs typeface="Calibri" panose="020F0502020204030204" pitchFamily="34" charset="0"/>
              </a:rPr>
              <a:t>Identify what </a:t>
            </a:r>
          </a:p>
          <a:p>
            <a:pPr lvl="2">
              <a:lnSpc>
                <a:spcPct val="107000"/>
              </a:lnSpc>
              <a:spcAft>
                <a:spcPts val="800"/>
              </a:spcAft>
            </a:pPr>
            <a:r>
              <a:rPr lang="en-US" sz="3600" dirty="0">
                <a:latin typeface="Calibri" panose="020F0502020204030204" pitchFamily="34" charset="0"/>
                <a:ea typeface="Calibri" panose="020F0502020204030204" pitchFamily="34" charset="0"/>
                <a:cs typeface="Calibri" panose="020F0502020204030204" pitchFamily="34" charset="0"/>
              </a:rPr>
              <a:t>should be monitored </a:t>
            </a:r>
          </a:p>
          <a:p>
            <a:pPr lvl="2">
              <a:lnSpc>
                <a:spcPct val="107000"/>
              </a:lnSpc>
              <a:spcAft>
                <a:spcPts val="800"/>
              </a:spcAft>
            </a:pPr>
            <a:r>
              <a:rPr lang="en-US" sz="3600" dirty="0">
                <a:latin typeface="Calibri" panose="020F0502020204030204" pitchFamily="34" charset="0"/>
                <a:ea typeface="Calibri" panose="020F0502020204030204" pitchFamily="34" charset="0"/>
                <a:cs typeface="Calibri" panose="020F0502020204030204" pitchFamily="34" charset="0"/>
              </a:rPr>
              <a:t>and reviewed to determine how the QMS is performing and if improvements are needed</a:t>
            </a:r>
            <a:endParaRPr lang="en-US" sz="2800" dirty="0">
              <a:latin typeface="Calibri" panose="020F0502020204030204" pitchFamily="34" charset="0"/>
              <a:ea typeface="Calibri" panose="020F0502020204030204" pitchFamily="34" charset="0"/>
              <a:cs typeface="Calibri" panose="020F0502020204030204" pitchFamily="34" charset="0"/>
            </a:endParaRP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2"/>
          <a:stretch>
            <a:fillRect/>
          </a:stretch>
        </p:blipFill>
        <p:spPr>
          <a:xfrm>
            <a:off x="6600094" y="1363052"/>
            <a:ext cx="4483948" cy="2654969"/>
          </a:xfrm>
          <a:prstGeom prst="rect">
            <a:avLst/>
          </a:prstGeom>
        </p:spPr>
      </p:pic>
      <p:sp>
        <p:nvSpPr>
          <p:cNvPr id="7" name="Rectangle 6"/>
          <p:cNvSpPr/>
          <p:nvPr/>
        </p:nvSpPr>
        <p:spPr>
          <a:xfrm>
            <a:off x="1519962" y="358641"/>
            <a:ext cx="9144001" cy="658835"/>
          </a:xfrm>
          <a:prstGeom prst="rect">
            <a:avLst/>
          </a:prstGeom>
        </p:spPr>
        <p:txBody>
          <a:bodyPr wrap="square">
            <a:spAutoFit/>
          </a:bodyPr>
          <a:lstStyle/>
          <a:p>
            <a:pPr algn="ct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9 -Performance Evaluation</a:t>
            </a:r>
            <a:endParaRPr lang="en-US" sz="28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31134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873" y="738680"/>
            <a:ext cx="10569556" cy="5585825"/>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 Performance Evaluation </a:t>
            </a:r>
            <a:endPar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for Customer Satisfaction: </a:t>
            </a:r>
          </a:p>
          <a:p>
            <a:pPr marL="914400" lvl="1" indent="-457200">
              <a:lnSpc>
                <a:spcPct val="107000"/>
              </a:lnSpc>
              <a:spcAft>
                <a:spcPts val="800"/>
              </a:spcAft>
              <a:buFont typeface="Wingdings" panose="05000000000000000000" pitchFamily="2" charset="2"/>
              <a:buChar char="Ø"/>
            </a:pPr>
            <a:r>
              <a:rPr lang="en-US" sz="32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Customer Scorecards</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Customer Satisfaction Surveys</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Customer Complaints/Feedback</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Performance to key KPI’s that measure customer satisfaction</a:t>
            </a:r>
            <a:endParaRPr lang="en-US" sz="3600" dirty="0">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373351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873" y="738680"/>
            <a:ext cx="10569556" cy="4853701"/>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 Performance Evaluation </a:t>
            </a:r>
            <a:endPar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for Internal Audit: </a:t>
            </a:r>
          </a:p>
          <a:p>
            <a:pPr lvl="2">
              <a:lnSpc>
                <a:spcPct val="107000"/>
              </a:lnSpc>
              <a:spcAft>
                <a:spcPts val="800"/>
              </a:spcAft>
            </a:pPr>
            <a:r>
              <a:rPr lang="en-US" sz="32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Documented information on internal audit, e.g., programs, plans, and reports, nonconformances, auditor qualifications.</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Process for internal audit</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816824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373" y="301653"/>
            <a:ext cx="10237305" cy="5380640"/>
          </a:xfrm>
          <a:prstGeom prst="rect">
            <a:avLst/>
          </a:prstGeom>
        </p:spPr>
        <p:txBody>
          <a:bodyPr wrap="square">
            <a:spAutoFit/>
          </a:bodyPr>
          <a:lstStyle/>
          <a:p>
            <a:pPr>
              <a:lnSpc>
                <a:spcPct val="107000"/>
              </a:lnSpc>
              <a:spcAft>
                <a:spcPts val="800"/>
              </a:spcAft>
            </a:pPr>
            <a:r>
              <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9 – Performance Evaluation </a:t>
            </a:r>
            <a:endPar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for Management Review: </a:t>
            </a:r>
          </a:p>
          <a:p>
            <a:pPr lvl="2">
              <a:lnSpc>
                <a:spcPct val="107000"/>
              </a:lnSpc>
              <a:spcAft>
                <a:spcPts val="800"/>
              </a:spcAft>
            </a:pPr>
            <a:r>
              <a:rPr lang="en-US" sz="32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Documented information on strategic direction of the organization, e.g., business plans, technology roadmaps.</a:t>
            </a:r>
          </a:p>
          <a:p>
            <a:pPr marL="1371600" lvl="2" indent="-457200">
              <a:lnSpc>
                <a:spcPct val="107000"/>
              </a:lnSpc>
              <a:spcAft>
                <a:spcPts val="800"/>
              </a:spcAft>
              <a:buFont typeface="Wingdings" panose="05000000000000000000" pitchFamily="2" charset="2"/>
              <a:buChar char="§"/>
            </a:pPr>
            <a:r>
              <a:rPr lang="en-US" sz="3200" dirty="0">
                <a:latin typeface="Calibri" panose="020F0502020204030204" pitchFamily="34" charset="0"/>
                <a:ea typeface="Calibri" panose="020F0502020204030204" pitchFamily="34" charset="0"/>
                <a:cs typeface="Calibri" panose="020F0502020204030204" pitchFamily="34" charset="0"/>
              </a:rPr>
              <a:t>Management Review agendas and meeting minutes.</a:t>
            </a:r>
            <a:endPar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lvl="1">
              <a:lnSpc>
                <a:spcPct val="107000"/>
              </a:lnSpc>
              <a:spcAft>
                <a:spcPts val="800"/>
              </a:spcAft>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695596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973232"/>
          </a:xfrm>
          <a:prstGeom prst="rect">
            <a:avLst/>
          </a:prstGeom>
        </p:spPr>
        <p:txBody>
          <a:bodyPr wrap="square">
            <a:spAutoFit/>
          </a:bodyPr>
          <a:lstStyle/>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10</a:t>
            </a:r>
          </a:p>
          <a:p>
            <a:pPr algn="ctr">
              <a:lnSpc>
                <a:spcPct val="107000"/>
              </a:lnSpc>
              <a:spcAft>
                <a:spcPts val="800"/>
              </a:spcAft>
            </a:pPr>
            <a:r>
              <a:rPr lang="en-US" sz="5400" b="1" dirty="0">
                <a:solidFill>
                  <a:schemeClr val="accent1"/>
                </a:solidFill>
                <a:latin typeface="Calibri" panose="020F0502020204030204" pitchFamily="34" charset="0"/>
                <a:ea typeface="Calibri" panose="020F0502020204030204" pitchFamily="34" charset="0"/>
                <a:cs typeface="Calibri" panose="020F0502020204030204" pitchFamily="34" charset="0"/>
              </a:rPr>
              <a:t>Improvement</a:t>
            </a:r>
            <a:r>
              <a:rPr lang="en-US" sz="5400" b="1" dirty="0">
                <a:solidFill>
                  <a:schemeClr val="accent1"/>
                </a:solidFill>
                <a:ea typeface="Calibri" panose="020F0502020204030204" pitchFamily="34" charset="0"/>
                <a:cs typeface="Times New Roman" panose="02020603050405020304" pitchFamily="18" charset="0"/>
              </a:rPr>
              <a:t> </a:t>
            </a:r>
            <a:endParaRPr lang="en-US" sz="4400" dirty="0">
              <a:solidFill>
                <a:schemeClr val="accent1"/>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3040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1577" y="289930"/>
            <a:ext cx="11492248" cy="5975931"/>
          </a:xfrm>
          <a:prstGeom prst="rect">
            <a:avLst/>
          </a:prstGeom>
        </p:spPr>
        <p:txBody>
          <a:bodyPr wrap="square">
            <a:spAutoFit/>
          </a:bodyPr>
          <a:lstStyle/>
          <a:p>
            <a:pPr>
              <a:lnSpc>
                <a:spcPct val="107000"/>
              </a:lnSpc>
              <a:spcAft>
                <a:spcPts val="800"/>
              </a:spcAft>
            </a:pPr>
            <a:r>
              <a:rPr lang="en-US" sz="44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10 – improvement </a:t>
            </a:r>
          </a:p>
          <a:p>
            <a:pPr>
              <a:lnSpc>
                <a:spcPct val="107000"/>
              </a:lnSpc>
              <a:spcAft>
                <a:spcPts val="800"/>
              </a:spcAft>
            </a:pPr>
            <a:endParaRPr lang="en-US" sz="1050" b="1" dirty="0">
              <a:solidFill>
                <a:schemeClr val="accent1"/>
              </a:solidFill>
              <a:ea typeface="Calibri" panose="020F0502020204030204" pitchFamily="34" charset="0"/>
              <a:cs typeface="Times New Roman" panose="02020603050405020304" pitchFamily="18" charset="0"/>
            </a:endParaRP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10.2     </a:t>
            </a:r>
            <a:r>
              <a:rPr lang="en-US" sz="3600" dirty="0">
                <a:latin typeface="Calibri" panose="020F0502020204030204" pitchFamily="34" charset="0"/>
                <a:ea typeface="Calibri" panose="020F0502020204030204" pitchFamily="34" charset="0"/>
                <a:cs typeface="Calibri" panose="020F0502020204030204" pitchFamily="34" charset="0"/>
              </a:rPr>
              <a:t>Nonconformity &amp; Corrective action</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10.2.3  </a:t>
            </a:r>
            <a:r>
              <a:rPr lang="en-US" sz="3600" dirty="0">
                <a:latin typeface="Calibri" panose="020F0502020204030204" pitchFamily="34" charset="0"/>
                <a:ea typeface="Calibri" panose="020F0502020204030204" pitchFamily="34" charset="0"/>
                <a:cs typeface="Calibri" panose="020F0502020204030204" pitchFamily="34" charset="0"/>
              </a:rPr>
              <a:t>Problem Solving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10.2.4  </a:t>
            </a:r>
            <a:r>
              <a:rPr lang="en-US" sz="3600" dirty="0">
                <a:latin typeface="Calibri" panose="020F0502020204030204" pitchFamily="34" charset="0"/>
                <a:ea typeface="Calibri" panose="020F0502020204030204" pitchFamily="34" charset="0"/>
                <a:cs typeface="Calibri" panose="020F0502020204030204" pitchFamily="34" charset="0"/>
              </a:rPr>
              <a:t>Error-Proofing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10.2.5</a:t>
            </a:r>
            <a:r>
              <a:rPr lang="en-US" sz="3600" dirty="0">
                <a:latin typeface="Calibri" panose="020F0502020204030204" pitchFamily="34" charset="0"/>
                <a:ea typeface="Calibri" panose="020F0502020204030204" pitchFamily="34" charset="0"/>
                <a:cs typeface="Calibri" panose="020F0502020204030204" pitchFamily="34" charset="0"/>
              </a:rPr>
              <a:t>  Warranty Management Systems </a:t>
            </a:r>
          </a:p>
          <a:p>
            <a:pPr marL="914400" lvl="1" indent="-449263">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10.2.6  </a:t>
            </a:r>
            <a:r>
              <a:rPr lang="en-US" sz="3600" dirty="0">
                <a:latin typeface="Calibri" panose="020F0502020204030204" pitchFamily="34" charset="0"/>
                <a:ea typeface="Calibri" panose="020F0502020204030204" pitchFamily="34" charset="0"/>
                <a:cs typeface="Calibri" panose="020F0502020204030204" pitchFamily="34" charset="0"/>
              </a:rPr>
              <a:t>Customer Complaints &amp; Field Failure 			 	                Test Analysis </a:t>
            </a:r>
          </a:p>
          <a:p>
            <a:pPr marL="914400" lvl="1" indent="-457200">
              <a:lnSpc>
                <a:spcPct val="107000"/>
              </a:lnSpc>
              <a:spcAft>
                <a:spcPts val="800"/>
              </a:spcAft>
              <a:buFont typeface="Wingdings" panose="05000000000000000000" pitchFamily="2" charset="2"/>
              <a:buChar char="Ø"/>
            </a:pPr>
            <a:r>
              <a:rPr lang="en-US" sz="3600" b="1" dirty="0">
                <a:latin typeface="Calibri" panose="020F0502020204030204" pitchFamily="34" charset="0"/>
                <a:ea typeface="Calibri" panose="020F0502020204030204" pitchFamily="34" charset="0"/>
                <a:cs typeface="Calibri" panose="020F0502020204030204" pitchFamily="34" charset="0"/>
              </a:rPr>
              <a:t> 10.3    </a:t>
            </a:r>
            <a:r>
              <a:rPr lang="en-US" sz="3600" dirty="0">
                <a:latin typeface="Calibri" panose="020F0502020204030204" pitchFamily="34" charset="0"/>
                <a:ea typeface="Calibri" panose="020F0502020204030204" pitchFamily="34" charset="0"/>
                <a:cs typeface="Calibri" panose="020F0502020204030204" pitchFamily="34" charset="0"/>
              </a:rPr>
              <a:t>Continual Improvement </a:t>
            </a:r>
          </a:p>
        </p:txBody>
      </p:sp>
    </p:spTree>
    <p:extLst>
      <p:ext uri="{BB962C8B-B14F-4D97-AF65-F5344CB8AC3E}">
        <p14:creationId xmlns:p14="http://schemas.microsoft.com/office/powerpoint/2010/main" val="1022247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299F-CEAC-4774-B397-C711E29E399F}"/>
              </a:ext>
            </a:extLst>
          </p:cNvPr>
          <p:cNvSpPr>
            <a:spLocks noGrp="1"/>
          </p:cNvSpPr>
          <p:nvPr>
            <p:ph type="title"/>
          </p:nvPr>
        </p:nvSpPr>
        <p:spPr>
          <a:xfrm>
            <a:off x="801323" y="703384"/>
            <a:ext cx="8124963" cy="706584"/>
          </a:xfrm>
        </p:spPr>
        <p:txBody>
          <a:bodyPr>
            <a:noAutofit/>
          </a:bodyPr>
          <a:lstStyle/>
          <a:p>
            <a:pPr algn="ctr"/>
            <a:r>
              <a:rPr lang="en-US" sz="4800" dirty="0">
                <a:latin typeface="Calibri" panose="020F0502020204030204" pitchFamily="34" charset="0"/>
              </a:rPr>
              <a:t>IMPROVEMENT – CONT’D</a:t>
            </a:r>
          </a:p>
        </p:txBody>
      </p:sp>
      <p:sp>
        <p:nvSpPr>
          <p:cNvPr id="3" name="Content Placeholder 2">
            <a:extLst>
              <a:ext uri="{FF2B5EF4-FFF2-40B4-BE49-F238E27FC236}">
                <a16:creationId xmlns:a16="http://schemas.microsoft.com/office/drawing/2014/main" id="{418C485C-663E-4875-B8B4-F0BDBB3FAFEA}"/>
              </a:ext>
            </a:extLst>
          </p:cNvPr>
          <p:cNvSpPr>
            <a:spLocks noGrp="1"/>
          </p:cNvSpPr>
          <p:nvPr>
            <p:ph idx="1"/>
          </p:nvPr>
        </p:nvSpPr>
        <p:spPr>
          <a:xfrm>
            <a:off x="1367380" y="1617784"/>
            <a:ext cx="8595360" cy="4351337"/>
          </a:xfrm>
        </p:spPr>
        <p:txBody>
          <a:bodyPr>
            <a:normAutofit/>
          </a:bodyPr>
          <a:lstStyle/>
          <a:p>
            <a:r>
              <a:rPr lang="en-US" sz="3600" dirty="0">
                <a:latin typeface="Calibri" panose="020F0502020204030204" pitchFamily="34" charset="0"/>
                <a:cs typeface="Calibri" panose="020F0502020204030204" pitchFamily="34" charset="0"/>
              </a:rPr>
              <a:t>10.2.3 Problem Solving</a:t>
            </a:r>
          </a:p>
          <a:p>
            <a:r>
              <a:rPr lang="en-US" sz="3600" dirty="0">
                <a:latin typeface="Calibri" panose="020F0502020204030204" pitchFamily="34" charset="0"/>
                <a:cs typeface="Calibri" panose="020F0502020204030204" pitchFamily="34" charset="0"/>
              </a:rPr>
              <a:t>10.2.4 Error-Proofing</a:t>
            </a:r>
          </a:p>
          <a:p>
            <a:r>
              <a:rPr lang="en-US" sz="3600" dirty="0">
                <a:latin typeface="Calibri" panose="020F0502020204030204" pitchFamily="34" charset="0"/>
                <a:cs typeface="Calibri" panose="020F0502020204030204" pitchFamily="34" charset="0"/>
              </a:rPr>
              <a:t>10.2.6 Customer Complaints, Field Failure </a:t>
            </a:r>
          </a:p>
          <a:p>
            <a:r>
              <a:rPr lang="en-US" sz="3600" dirty="0">
                <a:latin typeface="Calibri" panose="020F0502020204030204" pitchFamily="34" charset="0"/>
                <a:cs typeface="Calibri" panose="020F0502020204030204" pitchFamily="34" charset="0"/>
              </a:rPr>
              <a:t>10.3.1 Continual Improvement – Supplemental </a:t>
            </a:r>
          </a:p>
        </p:txBody>
      </p:sp>
    </p:spTree>
    <p:extLst>
      <p:ext uri="{BB962C8B-B14F-4D97-AF65-F5344CB8AC3E}">
        <p14:creationId xmlns:p14="http://schemas.microsoft.com/office/powerpoint/2010/main" val="22629684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9125" y="864360"/>
            <a:ext cx="10299940" cy="5380319"/>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10 – Improvement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Intent: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Specify requirements for improvement to the QMS to drive improvement of the organization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Select opportunities for improvements and implement actions to meet customer requirements and improve customer satisfaction.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Improve product and services, correct and prevent or reduce risk/ undesired effects, and improve QMS</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673123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957" y="301653"/>
            <a:ext cx="10485782" cy="6251711"/>
          </a:xfrm>
          <a:prstGeom prst="rect">
            <a:avLst/>
          </a:prstGeom>
        </p:spPr>
        <p:txBody>
          <a:bodyPr wrap="square">
            <a:spAutoFit/>
          </a:bodyPr>
          <a:lstStyle/>
          <a:p>
            <a:pPr>
              <a:lnSpc>
                <a:spcPct val="107000"/>
              </a:lnSpc>
              <a:spcAft>
                <a:spcPts val="800"/>
              </a:spcAft>
            </a:pPr>
            <a:r>
              <a:rPr lang="en-US" sz="3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Clause 10 – improvement </a:t>
            </a:r>
            <a:endParaRPr lang="en-US" sz="4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914400" lvl="1" indent="-457200">
              <a:lnSpc>
                <a:spcPct val="107000"/>
              </a:lnSpc>
              <a:spcAft>
                <a:spcPts val="800"/>
              </a:spcAft>
              <a:buFont typeface="Wingdings" panose="05000000000000000000" pitchFamily="2" charset="2"/>
              <a:buChar char="Ø"/>
            </a:pPr>
            <a:r>
              <a:rPr lang="en-US" sz="3600" dirty="0">
                <a:solidFill>
                  <a:schemeClr val="accent1"/>
                </a:solidFill>
                <a:latin typeface="Calibri" panose="020F0502020204030204" pitchFamily="34" charset="0"/>
                <a:ea typeface="Calibri" panose="020F0502020204030204" pitchFamily="34" charset="0"/>
                <a:cs typeface="Calibri" panose="020F0502020204030204" pitchFamily="34" charset="0"/>
              </a:rPr>
              <a:t>Guidance: </a:t>
            </a:r>
          </a:p>
          <a:p>
            <a:pPr lvl="2">
              <a:lnSpc>
                <a:spcPct val="107000"/>
              </a:lnSpc>
              <a:spcAft>
                <a:spcPts val="800"/>
              </a:spcAft>
            </a:pPr>
            <a:r>
              <a:rPr lang="en-US" sz="2800" dirty="0">
                <a:latin typeface="Calibri" panose="020F0502020204030204" pitchFamily="34" charset="0"/>
                <a:ea typeface="Calibri" panose="020F0502020204030204" pitchFamily="34" charset="0"/>
                <a:cs typeface="Calibri" panose="020F0502020204030204" pitchFamily="34" charset="0"/>
              </a:rPr>
              <a:t>Evidence needed to demonstrate conformity can include:</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continuous improvement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Documented information on product or services improvements, e.g., trend charts, control charts.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Observation, e.g., Error-proofing devices. </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Process for formal problem solving/corrective action.</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Corrective action reports with verification of effectiveness</a:t>
            </a:r>
          </a:p>
          <a:p>
            <a:pPr marL="1371600" lvl="2" indent="-457200">
              <a:lnSpc>
                <a:spcPct val="107000"/>
              </a:lnSpc>
              <a:spcAft>
                <a:spcPts val="800"/>
              </a:spcAft>
              <a:buFont typeface="Wingdings" panose="05000000000000000000" pitchFamily="2" charset="2"/>
              <a:buChar char="§"/>
            </a:pPr>
            <a:r>
              <a:rPr lang="en-US" sz="2800" dirty="0">
                <a:latin typeface="Calibri" panose="020F0502020204030204" pitchFamily="34" charset="0"/>
                <a:ea typeface="Calibri" panose="020F0502020204030204" pitchFamily="34" charset="0"/>
                <a:cs typeface="Calibri" panose="020F0502020204030204" pitchFamily="34" charset="0"/>
              </a:rPr>
              <a:t>Management review outputs </a:t>
            </a:r>
          </a:p>
          <a:p>
            <a:pPr marL="800100" lvl="1" indent="-342900">
              <a:lnSpc>
                <a:spcPct val="107000"/>
              </a:lnSpc>
              <a:spcAft>
                <a:spcPts val="800"/>
              </a:spcAft>
              <a:buFont typeface="Calibri" panose="020F0502020204030204" pitchFamily="34" charset="0"/>
              <a:buChar char="-"/>
            </a:pPr>
            <a:endParaRPr lang="en-US" sz="2200" dirty="0">
              <a:effectLst/>
              <a:latin typeface="Perpetua" panose="02020502060401020303" pitchFamily="18"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79835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130887"/>
          </a:xfrm>
          <a:prstGeom prst="rect">
            <a:avLst/>
          </a:prstGeom>
        </p:spPr>
        <p:txBody>
          <a:bodyPr wrap="square">
            <a:spAutoFit/>
          </a:bodyPr>
          <a:lstStyle/>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Process Approach</a:t>
            </a:r>
            <a:endParaRPr lang="en-US" sz="6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54659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E369-85C1-4AE9-A2B4-891E4D543F6F}"/>
              </a:ext>
            </a:extLst>
          </p:cNvPr>
          <p:cNvSpPr>
            <a:spLocks noGrp="1"/>
          </p:cNvSpPr>
          <p:nvPr>
            <p:ph type="title"/>
          </p:nvPr>
        </p:nvSpPr>
        <p:spPr>
          <a:xfrm>
            <a:off x="682581" y="1397479"/>
            <a:ext cx="10663707" cy="4790820"/>
          </a:xfrm>
        </p:spPr>
        <p:txBody>
          <a:bodyPr>
            <a:noAutofit/>
          </a:bodyPr>
          <a:lstStyle/>
          <a:p>
            <a:pPr>
              <a:lnSpc>
                <a:spcPct val="150000"/>
              </a:lnSpc>
            </a:pPr>
            <a:r>
              <a:rPr lang="en-US" dirty="0">
                <a:latin typeface="Calibri" panose="020F0502020204030204" pitchFamily="34" charset="0"/>
                <a:cs typeface="Calibri" panose="020F0502020204030204" pitchFamily="34" charset="0"/>
              </a:rPr>
              <a:t>PROCESS APPROACH</a:t>
            </a:r>
            <a:br>
              <a:rPr lang="en-US" sz="4000" dirty="0"/>
            </a:br>
            <a:r>
              <a:rPr lang="en-US" sz="3600" b="0" dirty="0">
                <a:solidFill>
                  <a:schemeClr val="tx1"/>
                </a:solidFill>
                <a:latin typeface="Calibri" panose="020F0502020204030204" pitchFamily="34" charset="0"/>
                <a:cs typeface="Calibri" panose="020F0502020204030204" pitchFamily="34" charset="0"/>
              </a:rPr>
              <a:t>1. Process approach incorporating risk-based thinking.</a:t>
            </a:r>
            <a:br>
              <a:rPr lang="en-US" sz="3600" b="0" dirty="0">
                <a:solidFill>
                  <a:schemeClr val="tx1"/>
                </a:solidFill>
                <a:latin typeface="Calibri" panose="020F0502020204030204" pitchFamily="34" charset="0"/>
                <a:cs typeface="Calibri" panose="020F0502020204030204" pitchFamily="34" charset="0"/>
              </a:rPr>
            </a:br>
            <a:r>
              <a:rPr lang="en-US" sz="3600" b="0" dirty="0">
                <a:solidFill>
                  <a:schemeClr val="tx1"/>
                </a:solidFill>
                <a:latin typeface="Calibri" panose="020F0502020204030204" pitchFamily="34" charset="0"/>
                <a:cs typeface="Calibri" panose="020F0502020204030204" pitchFamily="34" charset="0"/>
              </a:rPr>
              <a:t>2. Prioritization</a:t>
            </a:r>
            <a:br>
              <a:rPr lang="en-US" sz="3600" b="0" dirty="0">
                <a:solidFill>
                  <a:schemeClr val="tx1"/>
                </a:solidFill>
                <a:latin typeface="Calibri" panose="020F0502020204030204" pitchFamily="34" charset="0"/>
                <a:cs typeface="Calibri" panose="020F0502020204030204" pitchFamily="34" charset="0"/>
              </a:rPr>
            </a:br>
            <a:r>
              <a:rPr lang="en-US" sz="3600" b="0" dirty="0">
                <a:solidFill>
                  <a:schemeClr val="tx1"/>
                </a:solidFill>
                <a:latin typeface="Calibri" panose="020F0502020204030204" pitchFamily="34" charset="0"/>
                <a:cs typeface="Calibri" panose="020F0502020204030204" pitchFamily="34" charset="0"/>
              </a:rPr>
              <a:t>3. Focus on performance</a:t>
            </a:r>
            <a:br>
              <a:rPr lang="en-US" sz="3600" b="0" dirty="0">
                <a:solidFill>
                  <a:schemeClr val="tx1"/>
                </a:solidFill>
                <a:latin typeface="Calibri" panose="020F0502020204030204" pitchFamily="34" charset="0"/>
                <a:cs typeface="Calibri" panose="020F0502020204030204" pitchFamily="34" charset="0"/>
              </a:rPr>
            </a:br>
            <a:r>
              <a:rPr lang="en-US" sz="3600" b="0" dirty="0">
                <a:solidFill>
                  <a:schemeClr val="tx1"/>
                </a:solidFill>
                <a:latin typeface="Calibri" panose="020F0502020204030204" pitchFamily="34" charset="0"/>
                <a:cs typeface="Calibri" panose="020F0502020204030204" pitchFamily="34" charset="0"/>
              </a:rPr>
              <a:t>4. Analyze &amp; synthesize data</a:t>
            </a:r>
            <a:br>
              <a:rPr lang="en-US" sz="3600" b="0" dirty="0">
                <a:solidFill>
                  <a:schemeClr val="tx1"/>
                </a:solidFill>
                <a:latin typeface="Calibri" panose="020F0502020204030204" pitchFamily="34" charset="0"/>
                <a:cs typeface="Calibri" panose="020F0502020204030204" pitchFamily="34" charset="0"/>
              </a:rPr>
            </a:br>
            <a:r>
              <a:rPr lang="en-US" sz="3600" b="0" dirty="0">
                <a:solidFill>
                  <a:schemeClr val="tx1"/>
                </a:solidFill>
                <a:latin typeface="Calibri" panose="020F0502020204030204" pitchFamily="34" charset="0"/>
                <a:cs typeface="Calibri" panose="020F0502020204030204" pitchFamily="34" charset="0"/>
              </a:rPr>
              <a:t>5. Risk in the automotive world</a:t>
            </a:r>
          </a:p>
        </p:txBody>
      </p:sp>
    </p:spTree>
    <p:extLst>
      <p:ext uri="{BB962C8B-B14F-4D97-AF65-F5344CB8AC3E}">
        <p14:creationId xmlns:p14="http://schemas.microsoft.com/office/powerpoint/2010/main" val="22746249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1026">
            <a:extLst>
              <a:ext uri="{FF2B5EF4-FFF2-40B4-BE49-F238E27FC236}">
                <a16:creationId xmlns:a16="http://schemas.microsoft.com/office/drawing/2014/main" id="{B962ED32-65B5-423C-997D-A12F3B783704}"/>
              </a:ext>
            </a:extLst>
          </p:cNvPr>
          <p:cNvSpPr>
            <a:spLocks noGrp="1" noChangeArrowheads="1"/>
          </p:cNvSpPr>
          <p:nvPr>
            <p:ph type="title" idx="4294967295"/>
          </p:nvPr>
        </p:nvSpPr>
        <p:spPr>
          <a:xfrm>
            <a:off x="895478" y="530331"/>
            <a:ext cx="7772400" cy="832063"/>
          </a:xfrm>
        </p:spPr>
        <p:txBody>
          <a:bodyPr>
            <a:normAutofit/>
          </a:bodyPr>
          <a:lstStyle/>
          <a:p>
            <a:pPr eaLnBrk="1" hangingPunct="1"/>
            <a:r>
              <a:rPr lang="en-US" altLang="en-US" sz="3600" dirty="0">
                <a:latin typeface="Arial" panose="020B0604020202020204" pitchFamily="34" charset="0"/>
                <a:cs typeface="Arial" panose="020B0604020202020204" pitchFamily="34" charset="0"/>
              </a:rPr>
              <a:t>What is a process?</a:t>
            </a:r>
          </a:p>
        </p:txBody>
      </p:sp>
      <p:sp>
        <p:nvSpPr>
          <p:cNvPr id="254979" name="Rectangle 1027">
            <a:extLst>
              <a:ext uri="{FF2B5EF4-FFF2-40B4-BE49-F238E27FC236}">
                <a16:creationId xmlns:a16="http://schemas.microsoft.com/office/drawing/2014/main" id="{60EC163A-9E0A-4640-A079-16DBEBC36538}"/>
              </a:ext>
            </a:extLst>
          </p:cNvPr>
          <p:cNvSpPr>
            <a:spLocks noGrp="1" noChangeArrowheads="1"/>
          </p:cNvSpPr>
          <p:nvPr>
            <p:ph type="body" idx="4294967295"/>
          </p:nvPr>
        </p:nvSpPr>
        <p:spPr>
          <a:xfrm>
            <a:off x="779388" y="1493838"/>
            <a:ext cx="9126612" cy="4686300"/>
          </a:xfrm>
        </p:spPr>
        <p:txBody>
          <a:bodyPr/>
          <a:lstStyle/>
          <a:p>
            <a:pPr eaLnBrk="1" hangingPunct="1">
              <a:buFont typeface="Wingdings" panose="05000000000000000000" pitchFamily="2" charset="2"/>
              <a:buChar char="Ø"/>
            </a:pPr>
            <a:r>
              <a:rPr lang="en-US" altLang="en-US" sz="2800" dirty="0">
                <a:latin typeface="Calibri" panose="020F0502020204030204" pitchFamily="34" charset="0"/>
                <a:cs typeface="Calibri" panose="020F0502020204030204" pitchFamily="34" charset="0"/>
              </a:rPr>
              <a:t>A process exists as interrelated actions to meet a need.</a:t>
            </a:r>
          </a:p>
          <a:p>
            <a:pPr lvl="1" eaLnBrk="1" hangingPunct="1"/>
            <a:r>
              <a:rPr lang="en-US" altLang="en-US" sz="2800" dirty="0">
                <a:latin typeface="Calibri" panose="020F0502020204030204" pitchFamily="34" charset="0"/>
                <a:cs typeface="Calibri" panose="020F0502020204030204" pitchFamily="34" charset="0"/>
              </a:rPr>
              <a:t>It is a “set of interrelated or interacting activities which transforms inputs into outputs”</a:t>
            </a:r>
          </a:p>
          <a:p>
            <a:pPr lvl="1" eaLnBrk="1" hangingPunct="1"/>
            <a:r>
              <a:rPr lang="en-US" altLang="en-US" sz="2800" dirty="0">
                <a:latin typeface="Calibri" panose="020F0502020204030204" pitchFamily="34" charset="0"/>
                <a:cs typeface="Calibri" panose="020F0502020204030204" pitchFamily="34" charset="0"/>
              </a:rPr>
              <a:t>Inputs to a process are generally outputs of other processes.</a:t>
            </a:r>
          </a:p>
          <a:p>
            <a:pPr eaLnBrk="1" hangingPunct="1">
              <a:buFont typeface="Wingdings" panose="05000000000000000000" pitchFamily="2" charset="2"/>
              <a:buChar char="Ø"/>
            </a:pPr>
            <a:r>
              <a:rPr lang="en-US" altLang="en-US" sz="2800" dirty="0">
                <a:latin typeface="Calibri" panose="020F0502020204030204" pitchFamily="34" charset="0"/>
                <a:cs typeface="Calibri" panose="020F0502020204030204" pitchFamily="34" charset="0"/>
              </a:rPr>
              <a:t>The individual or group of individuals that have a need are commonly referred to as the “customer” of that process</a:t>
            </a:r>
          </a:p>
          <a:p>
            <a:pPr lvl="1" eaLnBrk="1" hangingPunct="1"/>
            <a:r>
              <a:rPr lang="en-US" altLang="en-US" sz="2800" dirty="0">
                <a:latin typeface="Calibri" panose="020F0502020204030204" pitchFamily="34" charset="0"/>
                <a:cs typeface="Calibri" panose="020F0502020204030204" pitchFamily="34" charset="0"/>
              </a:rPr>
              <a:t>A customer is an “organization or person that receives the … result of a process…”</a:t>
            </a:r>
          </a:p>
          <a:p>
            <a:pPr lvl="1" eaLnBrk="1" hangingPunct="1">
              <a:buFontTx/>
              <a:buNone/>
            </a:pPr>
            <a:endParaRPr lang="en-US" altLang="en-US" sz="2400" dirty="0"/>
          </a:p>
        </p:txBody>
      </p:sp>
    </p:spTree>
    <p:extLst>
      <p:ext uri="{BB962C8B-B14F-4D97-AF65-F5344CB8AC3E}">
        <p14:creationId xmlns:p14="http://schemas.microsoft.com/office/powerpoint/2010/main" val="19155331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6631-8C71-4D29-993F-445C6B08C60D}"/>
              </a:ext>
            </a:extLst>
          </p:cNvPr>
          <p:cNvSpPr>
            <a:spLocks noGrp="1"/>
          </p:cNvSpPr>
          <p:nvPr>
            <p:ph type="title"/>
          </p:nvPr>
        </p:nvSpPr>
        <p:spPr>
          <a:xfrm>
            <a:off x="978794" y="721217"/>
            <a:ext cx="7284033" cy="841316"/>
          </a:xfrm>
        </p:spPr>
        <p:txBody>
          <a:bodyPr>
            <a:normAutofit fontScale="90000"/>
          </a:bodyPr>
          <a:lstStyle/>
          <a:p>
            <a:pPr algn="ctr"/>
            <a:r>
              <a:rPr lang="en-US" sz="6000" dirty="0">
                <a:latin typeface="Calibri" panose="020F0502020204030204" pitchFamily="34" charset="0"/>
              </a:rPr>
              <a:t>1 - PROCESS APPROACH</a:t>
            </a:r>
          </a:p>
        </p:txBody>
      </p:sp>
      <p:sp>
        <p:nvSpPr>
          <p:cNvPr id="3" name="Text Placeholder 2">
            <a:extLst>
              <a:ext uri="{FF2B5EF4-FFF2-40B4-BE49-F238E27FC236}">
                <a16:creationId xmlns:a16="http://schemas.microsoft.com/office/drawing/2014/main" id="{58AABB3C-1E8A-4429-8F74-9680FF2D3BF1}"/>
              </a:ext>
            </a:extLst>
          </p:cNvPr>
          <p:cNvSpPr>
            <a:spLocks noGrp="1"/>
          </p:cNvSpPr>
          <p:nvPr>
            <p:ph idx="1"/>
          </p:nvPr>
        </p:nvSpPr>
        <p:spPr>
          <a:xfrm>
            <a:off x="978794" y="1764405"/>
            <a:ext cx="9749564" cy="4351337"/>
          </a:xfrm>
        </p:spPr>
        <p:txBody>
          <a:bodyPr>
            <a:noAutofit/>
          </a:bodyPr>
          <a:lstStyle/>
          <a:p>
            <a:r>
              <a:rPr lang="en-US" sz="4000" u="sng" dirty="0">
                <a:latin typeface="Calibri" panose="020F0502020204030204" pitchFamily="34" charset="0"/>
                <a:cs typeface="Calibri" panose="020F0502020204030204" pitchFamily="34" charset="0"/>
              </a:rPr>
              <a:t>Priority</a:t>
            </a:r>
            <a:r>
              <a:rPr lang="en-US" sz="4000" dirty="0">
                <a:latin typeface="Calibri" panose="020F0502020204030204" pitchFamily="34" charset="0"/>
                <a:cs typeface="Calibri" panose="020F0502020204030204" pitchFamily="34" charset="0"/>
              </a:rPr>
              <a:t> is given to questioning the identification of processes, their sequence and interactions, risks, opportunities and performance against the objectives/</a:t>
            </a:r>
            <a:r>
              <a:rPr lang="en-US" sz="4000" dirty="0" err="1">
                <a:latin typeface="Calibri" panose="020F0502020204030204" pitchFamily="34" charset="0"/>
                <a:cs typeface="Calibri" panose="020F0502020204030204" pitchFamily="34" charset="0"/>
              </a:rPr>
              <a:t>kpi’s</a:t>
            </a:r>
            <a:r>
              <a:rPr lang="en-US" sz="4000" dirty="0">
                <a:latin typeface="Calibri" panose="020F0502020204030204" pitchFamily="34" charset="0"/>
                <a:cs typeface="Calibri" panose="020F0502020204030204" pitchFamily="34" charset="0"/>
              </a:rPr>
              <a:t> defined with focus on the </a:t>
            </a:r>
            <a:r>
              <a:rPr lang="en-US" sz="4000" u="sng" dirty="0">
                <a:latin typeface="Calibri" panose="020F0502020204030204" pitchFamily="34" charset="0"/>
                <a:cs typeface="Calibri" panose="020F0502020204030204" pitchFamily="34" charset="0"/>
              </a:rPr>
              <a:t>processes which directly impact the customer</a:t>
            </a:r>
            <a:r>
              <a:rPr lang="en-US" sz="40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9806347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itle 1">
            <a:extLst>
              <a:ext uri="{FF2B5EF4-FFF2-40B4-BE49-F238E27FC236}">
                <a16:creationId xmlns:a16="http://schemas.microsoft.com/office/drawing/2014/main" id="{30ABBE5E-F932-4563-9094-390C4C4E0D8D}"/>
              </a:ext>
            </a:extLst>
          </p:cNvPr>
          <p:cNvSpPr>
            <a:spLocks noGrp="1"/>
          </p:cNvSpPr>
          <p:nvPr>
            <p:ph type="title"/>
          </p:nvPr>
        </p:nvSpPr>
        <p:spPr>
          <a:xfrm>
            <a:off x="543065" y="264319"/>
            <a:ext cx="7024687" cy="827087"/>
          </a:xfrm>
        </p:spPr>
        <p:txBody>
          <a:bodyPr/>
          <a:lstStyle/>
          <a:p>
            <a:pPr eaLnBrk="1" hangingPunct="1"/>
            <a:r>
              <a:rPr lang="en-US" altLang="en-US" b="1" dirty="0">
                <a:latin typeface="Arial" panose="020B0604020202020204" pitchFamily="34" charset="0"/>
                <a:cs typeface="Arial" panose="020B0604020202020204" pitchFamily="34" charset="0"/>
              </a:rPr>
              <a:t>What is a process?</a:t>
            </a:r>
          </a:p>
        </p:txBody>
      </p:sp>
      <p:sp>
        <p:nvSpPr>
          <p:cNvPr id="3" name="Content Placeholder 2">
            <a:extLst>
              <a:ext uri="{FF2B5EF4-FFF2-40B4-BE49-F238E27FC236}">
                <a16:creationId xmlns:a16="http://schemas.microsoft.com/office/drawing/2014/main" id="{EF32D9A4-404B-4441-A3E1-4C6BC727CA1A}"/>
              </a:ext>
            </a:extLst>
          </p:cNvPr>
          <p:cNvSpPr>
            <a:spLocks noGrp="1"/>
          </p:cNvSpPr>
          <p:nvPr>
            <p:ph idx="1"/>
          </p:nvPr>
        </p:nvSpPr>
        <p:spPr>
          <a:xfrm>
            <a:off x="488620" y="1356257"/>
            <a:ext cx="10804219" cy="4351337"/>
          </a:xfrm>
        </p:spPr>
        <p:txBody>
          <a:bodyPr>
            <a:normAutofit lnSpcReduction="10000"/>
          </a:bodyPr>
          <a:lstStyle/>
          <a:p>
            <a:pPr marL="685800" indent="-685800">
              <a:lnSpc>
                <a:spcPct val="90000"/>
              </a:lnSpc>
              <a:buNone/>
              <a:defRPr/>
            </a:pPr>
            <a:r>
              <a:rPr lang="en-US" altLang="en-US" sz="3600" b="1" dirty="0">
                <a:latin typeface="Calibri" panose="020F0502020204030204" pitchFamily="34" charset="0"/>
                <a:cs typeface="Calibri" panose="020F0502020204030204" pitchFamily="34" charset="0"/>
              </a:rPr>
              <a:t>All </a:t>
            </a:r>
            <a:r>
              <a:rPr lang="en-US" altLang="en-US" sz="3600" b="1" dirty="0">
                <a:solidFill>
                  <a:schemeClr val="tx2">
                    <a:lumMod val="60000"/>
                    <a:lumOff val="40000"/>
                  </a:schemeClr>
                </a:solidFill>
                <a:latin typeface="Calibri" panose="020F0502020204030204" pitchFamily="34" charset="0"/>
                <a:cs typeface="Calibri" panose="020F0502020204030204" pitchFamily="34" charset="0"/>
              </a:rPr>
              <a:t>Processes </a:t>
            </a:r>
            <a:r>
              <a:rPr lang="en-US" altLang="en-US" sz="3600" b="1" dirty="0">
                <a:latin typeface="Calibri" panose="020F0502020204030204" pitchFamily="34" charset="0"/>
                <a:cs typeface="Calibri" panose="020F0502020204030204" pitchFamily="34" charset="0"/>
              </a:rPr>
              <a:t>have 6 characteristics that need to be verified:</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has an owner</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is defined – inputs/outputs</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is documented and understood</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linkages are established</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is monitored and measurable</a:t>
            </a:r>
          </a:p>
          <a:p>
            <a:pPr marL="1119188" lvl="1" indent="-609600">
              <a:buFont typeface="Wingdings" panose="05000000000000000000" pitchFamily="2" charset="2"/>
              <a:buChar char="q"/>
              <a:defRPr/>
            </a:pPr>
            <a:r>
              <a:rPr lang="en-US" altLang="en-US" sz="3600" dirty="0">
                <a:latin typeface="Calibri" panose="020F0502020204030204" pitchFamily="34" charset="0"/>
                <a:cs typeface="Calibri" panose="020F0502020204030204" pitchFamily="34" charset="0"/>
              </a:rPr>
              <a:t>Process has documents/records maintained</a:t>
            </a:r>
          </a:p>
          <a:p>
            <a:pPr marL="1119188" lvl="1" indent="-609600">
              <a:buNone/>
              <a:defRPr/>
            </a:pPr>
            <a:endParaRPr lang="en-US" altLang="en-US" sz="1600" dirty="0"/>
          </a:p>
          <a:p>
            <a:pPr eaLnBrk="1" hangingPunct="1">
              <a:defRPr/>
            </a:pPr>
            <a:endParaRPr lang="en-US" dirty="0"/>
          </a:p>
        </p:txBody>
      </p:sp>
      <p:sp>
        <p:nvSpPr>
          <p:cNvPr id="258052" name="Slide Number Placeholder 3">
            <a:extLst>
              <a:ext uri="{FF2B5EF4-FFF2-40B4-BE49-F238E27FC236}">
                <a16:creationId xmlns:a16="http://schemas.microsoft.com/office/drawing/2014/main" id="{B86A696C-D056-4C35-BF57-A2B7B058D4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E8F1C9E-0052-482B-BB5C-51B4A556989F}" type="slidenum">
              <a:rPr lang="en-US" altLang="en-US" sz="1200">
                <a:solidFill>
                  <a:srgbClr val="FEFEFE"/>
                </a:solidFill>
              </a:rPr>
              <a:pPr/>
              <a:t>88</a:t>
            </a:fld>
            <a:endParaRPr lang="en-US" altLang="en-US" sz="1200" dirty="0">
              <a:solidFill>
                <a:srgbClr val="FEFEFE"/>
              </a:solidFill>
            </a:endParaRPr>
          </a:p>
        </p:txBody>
      </p:sp>
    </p:spTree>
    <p:extLst>
      <p:ext uri="{BB962C8B-B14F-4D97-AF65-F5344CB8AC3E}">
        <p14:creationId xmlns:p14="http://schemas.microsoft.com/office/powerpoint/2010/main" val="34197190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a:latin typeface="Calibri" panose="020F0502020204030204" pitchFamily="34" charset="0"/>
              </a:rPr>
              <a:t>F</a:t>
            </a:r>
            <a:r>
              <a:rPr lang="en-US" b="1" dirty="0">
                <a:latin typeface="Calibri" panose="020F0502020204030204" pitchFamily="34" charset="0"/>
              </a:rPr>
              <a:t>igure 2 — </a:t>
            </a:r>
            <a:br>
              <a:rPr lang="en-US" b="1" dirty="0">
                <a:latin typeface="Calibri" panose="020F0502020204030204" pitchFamily="34" charset="0"/>
              </a:rPr>
            </a:br>
            <a:r>
              <a:rPr lang="en-US" b="1" dirty="0">
                <a:latin typeface="Calibri" panose="020F0502020204030204" pitchFamily="34" charset="0"/>
              </a:rPr>
              <a:t>The intent of the PDCA Approach</a:t>
            </a:r>
            <a:endParaRPr lang="en-US" sz="4800" dirty="0">
              <a:latin typeface="Calibri" panose="020F0502020204030204" pitchFamily="34" charset="0"/>
            </a:endParaRPr>
          </a:p>
        </p:txBody>
      </p:sp>
      <p:pic>
        <p:nvPicPr>
          <p:cNvPr id="3" name="Picture 2"/>
          <p:cNvPicPr>
            <a:picLocks noChangeAspect="1"/>
          </p:cNvPicPr>
          <p:nvPr/>
        </p:nvPicPr>
        <p:blipFill>
          <a:blip r:embed="rId2"/>
          <a:stretch>
            <a:fillRect/>
          </a:stretch>
        </p:blipFill>
        <p:spPr>
          <a:xfrm>
            <a:off x="2650407" y="1835075"/>
            <a:ext cx="6138927" cy="4716621"/>
          </a:xfrm>
          <a:prstGeom prst="rect">
            <a:avLst/>
          </a:prstGeom>
        </p:spPr>
      </p:pic>
    </p:spTree>
    <p:extLst>
      <p:ext uri="{BB962C8B-B14F-4D97-AF65-F5344CB8AC3E}">
        <p14:creationId xmlns:p14="http://schemas.microsoft.com/office/powerpoint/2010/main" val="10636004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6631-8C71-4D29-993F-445C6B08C60D}"/>
              </a:ext>
            </a:extLst>
          </p:cNvPr>
          <p:cNvSpPr>
            <a:spLocks noGrp="1"/>
          </p:cNvSpPr>
          <p:nvPr>
            <p:ph type="title"/>
          </p:nvPr>
        </p:nvSpPr>
        <p:spPr>
          <a:xfrm>
            <a:off x="566058" y="836023"/>
            <a:ext cx="3207452" cy="5183777"/>
          </a:xfrm>
        </p:spPr>
        <p:txBody>
          <a:bodyPr anchor="ctr">
            <a:normAutofit/>
          </a:bodyPr>
          <a:lstStyle/>
          <a:p>
            <a:r>
              <a:rPr lang="en-US" sz="4800" dirty="0">
                <a:solidFill>
                  <a:srgbClr val="FFFFFF"/>
                </a:solidFill>
                <a:latin typeface="Calibri" panose="020F0502020204030204" pitchFamily="34" charset="0"/>
              </a:rPr>
              <a:t>PROCESS APPROACH- CONT’D</a:t>
            </a:r>
          </a:p>
        </p:txBody>
      </p:sp>
      <p:graphicFrame>
        <p:nvGraphicFramePr>
          <p:cNvPr id="20" name="Text Placeholder 2"/>
          <p:cNvGraphicFramePr>
            <a:graphicFrameLocks noGrp="1"/>
          </p:cNvGraphicFramePr>
          <p:nvPr>
            <p:ph idx="1"/>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29059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265" y="634717"/>
            <a:ext cx="9905998" cy="2005452"/>
          </a:xfrm>
        </p:spPr>
        <p:txBody>
          <a:bodyPr>
            <a:normAutofit fontScale="90000"/>
          </a:bodyPr>
          <a:lstStyle/>
          <a:p>
            <a:pPr algn="ctr"/>
            <a:r>
              <a:rPr lang="en-US" sz="5300" b="1" dirty="0">
                <a:latin typeface="Calibri" panose="020F0502020204030204" pitchFamily="34" charset="0"/>
              </a:rPr>
              <a:t>Customer Oriented Processes </a:t>
            </a:r>
            <a:br>
              <a:rPr lang="en-US" sz="5300" b="1" dirty="0">
                <a:latin typeface="Calibri" panose="020F0502020204030204" pitchFamily="34" charset="0"/>
              </a:rPr>
            </a:br>
            <a:r>
              <a:rPr lang="en-US" sz="6000" dirty="0">
                <a:latin typeface="Calibri" panose="020F0502020204030204" pitchFamily="34" charset="0"/>
              </a:rPr>
              <a:t>COPs </a:t>
            </a:r>
            <a:br>
              <a:rPr lang="en-US" dirty="0"/>
            </a:br>
            <a:endParaRPr lang="en-US" dirty="0"/>
          </a:p>
        </p:txBody>
      </p:sp>
      <p:sp>
        <p:nvSpPr>
          <p:cNvPr id="5" name="Title 1">
            <a:extLst>
              <a:ext uri="{FF2B5EF4-FFF2-40B4-BE49-F238E27FC236}">
                <a16:creationId xmlns:a16="http://schemas.microsoft.com/office/drawing/2014/main" id="{CC351D32-E1C5-8658-8C6A-E695D7C850BA}"/>
              </a:ext>
            </a:extLst>
          </p:cNvPr>
          <p:cNvSpPr txBox="1">
            <a:spLocks/>
          </p:cNvSpPr>
          <p:nvPr/>
        </p:nvSpPr>
        <p:spPr>
          <a:xfrm>
            <a:off x="2027209" y="3031995"/>
            <a:ext cx="9905998" cy="3295291"/>
          </a:xfrm>
          <a:prstGeom prst="rect">
            <a:avLst/>
          </a:prstGeom>
        </p:spPr>
        <p:txBody>
          <a:bodyPr vert="horz" lIns="91440" tIns="27432" rIns="91440" bIns="45720" rtlCol="0" anchor="b">
            <a:noAutofit/>
          </a:bodyPr>
          <a:lst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a:lstStyle>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Sales</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Quoting</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Customer Service</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Design</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APQP/Program Management</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Production</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Shipping</a:t>
            </a:r>
          </a:p>
        </p:txBody>
      </p:sp>
    </p:spTree>
    <p:extLst>
      <p:ext uri="{BB962C8B-B14F-4D97-AF65-F5344CB8AC3E}">
        <p14:creationId xmlns:p14="http://schemas.microsoft.com/office/powerpoint/2010/main" val="23500525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304" y="296214"/>
            <a:ext cx="9905998" cy="2511379"/>
          </a:xfrm>
        </p:spPr>
        <p:txBody>
          <a:bodyPr>
            <a:normAutofit/>
          </a:bodyPr>
          <a:lstStyle/>
          <a:p>
            <a:pPr algn="ctr"/>
            <a:r>
              <a:rPr lang="en-US" sz="6000" b="1" dirty="0">
                <a:latin typeface="Calibri" panose="020F0502020204030204" pitchFamily="34" charset="0"/>
              </a:rPr>
              <a:t>Support Oriented Processes </a:t>
            </a:r>
            <a:br>
              <a:rPr lang="en-US" sz="6000" b="1" dirty="0">
                <a:latin typeface="Calibri" panose="020F0502020204030204" pitchFamily="34" charset="0"/>
              </a:rPr>
            </a:br>
            <a:r>
              <a:rPr lang="en-US" sz="6700" dirty="0">
                <a:latin typeface="Calibri" panose="020F0502020204030204" pitchFamily="34" charset="0"/>
              </a:rPr>
              <a:t>SOPs </a:t>
            </a:r>
            <a:br>
              <a:rPr lang="en-US" dirty="0"/>
            </a:br>
            <a:endParaRPr lang="en-US" dirty="0"/>
          </a:p>
        </p:txBody>
      </p:sp>
      <p:sp>
        <p:nvSpPr>
          <p:cNvPr id="4" name="Title 1">
            <a:extLst>
              <a:ext uri="{FF2B5EF4-FFF2-40B4-BE49-F238E27FC236}">
                <a16:creationId xmlns:a16="http://schemas.microsoft.com/office/drawing/2014/main" id="{E5DCDBF9-B08D-1AA5-F2D4-75CC64B2AB51}"/>
              </a:ext>
            </a:extLst>
          </p:cNvPr>
          <p:cNvSpPr txBox="1">
            <a:spLocks/>
          </p:cNvSpPr>
          <p:nvPr/>
        </p:nvSpPr>
        <p:spPr>
          <a:xfrm>
            <a:off x="1595889" y="2937600"/>
            <a:ext cx="9905998" cy="3295291"/>
          </a:xfrm>
          <a:prstGeom prst="rect">
            <a:avLst/>
          </a:prstGeom>
        </p:spPr>
        <p:txBody>
          <a:bodyPr vert="horz" lIns="91440" tIns="27432" rIns="91440" bIns="45720" rtlCol="0" anchor="b">
            <a:noAutofit/>
          </a:bodyPr>
          <a:lst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a:lstStyle>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Purchasing</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Supplier Development/</a:t>
            </a:r>
            <a:r>
              <a:rPr lang="en-US" sz="4000" b="0" dirty="0" err="1">
                <a:solidFill>
                  <a:schemeClr val="tx1">
                    <a:lumMod val="65000"/>
                    <a:lumOff val="35000"/>
                  </a:schemeClr>
                </a:solidFill>
                <a:latin typeface="Calibri" panose="020F0502020204030204" pitchFamily="34" charset="0"/>
              </a:rPr>
              <a:t>Mgmt</a:t>
            </a:r>
            <a:endParaRPr lang="en-US" sz="4000" b="0" dirty="0">
              <a:solidFill>
                <a:schemeClr val="tx1">
                  <a:lumMod val="65000"/>
                  <a:lumOff val="35000"/>
                </a:schemeClr>
              </a:solidFill>
              <a:latin typeface="Calibri" panose="020F0502020204030204" pitchFamily="34" charset="0"/>
            </a:endParaRP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Training</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Calibration</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Maintenance</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Information Technology</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Inventory Management</a:t>
            </a:r>
          </a:p>
        </p:txBody>
      </p:sp>
    </p:spTree>
    <p:extLst>
      <p:ext uri="{BB962C8B-B14F-4D97-AF65-F5344CB8AC3E}">
        <p14:creationId xmlns:p14="http://schemas.microsoft.com/office/powerpoint/2010/main" val="4144500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365" y="354829"/>
            <a:ext cx="9905998" cy="1335948"/>
          </a:xfrm>
        </p:spPr>
        <p:txBody>
          <a:bodyPr>
            <a:normAutofit/>
          </a:bodyPr>
          <a:lstStyle/>
          <a:p>
            <a:pPr algn="ctr"/>
            <a:r>
              <a:rPr lang="en-US" b="1" dirty="0">
                <a:latin typeface="Calibri" panose="020F0502020204030204" pitchFamily="34" charset="0"/>
              </a:rPr>
              <a:t>Management Oriented Processes </a:t>
            </a:r>
            <a:br>
              <a:rPr lang="en-US" b="1" dirty="0">
                <a:latin typeface="Calibri" panose="020F0502020204030204" pitchFamily="34" charset="0"/>
              </a:rPr>
            </a:br>
            <a:r>
              <a:rPr lang="en-US" dirty="0">
                <a:latin typeface="Calibri" panose="020F0502020204030204" pitchFamily="34" charset="0"/>
              </a:rPr>
              <a:t>M</a:t>
            </a:r>
            <a:r>
              <a:rPr lang="en-US" sz="4800" dirty="0">
                <a:latin typeface="Calibri" panose="020F0502020204030204" pitchFamily="34" charset="0"/>
              </a:rPr>
              <a:t>OPs </a:t>
            </a:r>
            <a:endParaRPr lang="en-US" dirty="0">
              <a:latin typeface="Calibri" panose="020F0502020204030204" pitchFamily="34" charset="0"/>
            </a:endParaRPr>
          </a:p>
        </p:txBody>
      </p:sp>
      <p:sp>
        <p:nvSpPr>
          <p:cNvPr id="5" name="Title 1">
            <a:extLst>
              <a:ext uri="{FF2B5EF4-FFF2-40B4-BE49-F238E27FC236}">
                <a16:creationId xmlns:a16="http://schemas.microsoft.com/office/drawing/2014/main" id="{6D1917AA-31C1-D6A8-92A3-9AD9BCABA1E1}"/>
              </a:ext>
            </a:extLst>
          </p:cNvPr>
          <p:cNvSpPr txBox="1">
            <a:spLocks/>
          </p:cNvSpPr>
          <p:nvPr/>
        </p:nvSpPr>
        <p:spPr>
          <a:xfrm>
            <a:off x="2286002" y="2536164"/>
            <a:ext cx="9905998" cy="3295291"/>
          </a:xfrm>
          <a:prstGeom prst="rect">
            <a:avLst/>
          </a:prstGeom>
        </p:spPr>
        <p:txBody>
          <a:bodyPr vert="horz" lIns="91440" tIns="27432" rIns="91440" bIns="45720" rtlCol="0" anchor="b">
            <a:noAutofit/>
          </a:bodyPr>
          <a:lst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a:lstStyle>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Management Review</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Corrective Action</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Internal Audits</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Continual Improvement</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Customer Satisfaction</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Document Control</a:t>
            </a:r>
          </a:p>
          <a:p>
            <a:pPr marL="571500" indent="-571500">
              <a:buFont typeface="Arial" panose="020B0604020202020204" pitchFamily="34" charset="0"/>
              <a:buChar char="•"/>
            </a:pPr>
            <a:r>
              <a:rPr lang="en-US" sz="4000" b="0" dirty="0">
                <a:solidFill>
                  <a:schemeClr val="tx1">
                    <a:lumMod val="65000"/>
                    <a:lumOff val="35000"/>
                  </a:schemeClr>
                </a:solidFill>
                <a:latin typeface="Calibri" panose="020F0502020204030204" pitchFamily="34" charset="0"/>
              </a:rPr>
              <a:t>Record Control</a:t>
            </a:r>
          </a:p>
        </p:txBody>
      </p:sp>
    </p:spTree>
    <p:extLst>
      <p:ext uri="{BB962C8B-B14F-4D97-AF65-F5344CB8AC3E}">
        <p14:creationId xmlns:p14="http://schemas.microsoft.com/office/powerpoint/2010/main" val="34715056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Slide Number Placeholder 1">
            <a:extLst>
              <a:ext uri="{FF2B5EF4-FFF2-40B4-BE49-F238E27FC236}">
                <a16:creationId xmlns:a16="http://schemas.microsoft.com/office/drawing/2014/main" id="{1812F46D-D4C9-47EB-B959-E2B58C5C5D2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4E28E26-3BDB-43D9-919C-5FD9C02A5F24}" type="slidenum">
              <a:rPr lang="en-US" altLang="en-US" sz="1200">
                <a:solidFill>
                  <a:srgbClr val="FEFEFE"/>
                </a:solidFill>
                <a:latin typeface="Tahoma" panose="020B0604030504040204" pitchFamily="34" charset="0"/>
                <a:cs typeface="Arial" panose="020B0604020202020204" pitchFamily="34" charset="0"/>
              </a:rPr>
              <a:pPr/>
              <a:t>94</a:t>
            </a:fld>
            <a:endParaRPr lang="en-US" altLang="en-US" sz="1200" dirty="0">
              <a:solidFill>
                <a:srgbClr val="FEFEFE"/>
              </a:solidFill>
              <a:latin typeface="Tahoma" panose="020B0604030504040204" pitchFamily="34" charset="0"/>
              <a:cs typeface="Arial" panose="020B0604020202020204" pitchFamily="34" charset="0"/>
            </a:endParaRPr>
          </a:p>
        </p:txBody>
      </p:sp>
      <p:sp>
        <p:nvSpPr>
          <p:cNvPr id="260099" name="Rectangle 11">
            <a:extLst>
              <a:ext uri="{FF2B5EF4-FFF2-40B4-BE49-F238E27FC236}">
                <a16:creationId xmlns:a16="http://schemas.microsoft.com/office/drawing/2014/main" id="{521252D4-3544-4EAB-9DEA-8BB08A98C158}"/>
              </a:ext>
            </a:extLst>
          </p:cNvPr>
          <p:cNvSpPr>
            <a:spLocks noChangeArrowheads="1"/>
          </p:cNvSpPr>
          <p:nvPr/>
        </p:nvSpPr>
        <p:spPr bwMode="auto">
          <a:xfrm>
            <a:off x="2125663" y="5772150"/>
            <a:ext cx="80946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eaLnBrk="1" hangingPunct="1">
              <a:spcBef>
                <a:spcPct val="0"/>
              </a:spcBef>
              <a:buClrTx/>
              <a:buSzTx/>
              <a:buFontTx/>
              <a:buNone/>
            </a:pPr>
            <a:r>
              <a:rPr lang="en-US" altLang="en-US" sz="1800" b="1" dirty="0">
                <a:solidFill>
                  <a:schemeClr val="tx1"/>
                </a:solidFill>
                <a:latin typeface="Arial" panose="020B0604020202020204" pitchFamily="34" charset="0"/>
                <a:sym typeface="Wingdings" panose="05000000000000000000" pitchFamily="2" charset="2"/>
              </a:rPr>
              <a:t>Support processes: </a:t>
            </a:r>
            <a:r>
              <a:rPr lang="en-US" altLang="en-US" sz="1800" dirty="0">
                <a:solidFill>
                  <a:schemeClr val="tx1"/>
                </a:solidFill>
                <a:latin typeface="Arial" panose="020B0604020202020204" pitchFamily="34" charset="0"/>
                <a:sym typeface="Wingdings" panose="05000000000000000000" pitchFamily="2" charset="2"/>
              </a:rPr>
              <a:t>they allow the other processes to work by supplying the required resources, and contribute to risk control</a:t>
            </a:r>
          </a:p>
        </p:txBody>
      </p:sp>
      <p:sp>
        <p:nvSpPr>
          <p:cNvPr id="260100" name="Rectangle 1">
            <a:extLst>
              <a:ext uri="{FF2B5EF4-FFF2-40B4-BE49-F238E27FC236}">
                <a16:creationId xmlns:a16="http://schemas.microsoft.com/office/drawing/2014/main" id="{713575B8-5F74-43F5-A3BB-175BB680DD0C}"/>
              </a:ext>
            </a:extLst>
          </p:cNvPr>
          <p:cNvSpPr>
            <a:spLocks noChangeArrowheads="1"/>
          </p:cNvSpPr>
          <p:nvPr/>
        </p:nvSpPr>
        <p:spPr bwMode="auto">
          <a:xfrm>
            <a:off x="1981201" y="3244851"/>
            <a:ext cx="8240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fr-FR" altLang="en-US" dirty="0">
                <a:latin typeface="Comic Sans MS" panose="030F0702030302020204" pitchFamily="66" charset="0"/>
                <a:cs typeface="Arial" panose="020B0604020202020204" pitchFamily="34" charset="0"/>
              </a:rPr>
              <a:t>customer </a:t>
            </a:r>
            <a:endParaRPr lang="en-US" altLang="en-US" dirty="0">
              <a:latin typeface="Tahoma" panose="020B0604030504040204" pitchFamily="34" charset="0"/>
              <a:cs typeface="Arial" panose="020B0604020202020204" pitchFamily="34" charset="0"/>
            </a:endParaRPr>
          </a:p>
        </p:txBody>
      </p:sp>
      <p:grpSp>
        <p:nvGrpSpPr>
          <p:cNvPr id="260101" name="Group 4">
            <a:extLst>
              <a:ext uri="{FF2B5EF4-FFF2-40B4-BE49-F238E27FC236}">
                <a16:creationId xmlns:a16="http://schemas.microsoft.com/office/drawing/2014/main" id="{50BF523B-745E-46A4-901A-DDDAEF9C390D}"/>
              </a:ext>
            </a:extLst>
          </p:cNvPr>
          <p:cNvGrpSpPr>
            <a:grpSpLocks/>
          </p:cNvGrpSpPr>
          <p:nvPr/>
        </p:nvGrpSpPr>
        <p:grpSpPr bwMode="auto">
          <a:xfrm>
            <a:off x="2362201" y="1252538"/>
            <a:ext cx="6810375" cy="4292600"/>
            <a:chOff x="574" y="598"/>
            <a:chExt cx="4647" cy="2704"/>
          </a:xfrm>
        </p:grpSpPr>
        <p:grpSp>
          <p:nvGrpSpPr>
            <p:cNvPr id="260102" name="Group 5">
              <a:extLst>
                <a:ext uri="{FF2B5EF4-FFF2-40B4-BE49-F238E27FC236}">
                  <a16:creationId xmlns:a16="http://schemas.microsoft.com/office/drawing/2014/main" id="{F97CEDFB-643F-405C-8675-75B6FE14138A}"/>
                </a:ext>
              </a:extLst>
            </p:cNvPr>
            <p:cNvGrpSpPr>
              <a:grpSpLocks/>
            </p:cNvGrpSpPr>
            <p:nvPr/>
          </p:nvGrpSpPr>
          <p:grpSpPr bwMode="auto">
            <a:xfrm>
              <a:off x="574" y="598"/>
              <a:ext cx="4647" cy="2704"/>
              <a:chOff x="574" y="598"/>
              <a:chExt cx="4647" cy="2704"/>
            </a:xfrm>
          </p:grpSpPr>
          <p:sp>
            <p:nvSpPr>
              <p:cNvPr id="260104" name="AutoShape 2">
                <a:extLst>
                  <a:ext uri="{FF2B5EF4-FFF2-40B4-BE49-F238E27FC236}">
                    <a16:creationId xmlns:a16="http://schemas.microsoft.com/office/drawing/2014/main" id="{C29D9103-A49D-4D32-A894-96E94F3F3BC8}"/>
                  </a:ext>
                </a:extLst>
              </p:cNvPr>
              <p:cNvSpPr>
                <a:spLocks noChangeArrowheads="1"/>
              </p:cNvSpPr>
              <p:nvPr/>
            </p:nvSpPr>
            <p:spPr bwMode="auto">
              <a:xfrm>
                <a:off x="1117" y="1602"/>
                <a:ext cx="3681" cy="351"/>
              </a:xfrm>
              <a:prstGeom prst="notchedRightArrow">
                <a:avLst>
                  <a:gd name="adj1" fmla="val 50000"/>
                  <a:gd name="adj2" fmla="val 262179"/>
                </a:avLst>
              </a:prstGeom>
              <a:solidFill>
                <a:srgbClr val="99FF66"/>
              </a:solidFill>
              <a:ln w="9525">
                <a:solidFill>
                  <a:srgbClr val="669900"/>
                </a:solidFill>
                <a:miter lim="800000"/>
                <a:headEnd/>
                <a:tailEnd/>
              </a:ln>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fr-FR" altLang="en-US" dirty="0">
                    <a:solidFill>
                      <a:srgbClr val="000000"/>
                    </a:solidFill>
                    <a:latin typeface="Comic Sans MS" panose="030F0702030302020204" pitchFamily="66" charset="0"/>
                  </a:rPr>
                  <a:t>customer oriented process n° 2</a:t>
                </a:r>
              </a:p>
            </p:txBody>
          </p:sp>
          <p:sp>
            <p:nvSpPr>
              <p:cNvPr id="260105" name="AutoShape 3">
                <a:extLst>
                  <a:ext uri="{FF2B5EF4-FFF2-40B4-BE49-F238E27FC236}">
                    <a16:creationId xmlns:a16="http://schemas.microsoft.com/office/drawing/2014/main" id="{C19847DE-0B74-49CF-B378-7592D2AFA2AD}"/>
                  </a:ext>
                </a:extLst>
              </p:cNvPr>
              <p:cNvSpPr>
                <a:spLocks noChangeArrowheads="1"/>
              </p:cNvSpPr>
              <p:nvPr/>
            </p:nvSpPr>
            <p:spPr bwMode="auto">
              <a:xfrm>
                <a:off x="1109" y="2002"/>
                <a:ext cx="3681" cy="359"/>
              </a:xfrm>
              <a:prstGeom prst="notchedRightArrow">
                <a:avLst>
                  <a:gd name="adj1" fmla="val 50000"/>
                  <a:gd name="adj2" fmla="val 256337"/>
                </a:avLst>
              </a:prstGeom>
              <a:solidFill>
                <a:srgbClr val="99FF66"/>
              </a:solidFill>
              <a:ln w="9525">
                <a:solidFill>
                  <a:srgbClr val="669900"/>
                </a:solidFill>
                <a:miter lim="800000"/>
                <a:headEnd/>
                <a:tailEnd/>
              </a:ln>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fr-FR" altLang="en-US" dirty="0">
                    <a:solidFill>
                      <a:srgbClr val="000000"/>
                    </a:solidFill>
                    <a:latin typeface="Comic Sans MS" panose="030F0702030302020204" pitchFamily="66" charset="0"/>
                  </a:rPr>
                  <a:t>customer oriented process n° 3</a:t>
                </a:r>
              </a:p>
            </p:txBody>
          </p:sp>
          <p:sp>
            <p:nvSpPr>
              <p:cNvPr id="260106" name="AutoShape 4">
                <a:extLst>
                  <a:ext uri="{FF2B5EF4-FFF2-40B4-BE49-F238E27FC236}">
                    <a16:creationId xmlns:a16="http://schemas.microsoft.com/office/drawing/2014/main" id="{8D331039-D32F-435B-8D44-A1DC11CB26D7}"/>
                  </a:ext>
                </a:extLst>
              </p:cNvPr>
              <p:cNvSpPr>
                <a:spLocks noChangeArrowheads="1"/>
              </p:cNvSpPr>
              <p:nvPr/>
            </p:nvSpPr>
            <p:spPr bwMode="auto">
              <a:xfrm>
                <a:off x="1109" y="2394"/>
                <a:ext cx="3681" cy="415"/>
              </a:xfrm>
              <a:prstGeom prst="notchedRightArrow">
                <a:avLst>
                  <a:gd name="adj1" fmla="val 50000"/>
                  <a:gd name="adj2" fmla="val 221747"/>
                </a:avLst>
              </a:prstGeom>
              <a:solidFill>
                <a:srgbClr val="99FF66"/>
              </a:solidFill>
              <a:ln w="9525">
                <a:solidFill>
                  <a:srgbClr val="669900"/>
                </a:solidFill>
                <a:miter lim="800000"/>
                <a:headEnd/>
                <a:tailEnd/>
              </a:ln>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fr-FR" altLang="en-US" dirty="0">
                    <a:solidFill>
                      <a:srgbClr val="000000"/>
                    </a:solidFill>
                    <a:latin typeface="Comic Sans MS" panose="030F0702030302020204" pitchFamily="66" charset="0"/>
                  </a:rPr>
                  <a:t>customer oriented process n° n </a:t>
                </a:r>
              </a:p>
            </p:txBody>
          </p:sp>
          <p:sp>
            <p:nvSpPr>
              <p:cNvPr id="260107" name="AutoShape 5">
                <a:extLst>
                  <a:ext uri="{FF2B5EF4-FFF2-40B4-BE49-F238E27FC236}">
                    <a16:creationId xmlns:a16="http://schemas.microsoft.com/office/drawing/2014/main" id="{ADB7B6B3-2339-4471-B734-0B2C819C8853}"/>
                  </a:ext>
                </a:extLst>
              </p:cNvPr>
              <p:cNvSpPr>
                <a:spLocks noChangeArrowheads="1"/>
              </p:cNvSpPr>
              <p:nvPr/>
            </p:nvSpPr>
            <p:spPr bwMode="auto">
              <a:xfrm>
                <a:off x="1109" y="1162"/>
                <a:ext cx="3681" cy="391"/>
              </a:xfrm>
              <a:prstGeom prst="notchedRightArrow">
                <a:avLst>
                  <a:gd name="adj1" fmla="val 50000"/>
                  <a:gd name="adj2" fmla="val 235358"/>
                </a:avLst>
              </a:prstGeom>
              <a:solidFill>
                <a:srgbClr val="99FF66"/>
              </a:solidFill>
              <a:ln w="9525">
                <a:solidFill>
                  <a:srgbClr val="006600"/>
                </a:solidFill>
                <a:miter lim="800000"/>
                <a:headEnd/>
                <a:tailEnd/>
              </a:ln>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fr-FR" altLang="en-US" dirty="0" err="1">
                    <a:solidFill>
                      <a:srgbClr val="000000"/>
                    </a:solidFill>
                    <a:latin typeface="Comic Sans MS" panose="030F0702030302020204" pitchFamily="66" charset="0"/>
                  </a:rPr>
                  <a:t>customer</a:t>
                </a:r>
                <a:r>
                  <a:rPr lang="fr-FR" altLang="en-US" dirty="0">
                    <a:solidFill>
                      <a:srgbClr val="000000"/>
                    </a:solidFill>
                    <a:latin typeface="Comic Sans MS" panose="030F0702030302020204" pitchFamily="66" charset="0"/>
                  </a:rPr>
                  <a:t> </a:t>
                </a:r>
                <a:r>
                  <a:rPr lang="fr-FR" altLang="en-US" dirty="0" err="1">
                    <a:solidFill>
                      <a:srgbClr val="000000"/>
                    </a:solidFill>
                    <a:latin typeface="Comic Sans MS" panose="030F0702030302020204" pitchFamily="66" charset="0"/>
                  </a:rPr>
                  <a:t>oriented</a:t>
                </a:r>
                <a:r>
                  <a:rPr lang="fr-FR" altLang="en-US" dirty="0">
                    <a:solidFill>
                      <a:srgbClr val="000000"/>
                    </a:solidFill>
                    <a:latin typeface="Comic Sans MS" panose="030F0702030302020204" pitchFamily="66" charset="0"/>
                  </a:rPr>
                  <a:t> process n° 1</a:t>
                </a:r>
              </a:p>
            </p:txBody>
          </p:sp>
          <p:sp>
            <p:nvSpPr>
              <p:cNvPr id="260108" name="Text Box 6">
                <a:extLst>
                  <a:ext uri="{FF2B5EF4-FFF2-40B4-BE49-F238E27FC236}">
                    <a16:creationId xmlns:a16="http://schemas.microsoft.com/office/drawing/2014/main" id="{5E0B3925-C45D-423A-8C34-F0252450DD40}"/>
                  </a:ext>
                </a:extLst>
              </p:cNvPr>
              <p:cNvSpPr txBox="1">
                <a:spLocks noChangeArrowheads="1"/>
              </p:cNvSpPr>
              <p:nvPr/>
            </p:nvSpPr>
            <p:spPr bwMode="auto">
              <a:xfrm>
                <a:off x="574" y="792"/>
                <a:ext cx="359" cy="231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C</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U</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S</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T</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O</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M</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E</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R</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S</a:t>
                </a:r>
                <a:endParaRPr lang="en-US" altLang="en-US" sz="1600" b="1" dirty="0">
                  <a:solidFill>
                    <a:srgbClr val="FFFFFF"/>
                  </a:solidFill>
                  <a:latin typeface="Comic Sans MS" panose="030F0702030302020204" pitchFamily="66" charset="0"/>
                </a:endParaRPr>
              </a:p>
            </p:txBody>
          </p:sp>
          <p:sp>
            <p:nvSpPr>
              <p:cNvPr id="260109" name="Text Box 7">
                <a:extLst>
                  <a:ext uri="{FF2B5EF4-FFF2-40B4-BE49-F238E27FC236}">
                    <a16:creationId xmlns:a16="http://schemas.microsoft.com/office/drawing/2014/main" id="{DE66F5C7-EE9D-41D2-AF16-F0A11C486EEC}"/>
                  </a:ext>
                </a:extLst>
              </p:cNvPr>
              <p:cNvSpPr txBox="1">
                <a:spLocks noChangeArrowheads="1"/>
              </p:cNvSpPr>
              <p:nvPr/>
            </p:nvSpPr>
            <p:spPr bwMode="auto">
              <a:xfrm>
                <a:off x="4894" y="748"/>
                <a:ext cx="327" cy="231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C</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U</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S</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T</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O</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M</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E</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R</a:t>
                </a:r>
              </a:p>
              <a:p>
                <a:pPr algn="ctr" eaLnBrk="1" hangingPunct="1">
                  <a:spcBef>
                    <a:spcPct val="50000"/>
                  </a:spcBef>
                  <a:buClrTx/>
                  <a:buSzTx/>
                  <a:buFontTx/>
                  <a:buNone/>
                </a:pPr>
                <a:r>
                  <a:rPr lang="en-US" altLang="en-US" sz="1800" b="1" dirty="0">
                    <a:solidFill>
                      <a:srgbClr val="FFFFFF"/>
                    </a:solidFill>
                    <a:latin typeface="Comic Sans MS" panose="030F0702030302020204" pitchFamily="66" charset="0"/>
                  </a:rPr>
                  <a:t>S</a:t>
                </a:r>
              </a:p>
            </p:txBody>
          </p:sp>
          <p:sp>
            <p:nvSpPr>
              <p:cNvPr id="260110" name="Rectangle 8">
                <a:extLst>
                  <a:ext uri="{FF2B5EF4-FFF2-40B4-BE49-F238E27FC236}">
                    <a16:creationId xmlns:a16="http://schemas.microsoft.com/office/drawing/2014/main" id="{3D1A422C-C4FE-4A33-B485-FC105DB03C8B}"/>
                  </a:ext>
                </a:extLst>
              </p:cNvPr>
              <p:cNvSpPr>
                <a:spLocks noChangeArrowheads="1"/>
              </p:cNvSpPr>
              <p:nvPr/>
            </p:nvSpPr>
            <p:spPr bwMode="auto">
              <a:xfrm>
                <a:off x="1381" y="598"/>
                <a:ext cx="3081" cy="2704"/>
              </a:xfrm>
              <a:prstGeom prst="rect">
                <a:avLst/>
              </a:prstGeom>
              <a:noFill/>
              <a:ln w="9525">
                <a:solidFill>
                  <a:schemeClr val="bg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endParaRPr lang="en-GB" altLang="en-US" sz="1000" dirty="0">
                  <a:solidFill>
                    <a:srgbClr val="000000"/>
                  </a:solidFill>
                  <a:latin typeface="Arial" panose="020B0604020202020204" pitchFamily="34" charset="0"/>
                </a:endParaRPr>
              </a:p>
            </p:txBody>
          </p:sp>
          <p:sp>
            <p:nvSpPr>
              <p:cNvPr id="260111" name="AutoShape 9">
                <a:extLst>
                  <a:ext uri="{FF2B5EF4-FFF2-40B4-BE49-F238E27FC236}">
                    <a16:creationId xmlns:a16="http://schemas.microsoft.com/office/drawing/2014/main" id="{8153CE4F-B4E1-479A-AEEB-F125FA2F8F3C}"/>
                  </a:ext>
                </a:extLst>
              </p:cNvPr>
              <p:cNvSpPr>
                <a:spLocks noChangeArrowheads="1"/>
              </p:cNvSpPr>
              <p:nvPr/>
            </p:nvSpPr>
            <p:spPr bwMode="auto">
              <a:xfrm>
                <a:off x="1519" y="2774"/>
                <a:ext cx="2826" cy="432"/>
              </a:xfrm>
              <a:prstGeom prst="upArrowCallout">
                <a:avLst>
                  <a:gd name="adj1" fmla="val 163542"/>
                  <a:gd name="adj2" fmla="val 163542"/>
                  <a:gd name="adj3" fmla="val 16667"/>
                  <a:gd name="adj4" fmla="val 66667"/>
                </a:avLst>
              </a:prstGeom>
              <a:solidFill>
                <a:schemeClr val="accent1"/>
              </a:solidFill>
              <a:ln w="9525">
                <a:solidFill>
                  <a:srgbClr val="008000"/>
                </a:solidFill>
                <a:miter lim="800000"/>
                <a:headEnd/>
                <a:tailEnd/>
              </a:ln>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fr-FR" altLang="en-US" dirty="0">
                    <a:solidFill>
                      <a:srgbClr val="000000"/>
                    </a:solidFill>
                    <a:latin typeface="Comic Sans MS" panose="030F0702030302020204" pitchFamily="66" charset="0"/>
                  </a:rPr>
                  <a:t>support processes</a:t>
                </a:r>
              </a:p>
            </p:txBody>
          </p:sp>
        </p:grpSp>
        <p:sp>
          <p:nvSpPr>
            <p:cNvPr id="260103" name="AutoShape 14">
              <a:extLst>
                <a:ext uri="{FF2B5EF4-FFF2-40B4-BE49-F238E27FC236}">
                  <a16:creationId xmlns:a16="http://schemas.microsoft.com/office/drawing/2014/main" id="{001DAC19-C5ED-4B15-BE81-F7B8599B837C}"/>
                </a:ext>
              </a:extLst>
            </p:cNvPr>
            <p:cNvSpPr>
              <a:spLocks noChangeArrowheads="1"/>
            </p:cNvSpPr>
            <p:nvPr/>
          </p:nvSpPr>
          <p:spPr bwMode="auto">
            <a:xfrm>
              <a:off x="1627" y="705"/>
              <a:ext cx="2533" cy="430"/>
            </a:xfrm>
            <a:prstGeom prst="downArrowCallout">
              <a:avLst>
                <a:gd name="adj1" fmla="val 147267"/>
                <a:gd name="adj2" fmla="val 147267"/>
                <a:gd name="adj3" fmla="val 16667"/>
                <a:gd name="adj4" fmla="val 66667"/>
              </a:avLst>
            </a:prstGeom>
            <a:solidFill>
              <a:srgbClr val="FF7C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lgn="ctr" eaLnBrk="1" hangingPunct="1">
                <a:spcBef>
                  <a:spcPct val="0"/>
                </a:spcBef>
                <a:buClrTx/>
                <a:buSzTx/>
                <a:buFontTx/>
                <a:buNone/>
              </a:pPr>
              <a:r>
                <a:rPr lang="en-GB" altLang="en-US" dirty="0">
                  <a:solidFill>
                    <a:srgbClr val="000000"/>
                  </a:solidFill>
                  <a:latin typeface="Comic Sans MS" panose="030F0702030302020204" pitchFamily="66" charset="0"/>
                </a:rPr>
                <a:t>management processes</a:t>
              </a:r>
            </a:p>
          </p:txBody>
        </p:sp>
      </p:grpSp>
    </p:spTree>
    <p:extLst>
      <p:ext uri="{BB962C8B-B14F-4D97-AF65-F5344CB8AC3E}">
        <p14:creationId xmlns:p14="http://schemas.microsoft.com/office/powerpoint/2010/main" val="37829658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7DCDC-62A2-4138-B02E-1A316C9DD58D}"/>
              </a:ext>
            </a:extLst>
          </p:cNvPr>
          <p:cNvSpPr>
            <a:spLocks noGrp="1"/>
          </p:cNvSpPr>
          <p:nvPr>
            <p:ph type="title"/>
          </p:nvPr>
        </p:nvSpPr>
        <p:spPr>
          <a:xfrm>
            <a:off x="745171" y="363876"/>
            <a:ext cx="9692640" cy="1397124"/>
          </a:xfrm>
        </p:spPr>
        <p:txBody>
          <a:bodyPr/>
          <a:lstStyle/>
          <a:p>
            <a:pPr algn="ctr"/>
            <a:r>
              <a:rPr lang="en-US" dirty="0">
                <a:latin typeface="Calibri" panose="020F0502020204030204" pitchFamily="34" charset="0"/>
              </a:rPr>
              <a:t>How about your company’s process approach?</a:t>
            </a:r>
          </a:p>
        </p:txBody>
      </p:sp>
      <p:sp>
        <p:nvSpPr>
          <p:cNvPr id="3" name="Content Placeholder 2">
            <a:extLst>
              <a:ext uri="{FF2B5EF4-FFF2-40B4-BE49-F238E27FC236}">
                <a16:creationId xmlns:a16="http://schemas.microsoft.com/office/drawing/2014/main" id="{CCBFD253-A64E-4087-96FE-890F566335D2}"/>
              </a:ext>
            </a:extLst>
          </p:cNvPr>
          <p:cNvSpPr>
            <a:spLocks noGrp="1"/>
          </p:cNvSpPr>
          <p:nvPr>
            <p:ph idx="1"/>
          </p:nvPr>
        </p:nvSpPr>
        <p:spPr>
          <a:xfrm>
            <a:off x="531813" y="2160245"/>
            <a:ext cx="9905998" cy="1583132"/>
          </a:xfrm>
        </p:spPr>
        <p:txBody>
          <a:bodyPr>
            <a:noAutofit/>
          </a:bodyPr>
          <a:lstStyle/>
          <a:p>
            <a:r>
              <a:rPr lang="en-US" sz="3200" dirty="0">
                <a:latin typeface="Calibri" panose="020F0502020204030204" pitchFamily="34" charset="0"/>
                <a:cs typeface="Calibri" panose="020F0502020204030204" pitchFamily="34" charset="0"/>
              </a:rPr>
              <a:t>Let’s take a minute to review your system …. </a:t>
            </a:r>
          </a:p>
          <a:p>
            <a:r>
              <a:rPr lang="en-US" sz="3200" dirty="0">
                <a:latin typeface="Calibri" panose="020F0502020204030204" pitchFamily="34" charset="0"/>
                <a:cs typeface="Calibri" panose="020F0502020204030204" pitchFamily="34" charset="0"/>
              </a:rPr>
              <a:t>How is it structured?</a:t>
            </a:r>
          </a:p>
          <a:p>
            <a:r>
              <a:rPr lang="en-US" sz="3200" dirty="0">
                <a:latin typeface="Calibri" panose="020F0502020204030204" pitchFamily="34" charset="0"/>
                <a:cs typeface="Calibri" panose="020F0502020204030204" pitchFamily="34" charset="0"/>
              </a:rPr>
              <a:t>How is it measured?</a:t>
            </a:r>
          </a:p>
          <a:p>
            <a:r>
              <a:rPr lang="en-US" sz="3200" dirty="0">
                <a:latin typeface="Calibri" panose="020F0502020204030204" pitchFamily="34" charset="0"/>
                <a:cs typeface="Calibri" panose="020F0502020204030204" pitchFamily="34" charset="0"/>
              </a:rPr>
              <a:t>Are there sufficient trend/kpi data to make any statements on overall effectiveness?</a:t>
            </a:r>
          </a:p>
        </p:txBody>
      </p:sp>
    </p:spTree>
    <p:extLst>
      <p:ext uri="{BB962C8B-B14F-4D97-AF65-F5344CB8AC3E}">
        <p14:creationId xmlns:p14="http://schemas.microsoft.com/office/powerpoint/2010/main" val="3981715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956A6ADB-B70E-408B-985F-6E86F6666E28}"/>
              </a:ext>
            </a:extLst>
          </p:cNvPr>
          <p:cNvSpPr>
            <a:spLocks noGrp="1" noChangeArrowheads="1"/>
          </p:cNvSpPr>
          <p:nvPr>
            <p:ph type="title" idx="4294967295"/>
          </p:nvPr>
        </p:nvSpPr>
        <p:spPr>
          <a:xfrm>
            <a:off x="723550" y="1006200"/>
            <a:ext cx="7340600" cy="500063"/>
          </a:xfrm>
        </p:spPr>
        <p:txBody>
          <a:bodyPr>
            <a:noAutofit/>
          </a:bodyPr>
          <a:lstStyle/>
          <a:p>
            <a:pPr eaLnBrk="1" hangingPunct="1"/>
            <a:r>
              <a:rPr lang="en-GB" altLang="en-US" sz="3200" dirty="0">
                <a:latin typeface="Calibri" panose="020F0502020204030204" pitchFamily="34" charset="0"/>
                <a:cs typeface="Calibri" panose="020F0502020204030204" pitchFamily="34" charset="0"/>
              </a:rPr>
              <a:t>Identification of processes</a:t>
            </a:r>
          </a:p>
        </p:txBody>
      </p:sp>
      <p:sp>
        <p:nvSpPr>
          <p:cNvPr id="268291" name="Rectangle 3">
            <a:extLst>
              <a:ext uri="{FF2B5EF4-FFF2-40B4-BE49-F238E27FC236}">
                <a16:creationId xmlns:a16="http://schemas.microsoft.com/office/drawing/2014/main" id="{D5EC5CCF-35B9-465F-A1DC-07EE38CE9DCA}"/>
              </a:ext>
            </a:extLst>
          </p:cNvPr>
          <p:cNvSpPr>
            <a:spLocks noGrp="1" noChangeArrowheads="1"/>
          </p:cNvSpPr>
          <p:nvPr>
            <p:ph type="body" idx="4294967295"/>
          </p:nvPr>
        </p:nvSpPr>
        <p:spPr>
          <a:xfrm>
            <a:off x="859168" y="1600200"/>
            <a:ext cx="9123032" cy="4800600"/>
          </a:xfrm>
        </p:spPr>
        <p:txBody>
          <a:bodyPr>
            <a:normAutofit/>
          </a:bodyPr>
          <a:lstStyle/>
          <a:p>
            <a:pPr eaLnBrk="1" hangingPunct="1">
              <a:lnSpc>
                <a:spcPct val="90000"/>
              </a:lnSpc>
            </a:pPr>
            <a:r>
              <a:rPr lang="en-GB" altLang="en-US" dirty="0">
                <a:latin typeface="Calibri" panose="020F0502020204030204" pitchFamily="34" charset="0"/>
                <a:cs typeface="Calibri" panose="020F0502020204030204" pitchFamily="34" charset="0"/>
              </a:rPr>
              <a:t>Brainstorm in your groups to identify 5 processes in a typical automotive tier one supplier where there is interaction with an external customer.</a:t>
            </a:r>
          </a:p>
          <a:p>
            <a:pPr eaLnBrk="1" hangingPunct="1">
              <a:lnSpc>
                <a:spcPct val="90000"/>
              </a:lnSpc>
            </a:pPr>
            <a:r>
              <a:rPr lang="en-GB" altLang="en-US" dirty="0">
                <a:highlight>
                  <a:srgbClr val="FFFF00"/>
                </a:highlight>
                <a:latin typeface="Calibri" panose="020F0502020204030204" pitchFamily="34" charset="0"/>
                <a:cs typeface="Calibri" panose="020F0502020204030204" pitchFamily="34" charset="0"/>
              </a:rPr>
              <a:t>Define inputs/outputs</a:t>
            </a:r>
          </a:p>
          <a:p>
            <a:pPr eaLnBrk="1" hangingPunct="1">
              <a:lnSpc>
                <a:spcPct val="90000"/>
              </a:lnSpc>
            </a:pPr>
            <a:r>
              <a:rPr lang="en-GB" altLang="en-US" dirty="0">
                <a:highlight>
                  <a:srgbClr val="FFFF00"/>
                </a:highlight>
                <a:latin typeface="Calibri" panose="020F0502020204030204" pitchFamily="34" charset="0"/>
                <a:cs typeface="Calibri" panose="020F0502020204030204" pitchFamily="34" charset="0"/>
              </a:rPr>
              <a:t>Interaction processes ?</a:t>
            </a:r>
          </a:p>
          <a:p>
            <a:pPr eaLnBrk="1" hangingPunct="1">
              <a:lnSpc>
                <a:spcPct val="90000"/>
              </a:lnSpc>
            </a:pPr>
            <a:r>
              <a:rPr lang="en-GB" altLang="en-US" dirty="0">
                <a:highlight>
                  <a:srgbClr val="FFFF00"/>
                </a:highlight>
                <a:latin typeface="Calibri" panose="020F0502020204030204" pitchFamily="34" charset="0"/>
                <a:cs typeface="Calibri" panose="020F0502020204030204" pitchFamily="34" charset="0"/>
              </a:rPr>
              <a:t>List 2/3 key documents you will </a:t>
            </a:r>
            <a:r>
              <a:rPr lang="en-GB" altLang="en-US">
                <a:highlight>
                  <a:srgbClr val="FFFF00"/>
                </a:highlight>
                <a:latin typeface="Calibri" panose="020F0502020204030204" pitchFamily="34" charset="0"/>
                <a:cs typeface="Calibri" panose="020F0502020204030204" pitchFamily="34" charset="0"/>
              </a:rPr>
              <a:t>look for?</a:t>
            </a:r>
            <a:endParaRPr lang="en-GB" altLang="en-US" dirty="0">
              <a:highlight>
                <a:srgbClr val="FFFF00"/>
              </a:highlight>
              <a:latin typeface="Calibri" panose="020F0502020204030204" pitchFamily="34" charset="0"/>
              <a:cs typeface="Calibri" panose="020F0502020204030204" pitchFamily="34" charset="0"/>
            </a:endParaRPr>
          </a:p>
          <a:p>
            <a:pPr eaLnBrk="1" hangingPunct="1">
              <a:lnSpc>
                <a:spcPct val="90000"/>
              </a:lnSpc>
            </a:pPr>
            <a:r>
              <a:rPr lang="en-GB" altLang="en-US" dirty="0">
                <a:highlight>
                  <a:srgbClr val="FFFF00"/>
                </a:highlight>
                <a:latin typeface="Calibri" panose="020F0502020204030204" pitchFamily="34" charset="0"/>
                <a:cs typeface="Calibri" panose="020F0502020204030204" pitchFamily="34" charset="0"/>
              </a:rPr>
              <a:t>Related clauses you  will verify</a:t>
            </a:r>
          </a:p>
          <a:p>
            <a:pPr eaLnBrk="1" hangingPunct="1">
              <a:lnSpc>
                <a:spcPct val="90000"/>
              </a:lnSpc>
            </a:pPr>
            <a:r>
              <a:rPr lang="en-GB" altLang="en-US" dirty="0">
                <a:highlight>
                  <a:srgbClr val="FFFF00"/>
                </a:highlight>
                <a:latin typeface="Calibri" panose="020F0502020204030204" pitchFamily="34" charset="0"/>
                <a:cs typeface="Calibri" panose="020F0502020204030204" pitchFamily="34" charset="0"/>
              </a:rPr>
              <a:t>KPIs for this process?  Are they performing ok?</a:t>
            </a:r>
          </a:p>
          <a:p>
            <a:pPr eaLnBrk="1" hangingPunct="1">
              <a:lnSpc>
                <a:spcPct val="90000"/>
              </a:lnSpc>
            </a:pPr>
            <a:r>
              <a:rPr lang="en-GB" altLang="en-US" dirty="0">
                <a:latin typeface="Calibri" panose="020F0502020204030204" pitchFamily="34" charset="0"/>
                <a:cs typeface="Calibri" panose="020F0502020204030204" pitchFamily="34" charset="0"/>
              </a:rPr>
              <a:t>Discuss in your groups</a:t>
            </a:r>
          </a:p>
          <a:p>
            <a:pPr eaLnBrk="1" hangingPunct="1">
              <a:lnSpc>
                <a:spcPct val="90000"/>
              </a:lnSpc>
            </a:pPr>
            <a:r>
              <a:rPr lang="en-GB" altLang="en-US" dirty="0">
                <a:latin typeface="Calibri" panose="020F0502020204030204" pitchFamily="34" charset="0"/>
                <a:cs typeface="Calibri" panose="020F0502020204030204" pitchFamily="34" charset="0"/>
              </a:rPr>
              <a:t>Feedback</a:t>
            </a:r>
          </a:p>
          <a:p>
            <a:pPr eaLnBrk="1" hangingPunct="1">
              <a:lnSpc>
                <a:spcPct val="90000"/>
              </a:lnSpc>
            </a:pPr>
            <a:r>
              <a:rPr lang="en-GB" altLang="en-US" dirty="0"/>
              <a:t>COP – Customer Service; SOP –Calibration; MOP – Management Review</a:t>
            </a:r>
          </a:p>
          <a:p>
            <a:pPr marL="0" indent="0" eaLnBrk="1" hangingPunct="1">
              <a:lnSpc>
                <a:spcPct val="90000"/>
              </a:lnSpc>
              <a:buNone/>
            </a:pPr>
            <a:endParaRPr lang="en-GB" altLang="en-US" dirty="0"/>
          </a:p>
        </p:txBody>
      </p:sp>
      <p:sp>
        <p:nvSpPr>
          <p:cNvPr id="2" name="TextBox 1">
            <a:extLst>
              <a:ext uri="{FF2B5EF4-FFF2-40B4-BE49-F238E27FC236}">
                <a16:creationId xmlns:a16="http://schemas.microsoft.com/office/drawing/2014/main" id="{0CACF272-A659-4C34-9ED8-AFAF50BBA708}"/>
              </a:ext>
            </a:extLst>
          </p:cNvPr>
          <p:cNvSpPr txBox="1"/>
          <p:nvPr/>
        </p:nvSpPr>
        <p:spPr>
          <a:xfrm>
            <a:off x="723550" y="265933"/>
            <a:ext cx="4726029" cy="646331"/>
          </a:xfrm>
          <a:prstGeom prst="rect">
            <a:avLst/>
          </a:prstGeom>
          <a:noFill/>
        </p:spPr>
        <p:txBody>
          <a:bodyPr wrap="square">
            <a:spAutoFit/>
          </a:bodyPr>
          <a:lstStyle/>
          <a:p>
            <a:pPr eaLnBrk="1" hangingPunct="1">
              <a:defRPr/>
            </a:pPr>
            <a:r>
              <a:rPr lang="en-US" sz="3600" b="1" dirty="0">
                <a:latin typeface="Calibri" panose="020F0502020204030204" pitchFamily="34" charset="0"/>
                <a:cs typeface="Calibri" panose="020F0502020204030204" pitchFamily="34" charset="0"/>
              </a:rPr>
              <a:t>Exercise</a:t>
            </a:r>
          </a:p>
        </p:txBody>
      </p:sp>
    </p:spTree>
    <p:extLst>
      <p:ext uri="{BB962C8B-B14F-4D97-AF65-F5344CB8AC3E}">
        <p14:creationId xmlns:p14="http://schemas.microsoft.com/office/powerpoint/2010/main" val="23675967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0278" y="1941257"/>
            <a:ext cx="10316308" cy="1130887"/>
          </a:xfrm>
          <a:prstGeom prst="rect">
            <a:avLst/>
          </a:prstGeom>
        </p:spPr>
        <p:txBody>
          <a:bodyPr wrap="square">
            <a:spAutoFit/>
          </a:bodyPr>
          <a:lstStyle/>
          <a:p>
            <a:pPr algn="ctr">
              <a:lnSpc>
                <a:spcPct val="107000"/>
              </a:lnSpc>
              <a:spcAft>
                <a:spcPts val="800"/>
              </a:spcAft>
            </a:pPr>
            <a:r>
              <a:rPr lang="en-US" sz="6600" b="1" dirty="0">
                <a:solidFill>
                  <a:schemeClr val="accent1"/>
                </a:solidFill>
                <a:latin typeface="Calibri" panose="020F0502020204030204" pitchFamily="34" charset="0"/>
                <a:ea typeface="Calibri" panose="020F0502020204030204" pitchFamily="34" charset="0"/>
                <a:cs typeface="Calibri" panose="020F0502020204030204" pitchFamily="34" charset="0"/>
              </a:rPr>
              <a:t>Risk Analysis</a:t>
            </a:r>
            <a:endParaRPr lang="en-US" sz="66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29988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29EE-3224-4B07-A12A-E0EC55FE5EC7}"/>
              </a:ext>
            </a:extLst>
          </p:cNvPr>
          <p:cNvSpPr>
            <a:spLocks noGrp="1"/>
          </p:cNvSpPr>
          <p:nvPr>
            <p:ph type="title"/>
          </p:nvPr>
        </p:nvSpPr>
        <p:spPr>
          <a:xfrm>
            <a:off x="624113" y="246743"/>
            <a:ext cx="10624457" cy="1967093"/>
          </a:xfrm>
        </p:spPr>
        <p:txBody>
          <a:bodyPr>
            <a:noAutofit/>
          </a:bodyPr>
          <a:lstStyle/>
          <a:p>
            <a:pPr algn="ctr"/>
            <a:r>
              <a:rPr lang="en-US" sz="4000" dirty="0">
                <a:latin typeface="Calibri" panose="020F0502020204030204" pitchFamily="34" charset="0"/>
              </a:rPr>
              <a:t>RISK ANALYSIS – 28 times in IATF 16949</a:t>
            </a:r>
            <a:br>
              <a:rPr lang="en-US" sz="4000" dirty="0">
                <a:latin typeface="Calibri" panose="020F0502020204030204" pitchFamily="34" charset="0"/>
              </a:rPr>
            </a:br>
            <a:r>
              <a:rPr lang="en-US" sz="4000" dirty="0">
                <a:latin typeface="Calibri" panose="020F0502020204030204" pitchFamily="34" charset="0"/>
              </a:rPr>
              <a:t>RISK – 59 times in IATF 16949</a:t>
            </a:r>
            <a:br>
              <a:rPr lang="en-US" sz="4000" dirty="0">
                <a:latin typeface="Calibri" panose="020F0502020204030204" pitchFamily="34" charset="0"/>
              </a:rPr>
            </a:br>
            <a:r>
              <a:rPr lang="en-US" sz="4000" dirty="0">
                <a:latin typeface="Calibri" panose="020F0502020204030204" pitchFamily="34" charset="0"/>
              </a:rPr>
              <a:t>SHALL – 282 times in IATF 16949</a:t>
            </a:r>
          </a:p>
        </p:txBody>
      </p:sp>
      <p:sp>
        <p:nvSpPr>
          <p:cNvPr id="3" name="Content Placeholder 2">
            <a:extLst>
              <a:ext uri="{FF2B5EF4-FFF2-40B4-BE49-F238E27FC236}">
                <a16:creationId xmlns:a16="http://schemas.microsoft.com/office/drawing/2014/main" id="{C9906D9A-9E6D-4D73-8770-0584A2A201E7}"/>
              </a:ext>
            </a:extLst>
          </p:cNvPr>
          <p:cNvSpPr>
            <a:spLocks noGrp="1"/>
          </p:cNvSpPr>
          <p:nvPr>
            <p:ph idx="1"/>
          </p:nvPr>
        </p:nvSpPr>
        <p:spPr>
          <a:xfrm>
            <a:off x="624113" y="2394857"/>
            <a:ext cx="10726057" cy="4310743"/>
          </a:xfrm>
        </p:spPr>
        <p:txBody>
          <a:bodyPr>
            <a:noAutofit/>
          </a:bodyPr>
          <a:lstStyle/>
          <a:p>
            <a:r>
              <a:rPr lang="en-US" sz="2600" dirty="0">
                <a:latin typeface="Calibri" panose="020F0502020204030204" pitchFamily="34" charset="0"/>
                <a:cs typeface="Calibri" panose="020F0502020204030204" pitchFamily="34" charset="0"/>
              </a:rPr>
              <a:t>Risk-based thinking is the effect of uncertainty on an expected result (ISO 9001:2015)</a:t>
            </a:r>
          </a:p>
          <a:p>
            <a:r>
              <a:rPr lang="en-US" sz="2600" dirty="0">
                <a:latin typeface="Calibri" panose="020F0502020204030204" pitchFamily="34" charset="0"/>
                <a:cs typeface="Calibri" panose="020F0502020204030204" pitchFamily="34" charset="0"/>
              </a:rPr>
              <a:t>Planning and implementing actions to address risks and opportunities within the QMS</a:t>
            </a:r>
          </a:p>
          <a:p>
            <a:r>
              <a:rPr lang="en-US" sz="2600" dirty="0">
                <a:latin typeface="Calibri" panose="020F0502020204030204" pitchFamily="34" charset="0"/>
                <a:cs typeface="Calibri" panose="020F0502020204030204" pitchFamily="34" charset="0"/>
              </a:rPr>
              <a:t>Actions must address both risks and opportunities</a:t>
            </a:r>
          </a:p>
          <a:p>
            <a:r>
              <a:rPr lang="en-US" sz="2600" dirty="0">
                <a:latin typeface="Calibri" panose="020F0502020204030204" pitchFamily="34" charset="0"/>
                <a:cs typeface="Calibri" panose="020F0502020204030204" pitchFamily="34" charset="0"/>
              </a:rPr>
              <a:t>Risk = threat</a:t>
            </a:r>
          </a:p>
          <a:p>
            <a:r>
              <a:rPr lang="en-US" sz="2600" dirty="0">
                <a:latin typeface="Calibri" panose="020F0502020204030204" pitchFamily="34" charset="0"/>
                <a:cs typeface="Calibri" panose="020F0502020204030204" pitchFamily="34" charset="0"/>
              </a:rPr>
              <a:t>Opportunity = improvement</a:t>
            </a:r>
          </a:p>
        </p:txBody>
      </p:sp>
    </p:spTree>
    <p:extLst>
      <p:ext uri="{BB962C8B-B14F-4D97-AF65-F5344CB8AC3E}">
        <p14:creationId xmlns:p14="http://schemas.microsoft.com/office/powerpoint/2010/main" val="21658945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0B2DFA-229D-4C30-8758-F403AC6CE143}"/>
              </a:ext>
            </a:extLst>
          </p:cNvPr>
          <p:cNvSpPr>
            <a:spLocks noGrp="1"/>
          </p:cNvSpPr>
          <p:nvPr>
            <p:ph type="title"/>
          </p:nvPr>
        </p:nvSpPr>
        <p:spPr>
          <a:xfrm>
            <a:off x="1141413" y="348343"/>
            <a:ext cx="9905998" cy="1729839"/>
          </a:xfrm>
        </p:spPr>
        <p:txBody>
          <a:bodyPr>
            <a:noAutofit/>
          </a:bodyPr>
          <a:lstStyle/>
          <a:p>
            <a:pPr algn="ctr"/>
            <a:r>
              <a:rPr lang="en-US" sz="6000" dirty="0">
                <a:latin typeface="Calibri" panose="020F0502020204030204" pitchFamily="34" charset="0"/>
              </a:rPr>
              <a:t>RISK IN THE AUTOMOTIVE WORLD	</a:t>
            </a:r>
          </a:p>
        </p:txBody>
      </p:sp>
      <p:graphicFrame>
        <p:nvGraphicFramePr>
          <p:cNvPr id="20" name="Content Placeholder 4"/>
          <p:cNvGraphicFramePr>
            <a:graphicFrameLocks noGrp="1"/>
          </p:cNvGraphicFramePr>
          <p:nvPr>
            <p:ph idx="1"/>
          </p:nvPr>
        </p:nvGraphicFramePr>
        <p:xfrm>
          <a:off x="1141413" y="2286000"/>
          <a:ext cx="9906000" cy="33874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6360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3897B-272B-4935-8728-F891307EB335}"/>
              </a:ext>
            </a:extLst>
          </p:cNvPr>
          <p:cNvSpPr>
            <a:spLocks noGrp="1"/>
          </p:cNvSpPr>
          <p:nvPr>
            <p:ph type="title"/>
          </p:nvPr>
        </p:nvSpPr>
        <p:spPr>
          <a:xfrm>
            <a:off x="1261872" y="294199"/>
            <a:ext cx="8170563" cy="810446"/>
          </a:xfrm>
        </p:spPr>
        <p:txBody>
          <a:bodyPr>
            <a:normAutofit fontScale="90000"/>
          </a:bodyPr>
          <a:lstStyle/>
          <a:p>
            <a:pPr algn="ctr"/>
            <a:r>
              <a:rPr lang="en-US" sz="5400" dirty="0">
                <a:latin typeface="Calibri" panose="020F0502020204030204" pitchFamily="34" charset="0"/>
              </a:rPr>
              <a:t>RISK</a:t>
            </a:r>
          </a:p>
        </p:txBody>
      </p:sp>
      <p:sp>
        <p:nvSpPr>
          <p:cNvPr id="3" name="Content Placeholder 2">
            <a:extLst>
              <a:ext uri="{FF2B5EF4-FFF2-40B4-BE49-F238E27FC236}">
                <a16:creationId xmlns:a16="http://schemas.microsoft.com/office/drawing/2014/main" id="{39564BE5-BBAA-4822-856A-C2820DEB5A54}"/>
              </a:ext>
            </a:extLst>
          </p:cNvPr>
          <p:cNvSpPr>
            <a:spLocks noGrp="1"/>
          </p:cNvSpPr>
          <p:nvPr>
            <p:ph idx="1"/>
          </p:nvPr>
        </p:nvSpPr>
        <p:spPr>
          <a:xfrm>
            <a:off x="822347" y="1362395"/>
            <a:ext cx="10303876" cy="5201405"/>
          </a:xfrm>
        </p:spPr>
        <p:txBody>
          <a:bodyPr>
            <a:normAutofit fontScale="92500"/>
          </a:bodyPr>
          <a:lstStyle/>
          <a:p>
            <a:r>
              <a:rPr lang="en-US" sz="3600" dirty="0">
                <a:latin typeface="Calibri" panose="020F0502020204030204" pitchFamily="34" charset="0"/>
                <a:cs typeface="Calibri" panose="020F0502020204030204" pitchFamily="34" charset="0"/>
              </a:rPr>
              <a:t>The organization must plan for risk in its QMS</a:t>
            </a:r>
          </a:p>
          <a:p>
            <a:r>
              <a:rPr lang="en-US" sz="3600" dirty="0">
                <a:latin typeface="Calibri" panose="020F0502020204030204" pitchFamily="34" charset="0"/>
                <a:cs typeface="Calibri" panose="020F0502020204030204" pitchFamily="34" charset="0"/>
              </a:rPr>
              <a:t>The following slides pertain to how automotive auditors are trained to apply risk-based thinking to an audit</a:t>
            </a:r>
          </a:p>
          <a:p>
            <a:r>
              <a:rPr lang="en-US" sz="3600" dirty="0">
                <a:latin typeface="Calibri" panose="020F0502020204030204" pitchFamily="34" charset="0"/>
                <a:cs typeface="Calibri" panose="020F0502020204030204" pitchFamily="34" charset="0"/>
              </a:rPr>
              <a:t>As an automotive auditor you must be able to demonstrate adequate knowledge of risk.</a:t>
            </a:r>
          </a:p>
          <a:p>
            <a:r>
              <a:rPr lang="en-US" sz="3600" dirty="0">
                <a:latin typeface="Calibri" panose="020F0502020204030204" pitchFamily="34" charset="0"/>
                <a:cs typeface="Calibri" panose="020F0502020204030204" pitchFamily="34" charset="0"/>
              </a:rPr>
              <a:t>IATF directs organizations to structure themselves at multiple levels to mitigate the risks inherent to customer expectations and those intended to its own operations</a:t>
            </a:r>
          </a:p>
          <a:p>
            <a:pPr marL="0" indent="0">
              <a:buNone/>
            </a:pPr>
            <a:endParaRPr lang="en-US" dirty="0"/>
          </a:p>
        </p:txBody>
      </p:sp>
    </p:spTree>
    <p:extLst>
      <p:ext uri="{BB962C8B-B14F-4D97-AF65-F5344CB8AC3E}">
        <p14:creationId xmlns:p14="http://schemas.microsoft.com/office/powerpoint/2010/main" val="25761999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8846E-CE8A-4710-B5B1-3B920528EADD}"/>
              </a:ext>
            </a:extLst>
          </p:cNvPr>
          <p:cNvSpPr>
            <a:spLocks noGrp="1"/>
          </p:cNvSpPr>
          <p:nvPr>
            <p:ph type="title"/>
          </p:nvPr>
        </p:nvSpPr>
        <p:spPr>
          <a:xfrm>
            <a:off x="826443" y="275770"/>
            <a:ext cx="7707957" cy="907551"/>
          </a:xfrm>
        </p:spPr>
        <p:txBody>
          <a:bodyPr>
            <a:normAutofit/>
          </a:bodyPr>
          <a:lstStyle/>
          <a:p>
            <a:pPr algn="ctr"/>
            <a:r>
              <a:rPr lang="en-US" sz="4000" dirty="0">
                <a:latin typeface="Calibri" panose="020F0502020204030204" pitchFamily="34" charset="0"/>
              </a:rPr>
              <a:t>RISK ANALYSIS 6.1.2.1</a:t>
            </a:r>
          </a:p>
        </p:txBody>
      </p:sp>
      <p:sp>
        <p:nvSpPr>
          <p:cNvPr id="3" name="Content Placeholder 2">
            <a:extLst>
              <a:ext uri="{FF2B5EF4-FFF2-40B4-BE49-F238E27FC236}">
                <a16:creationId xmlns:a16="http://schemas.microsoft.com/office/drawing/2014/main" id="{916163C8-1ACF-4CBC-9CB5-E7E0B49A38A6}"/>
              </a:ext>
            </a:extLst>
          </p:cNvPr>
          <p:cNvSpPr>
            <a:spLocks noGrp="1"/>
          </p:cNvSpPr>
          <p:nvPr>
            <p:ph idx="1"/>
          </p:nvPr>
        </p:nvSpPr>
        <p:spPr>
          <a:xfrm>
            <a:off x="730532" y="1688399"/>
            <a:ext cx="9905998" cy="4350323"/>
          </a:xfrm>
        </p:spPr>
        <p:txBody>
          <a:bodyPr>
            <a:noAutofit/>
          </a:bodyPr>
          <a:lstStyle/>
          <a:p>
            <a:r>
              <a:rPr lang="en-US" sz="3200" dirty="0">
                <a:latin typeface="Calibri" panose="020F0502020204030204" pitchFamily="34" charset="0"/>
                <a:cs typeface="Calibri" panose="020F0502020204030204" pitchFamily="34" charset="0"/>
              </a:rPr>
              <a:t>Must include lessons learned from product recalls, product audits, field returns, repairs</a:t>
            </a:r>
          </a:p>
          <a:p>
            <a:r>
              <a:rPr lang="en-US" sz="3200" dirty="0">
                <a:latin typeface="Calibri" panose="020F0502020204030204" pitchFamily="34" charset="0"/>
                <a:cs typeface="Calibri" panose="020F0502020204030204" pitchFamily="34" charset="0"/>
              </a:rPr>
              <a:t>Complaints, scrap &amp; rework </a:t>
            </a:r>
          </a:p>
          <a:p>
            <a:r>
              <a:rPr lang="en-US" sz="3200" dirty="0">
                <a:latin typeface="Calibri" panose="020F0502020204030204" pitchFamily="34" charset="0"/>
                <a:cs typeface="Calibri" panose="020F0502020204030204" pitchFamily="34" charset="0"/>
              </a:rPr>
              <a:t>These occurrences must be a driver for your audit plan</a:t>
            </a:r>
          </a:p>
          <a:p>
            <a:r>
              <a:rPr lang="en-US" sz="3200" dirty="0">
                <a:latin typeface="Calibri" panose="020F0502020204030204" pitchFamily="34" charset="0"/>
                <a:cs typeface="Calibri" panose="020F0502020204030204" pitchFamily="34" charset="0"/>
              </a:rPr>
              <a:t>Where would you look to find these occurrences?</a:t>
            </a:r>
          </a:p>
          <a:p>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25196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BAF4-EE30-4C4F-8C24-0E978BF27E7B}"/>
              </a:ext>
            </a:extLst>
          </p:cNvPr>
          <p:cNvSpPr>
            <a:spLocks noGrp="1"/>
          </p:cNvSpPr>
          <p:nvPr>
            <p:ph type="title"/>
          </p:nvPr>
        </p:nvSpPr>
        <p:spPr>
          <a:xfrm>
            <a:off x="1261872" y="294198"/>
            <a:ext cx="9692640" cy="890226"/>
          </a:xfrm>
        </p:spPr>
        <p:txBody>
          <a:bodyPr>
            <a:normAutofit/>
          </a:bodyPr>
          <a:lstStyle/>
          <a:p>
            <a:pPr algn="ctr"/>
            <a:r>
              <a:rPr lang="en-US" dirty="0">
                <a:latin typeface="Calibri" panose="020F0502020204030204" pitchFamily="34" charset="0"/>
              </a:rPr>
              <a:t>Areas of Risk - continued</a:t>
            </a:r>
          </a:p>
        </p:txBody>
      </p:sp>
      <p:sp>
        <p:nvSpPr>
          <p:cNvPr id="3" name="Content Placeholder 2">
            <a:extLst>
              <a:ext uri="{FF2B5EF4-FFF2-40B4-BE49-F238E27FC236}">
                <a16:creationId xmlns:a16="http://schemas.microsoft.com/office/drawing/2014/main" id="{2A024B84-3DD3-4F60-9978-7F47E8913C5B}"/>
              </a:ext>
            </a:extLst>
          </p:cNvPr>
          <p:cNvSpPr>
            <a:spLocks noGrp="1"/>
          </p:cNvSpPr>
          <p:nvPr>
            <p:ph idx="1"/>
          </p:nvPr>
        </p:nvSpPr>
        <p:spPr>
          <a:xfrm>
            <a:off x="564596" y="1374668"/>
            <a:ext cx="10150454" cy="4878041"/>
          </a:xfrm>
        </p:spPr>
        <p:txBody>
          <a:bodyPr>
            <a:normAutofit/>
          </a:bodyPr>
          <a:lstStyle/>
          <a:p>
            <a:r>
              <a:rPr lang="en-US" sz="3600" dirty="0">
                <a:latin typeface="Calibri" panose="020F0502020204030204" pitchFamily="34" charset="0"/>
                <a:cs typeface="Calibri" panose="020F0502020204030204" pitchFamily="34" charset="0"/>
              </a:rPr>
              <a:t>Contingency Planning 6.1.2.3</a:t>
            </a:r>
          </a:p>
          <a:p>
            <a:r>
              <a:rPr lang="en-US" sz="3600" dirty="0">
                <a:latin typeface="Calibri" panose="020F0502020204030204" pitchFamily="34" charset="0"/>
                <a:cs typeface="Calibri" panose="020F0502020204030204" pitchFamily="34" charset="0"/>
              </a:rPr>
              <a:t>Planning involves:</a:t>
            </a:r>
          </a:p>
          <a:p>
            <a:pPr lvl="1">
              <a:buFont typeface="Wingdings" panose="05000000000000000000" pitchFamily="2" charset="2"/>
              <a:buChar char="Ø"/>
            </a:pPr>
            <a:r>
              <a:rPr lang="en-US" sz="3600" dirty="0">
                <a:latin typeface="Calibri" panose="020F0502020204030204" pitchFamily="34" charset="0"/>
                <a:cs typeface="Calibri" panose="020F0502020204030204" pitchFamily="34" charset="0"/>
              </a:rPr>
              <a:t>Supply Chain</a:t>
            </a:r>
          </a:p>
          <a:p>
            <a:pPr lvl="1">
              <a:buFont typeface="Wingdings" panose="05000000000000000000" pitchFamily="2" charset="2"/>
              <a:buChar char="Ø"/>
            </a:pPr>
            <a:r>
              <a:rPr lang="en-US" sz="3600" dirty="0">
                <a:latin typeface="Calibri" panose="020F0502020204030204" pitchFamily="34" charset="0"/>
                <a:cs typeface="Calibri" panose="020F0502020204030204" pitchFamily="34" charset="0"/>
              </a:rPr>
              <a:t>Key Equipment Listing</a:t>
            </a:r>
          </a:p>
          <a:p>
            <a:pPr lvl="1">
              <a:buFont typeface="Wingdings" panose="05000000000000000000" pitchFamily="2" charset="2"/>
              <a:buChar char="Ø"/>
            </a:pPr>
            <a:r>
              <a:rPr lang="en-US" sz="3600" dirty="0">
                <a:latin typeface="Calibri" panose="020F0502020204030204" pitchFamily="34" charset="0"/>
                <a:cs typeface="Calibri" panose="020F0502020204030204" pitchFamily="34" charset="0"/>
              </a:rPr>
              <a:t>Personnel</a:t>
            </a:r>
          </a:p>
          <a:p>
            <a:pPr lvl="1">
              <a:buFont typeface="Wingdings" panose="05000000000000000000" pitchFamily="2" charset="2"/>
              <a:buChar char="Ø"/>
            </a:pPr>
            <a:r>
              <a:rPr lang="en-US" sz="3600" dirty="0">
                <a:latin typeface="Calibri" panose="020F0502020204030204" pitchFamily="34" charset="0"/>
                <a:cs typeface="Calibri" panose="020F0502020204030204" pitchFamily="34" charset="0"/>
              </a:rPr>
              <a:t>ANY Other Area that could impact your ability to deliver product on time and to specification</a:t>
            </a:r>
          </a:p>
          <a:p>
            <a:pPr lvl="1"/>
            <a:endParaRPr lang="en-US" dirty="0"/>
          </a:p>
        </p:txBody>
      </p:sp>
    </p:spTree>
    <p:extLst>
      <p:ext uri="{BB962C8B-B14F-4D97-AF65-F5344CB8AC3E}">
        <p14:creationId xmlns:p14="http://schemas.microsoft.com/office/powerpoint/2010/main" val="13586422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F2706-B0BC-4201-A549-5683250043AD}"/>
              </a:ext>
            </a:extLst>
          </p:cNvPr>
          <p:cNvSpPr>
            <a:spLocks noGrp="1"/>
          </p:cNvSpPr>
          <p:nvPr>
            <p:ph type="title"/>
          </p:nvPr>
        </p:nvSpPr>
        <p:spPr>
          <a:xfrm>
            <a:off x="725713" y="566057"/>
            <a:ext cx="10185717" cy="834979"/>
          </a:xfrm>
        </p:spPr>
        <p:txBody>
          <a:bodyPr>
            <a:normAutofit/>
          </a:bodyPr>
          <a:lstStyle/>
          <a:p>
            <a:pPr algn="ctr"/>
            <a:r>
              <a:rPr lang="en-US" sz="5400" dirty="0">
                <a:latin typeface="Calibri" panose="020F0502020204030204" pitchFamily="34" charset="0"/>
              </a:rPr>
              <a:t>Sources of Risk </a:t>
            </a:r>
          </a:p>
        </p:txBody>
      </p:sp>
      <p:sp>
        <p:nvSpPr>
          <p:cNvPr id="3" name="Content Placeholder 2">
            <a:extLst>
              <a:ext uri="{FF2B5EF4-FFF2-40B4-BE49-F238E27FC236}">
                <a16:creationId xmlns:a16="http://schemas.microsoft.com/office/drawing/2014/main" id="{67910BAA-2930-4D47-8219-BCC5CB37CC1C}"/>
              </a:ext>
            </a:extLst>
          </p:cNvPr>
          <p:cNvSpPr>
            <a:spLocks noGrp="1"/>
          </p:cNvSpPr>
          <p:nvPr>
            <p:ph idx="1"/>
          </p:nvPr>
        </p:nvSpPr>
        <p:spPr>
          <a:xfrm>
            <a:off x="899015" y="1401036"/>
            <a:ext cx="8595360" cy="4890907"/>
          </a:xfrm>
        </p:spPr>
        <p:txBody>
          <a:bodyPr>
            <a:normAutofit fontScale="40000" lnSpcReduction="20000"/>
          </a:bodyPr>
          <a:lstStyle/>
          <a:p>
            <a:r>
              <a:rPr lang="en-US" sz="6700" dirty="0">
                <a:latin typeface="Calibri" panose="020F0502020204030204" pitchFamily="34" charset="0"/>
                <a:cs typeface="Calibri" panose="020F0502020204030204" pitchFamily="34" charset="0"/>
              </a:rPr>
              <a:t>First Potential Source of risk in in meeting customer expectations</a:t>
            </a:r>
          </a:p>
          <a:p>
            <a:r>
              <a:rPr lang="en-US" sz="6700" dirty="0">
                <a:latin typeface="Calibri" panose="020F0502020204030204" pitchFamily="34" charset="0"/>
                <a:cs typeface="Calibri" panose="020F0502020204030204" pitchFamily="34" charset="0"/>
              </a:rPr>
              <a:t>Confidentiality</a:t>
            </a:r>
          </a:p>
          <a:p>
            <a:r>
              <a:rPr lang="en-US" sz="6700" dirty="0">
                <a:latin typeface="Calibri" panose="020F0502020204030204" pitchFamily="34" charset="0"/>
                <a:cs typeface="Calibri" panose="020F0502020204030204" pitchFamily="34" charset="0"/>
              </a:rPr>
              <a:t>Control of Nonconforming product</a:t>
            </a:r>
          </a:p>
          <a:p>
            <a:r>
              <a:rPr lang="en-US" sz="6700" dirty="0">
                <a:latin typeface="Calibri" panose="020F0502020204030204" pitchFamily="34" charset="0"/>
                <a:cs typeface="Calibri" panose="020F0502020204030204" pitchFamily="34" charset="0"/>
              </a:rPr>
              <a:t>2</a:t>
            </a:r>
            <a:r>
              <a:rPr lang="en-US" sz="6700" baseline="30000" dirty="0">
                <a:latin typeface="Calibri" panose="020F0502020204030204" pitchFamily="34" charset="0"/>
                <a:cs typeface="Calibri" panose="020F0502020204030204" pitchFamily="34" charset="0"/>
              </a:rPr>
              <a:t>nd</a:t>
            </a:r>
            <a:r>
              <a:rPr lang="en-US" sz="6700" dirty="0">
                <a:latin typeface="Calibri" panose="020F0502020204030204" pitchFamily="34" charset="0"/>
                <a:cs typeface="Calibri" panose="020F0502020204030204" pitchFamily="34" charset="0"/>
              </a:rPr>
              <a:t> source of risk is within the organization itself</a:t>
            </a:r>
          </a:p>
          <a:p>
            <a:r>
              <a:rPr lang="en-US" sz="6700" dirty="0">
                <a:latin typeface="Calibri" panose="020F0502020204030204" pitchFamily="34" charset="0"/>
                <a:cs typeface="Calibri" panose="020F0502020204030204" pitchFamily="34" charset="0"/>
              </a:rPr>
              <a:t>Based upon specific areas of expertise and business structure</a:t>
            </a:r>
          </a:p>
          <a:p>
            <a:r>
              <a:rPr lang="en-US" sz="6700" dirty="0">
                <a:latin typeface="Calibri" panose="020F0502020204030204" pitchFamily="34" charset="0"/>
                <a:cs typeface="Calibri" panose="020F0502020204030204" pitchFamily="34" charset="0"/>
              </a:rPr>
              <a:t>Manufacturing processes, locations, number of buildings </a:t>
            </a:r>
          </a:p>
          <a:p>
            <a:r>
              <a:rPr lang="en-US" sz="6700" dirty="0">
                <a:latin typeface="Calibri" panose="020F0502020204030204" pitchFamily="34" charset="0"/>
                <a:cs typeface="Calibri" panose="020F0502020204030204" pitchFamily="34" charset="0"/>
              </a:rPr>
              <a:t>Types of parts provided</a:t>
            </a:r>
          </a:p>
          <a:p>
            <a:r>
              <a:rPr lang="en-US" sz="6700" dirty="0">
                <a:latin typeface="Calibri" panose="020F0502020204030204" pitchFamily="34" charset="0"/>
                <a:cs typeface="Calibri" panose="020F0502020204030204" pitchFamily="34" charset="0"/>
              </a:rPr>
              <a:t>Who are the customers served?</a:t>
            </a:r>
          </a:p>
          <a:p>
            <a:endParaRPr lang="en-US" sz="40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42368076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A2F1A-A6FD-431E-BD6A-884E80BCF259}"/>
              </a:ext>
            </a:extLst>
          </p:cNvPr>
          <p:cNvSpPr>
            <a:spLocks noGrp="1"/>
          </p:cNvSpPr>
          <p:nvPr>
            <p:ph type="title"/>
          </p:nvPr>
        </p:nvSpPr>
        <p:spPr>
          <a:xfrm>
            <a:off x="713232" y="301047"/>
            <a:ext cx="9692640" cy="705407"/>
          </a:xfrm>
        </p:spPr>
        <p:txBody>
          <a:bodyPr>
            <a:noAutofit/>
          </a:bodyPr>
          <a:lstStyle/>
          <a:p>
            <a:pPr algn="ctr"/>
            <a:r>
              <a:rPr lang="en-US" dirty="0">
                <a:latin typeface="Calibri" panose="020F0502020204030204" pitchFamily="34" charset="0"/>
              </a:rPr>
              <a:t>Risk in New Program Development</a:t>
            </a:r>
          </a:p>
        </p:txBody>
      </p:sp>
      <p:sp>
        <p:nvSpPr>
          <p:cNvPr id="3" name="Content Placeholder 2">
            <a:extLst>
              <a:ext uri="{FF2B5EF4-FFF2-40B4-BE49-F238E27FC236}">
                <a16:creationId xmlns:a16="http://schemas.microsoft.com/office/drawing/2014/main" id="{EB627C23-1213-4255-8B93-F462747C961C}"/>
              </a:ext>
            </a:extLst>
          </p:cNvPr>
          <p:cNvSpPr>
            <a:spLocks noGrp="1"/>
          </p:cNvSpPr>
          <p:nvPr>
            <p:ph idx="1"/>
          </p:nvPr>
        </p:nvSpPr>
        <p:spPr>
          <a:xfrm>
            <a:off x="588949" y="1006454"/>
            <a:ext cx="10784114" cy="5018605"/>
          </a:xfrm>
        </p:spPr>
        <p:txBody>
          <a:bodyPr>
            <a:noAutofit/>
          </a:bodyPr>
          <a:lstStyle/>
          <a:p>
            <a:r>
              <a:rPr lang="en-US" sz="2400" dirty="0">
                <a:latin typeface="Calibri" panose="020F0502020204030204" pitchFamily="34" charset="0"/>
                <a:cs typeface="Calibri" panose="020F0502020204030204" pitchFamily="34" charset="0"/>
              </a:rPr>
              <a:t>IATF adds a number of specific risk-related requirements to minimize the chance of failure during new program development and to maximize the chance for achievement of planned results.</a:t>
            </a:r>
          </a:p>
          <a:p>
            <a:r>
              <a:rPr lang="en-US" sz="2400" dirty="0">
                <a:latin typeface="Calibri" panose="020F0502020204030204" pitchFamily="34" charset="0"/>
                <a:cs typeface="Calibri" panose="020F0502020204030204" pitchFamily="34" charset="0"/>
              </a:rPr>
              <a:t>APQP process can be technically challenging to audit – choose these auditors well.</a:t>
            </a:r>
          </a:p>
          <a:p>
            <a:r>
              <a:rPr lang="en-US" sz="2400" dirty="0">
                <a:latin typeface="Calibri" panose="020F0502020204030204" pitchFamily="34" charset="0"/>
                <a:cs typeface="Calibri" panose="020F0502020204030204" pitchFamily="34" charset="0"/>
              </a:rPr>
              <a:t>Core tool training is required ….</a:t>
            </a:r>
          </a:p>
          <a:p>
            <a:r>
              <a:rPr lang="en-US" sz="2400" dirty="0">
                <a:latin typeface="Calibri" panose="020F0502020204030204" pitchFamily="34" charset="0"/>
                <a:cs typeface="Calibri" panose="020F0502020204030204" pitchFamily="34" charset="0"/>
              </a:rPr>
              <a:t>Includes additional clarifications and requirements related to getting a clear, concise view of </a:t>
            </a:r>
            <a:r>
              <a:rPr lang="en-US" sz="2400" u="sng" dirty="0">
                <a:latin typeface="Calibri" panose="020F0502020204030204" pitchFamily="34" charset="0"/>
                <a:cs typeface="Calibri" panose="020F0502020204030204" pitchFamily="34" charset="0"/>
              </a:rPr>
              <a:t>exactly</a:t>
            </a:r>
            <a:r>
              <a:rPr lang="en-US" sz="2400" dirty="0">
                <a:latin typeface="Calibri" panose="020F0502020204030204" pitchFamily="34" charset="0"/>
                <a:cs typeface="Calibri" panose="020F0502020204030204" pitchFamily="34" charset="0"/>
              </a:rPr>
              <a:t> what is being asked of the organization.</a:t>
            </a:r>
          </a:p>
          <a:p>
            <a:r>
              <a:rPr lang="en-US" sz="2400" dirty="0">
                <a:latin typeface="Calibri" panose="020F0502020204030204" pitchFamily="34" charset="0"/>
                <a:cs typeface="Calibri" panose="020F0502020204030204" pitchFamily="34" charset="0"/>
              </a:rPr>
              <a:t>Thus, in turn, the facility quoting the work needs to do their due diligence in assessing whether or not they are capable of achieving the performance and timing targets within the identified constraints; known as manufacturing feasibility. </a:t>
            </a:r>
          </a:p>
          <a:p>
            <a:r>
              <a:rPr lang="en-US" sz="2400" dirty="0">
                <a:latin typeface="Calibri" panose="020F0502020204030204" pitchFamily="34" charset="0"/>
                <a:cs typeface="Calibri" panose="020F0502020204030204" pitchFamily="34" charset="0"/>
              </a:rPr>
              <a:t>The system for managing and mitigating risk is crucial to the organization’s knowledge management (7.1.6)</a:t>
            </a: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89859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CA2FF-56FB-4BD2-A024-8DD053E4A5FA}"/>
              </a:ext>
            </a:extLst>
          </p:cNvPr>
          <p:cNvSpPr>
            <a:spLocks noGrp="1"/>
          </p:cNvSpPr>
          <p:nvPr>
            <p:ph type="title"/>
          </p:nvPr>
        </p:nvSpPr>
        <p:spPr>
          <a:xfrm>
            <a:off x="858083" y="294198"/>
            <a:ext cx="10475833" cy="773626"/>
          </a:xfrm>
        </p:spPr>
        <p:txBody>
          <a:bodyPr>
            <a:normAutofit/>
          </a:bodyPr>
          <a:lstStyle/>
          <a:p>
            <a:r>
              <a:rPr lang="en-US" sz="3600" dirty="0">
                <a:latin typeface="Calibri" panose="020F0502020204030204" pitchFamily="34" charset="0"/>
              </a:rPr>
              <a:t>Risk in New Program Development – cont’d</a:t>
            </a:r>
          </a:p>
        </p:txBody>
      </p:sp>
      <p:sp>
        <p:nvSpPr>
          <p:cNvPr id="3" name="Content Placeholder 2">
            <a:extLst>
              <a:ext uri="{FF2B5EF4-FFF2-40B4-BE49-F238E27FC236}">
                <a16:creationId xmlns:a16="http://schemas.microsoft.com/office/drawing/2014/main" id="{C80308F5-A60D-4F35-AFC2-DB52DF6FCE47}"/>
              </a:ext>
            </a:extLst>
          </p:cNvPr>
          <p:cNvSpPr>
            <a:spLocks noGrp="1"/>
          </p:cNvSpPr>
          <p:nvPr>
            <p:ph idx="1"/>
          </p:nvPr>
        </p:nvSpPr>
        <p:spPr>
          <a:xfrm>
            <a:off x="551543" y="1288752"/>
            <a:ext cx="10653485" cy="5210699"/>
          </a:xfrm>
        </p:spPr>
        <p:txBody>
          <a:bodyPr>
            <a:normAutofit fontScale="85000" lnSpcReduction="10000"/>
          </a:bodyPr>
          <a:lstStyle/>
          <a:p>
            <a:r>
              <a:rPr lang="en-US" sz="2800" dirty="0">
                <a:latin typeface="Calibri" panose="020F0502020204030204" pitchFamily="34" charset="0"/>
                <a:cs typeface="Calibri" panose="020F0502020204030204" pitchFamily="34" charset="0"/>
              </a:rPr>
              <a:t>Typical automotive programs are in development for a number of years and tend to last for several generations of the vehicle. For this reason, organizations need to tightly manage the complex nature of both product and process design</a:t>
            </a:r>
          </a:p>
          <a:p>
            <a:r>
              <a:rPr lang="en-US" sz="2800" dirty="0">
                <a:latin typeface="Calibri" panose="020F0502020204030204" pitchFamily="34" charset="0"/>
                <a:cs typeface="Calibri" panose="020F0502020204030204" pitchFamily="34" charset="0"/>
              </a:rPr>
              <a:t>Financial implications can be immense, on-time and in-budget is key.</a:t>
            </a:r>
          </a:p>
          <a:p>
            <a:r>
              <a:rPr lang="en-US" sz="2800" dirty="0">
                <a:latin typeface="Calibri" panose="020F0502020204030204" pitchFamily="34" charset="0"/>
                <a:cs typeface="Calibri" panose="020F0502020204030204" pitchFamily="34" charset="0"/>
              </a:rPr>
              <a:t>Couple this with the need for functional tests at various developmental stages and you can begin to see the inherent complexity of any new project.</a:t>
            </a:r>
          </a:p>
          <a:p>
            <a:r>
              <a:rPr lang="en-US" sz="2800" dirty="0">
                <a:latin typeface="Calibri" panose="020F0502020204030204" pitchFamily="34" charset="0"/>
                <a:cs typeface="Calibri" panose="020F0502020204030204" pitchFamily="34" charset="0"/>
              </a:rPr>
              <a:t>As noted, control of process design is equally important for the product.</a:t>
            </a:r>
          </a:p>
          <a:p>
            <a:r>
              <a:rPr lang="en-US" sz="2800" dirty="0">
                <a:latin typeface="Calibri" panose="020F0502020204030204" pitchFamily="34" charset="0"/>
                <a:cs typeface="Calibri" panose="020F0502020204030204" pitchFamily="34" charset="0"/>
              </a:rPr>
              <a:t>Outputs typically have a unique requirements that link back to core tools process risks, PFMEA, MSA, SPC – capture and analyze process requirements</a:t>
            </a:r>
          </a:p>
          <a:p>
            <a:r>
              <a:rPr lang="en-US" sz="2800" dirty="0">
                <a:latin typeface="Calibri" panose="020F0502020204030204" pitchFamily="34" charset="0"/>
                <a:cs typeface="Calibri" panose="020F0502020204030204" pitchFamily="34" charset="0"/>
              </a:rPr>
              <a:t>These records are an attempt to mitigate risk </a:t>
            </a:r>
            <a:r>
              <a:rPr lang="en-US" sz="2800" u="sng" dirty="0">
                <a:latin typeface="Calibri" panose="020F0502020204030204" pitchFamily="34" charset="0"/>
                <a:cs typeface="Calibri" panose="020F0502020204030204" pitchFamily="34" charset="0"/>
              </a:rPr>
              <a:t>before</a:t>
            </a:r>
            <a:r>
              <a:rPr lang="en-US" sz="2800" dirty="0">
                <a:latin typeface="Calibri" panose="020F0502020204030204" pitchFamily="34" charset="0"/>
                <a:cs typeface="Calibri" panose="020F0502020204030204" pitchFamily="34" charset="0"/>
              </a:rPr>
              <a:t> manufacturing or machinery installation</a:t>
            </a:r>
          </a:p>
          <a:p>
            <a:r>
              <a:rPr lang="en-US" sz="2800" dirty="0">
                <a:latin typeface="Calibri" panose="020F0502020204030204" pitchFamily="34" charset="0"/>
                <a:cs typeface="Calibri" panose="020F0502020204030204" pitchFamily="34" charset="0"/>
              </a:rPr>
              <a:t>The process itself needs to be monitored and controlled</a:t>
            </a:r>
          </a:p>
          <a:p>
            <a:endParaRPr lang="en-US"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0780814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5780-A88B-44A4-8DD9-AE3D7B9030E2}"/>
              </a:ext>
            </a:extLst>
          </p:cNvPr>
          <p:cNvSpPr>
            <a:spLocks noGrp="1"/>
          </p:cNvSpPr>
          <p:nvPr>
            <p:ph type="title"/>
          </p:nvPr>
        </p:nvSpPr>
        <p:spPr>
          <a:xfrm>
            <a:off x="1338875" y="520952"/>
            <a:ext cx="8516112" cy="918153"/>
          </a:xfrm>
        </p:spPr>
        <p:txBody>
          <a:bodyPr/>
          <a:lstStyle/>
          <a:p>
            <a:pPr algn="ctr"/>
            <a:r>
              <a:rPr lang="en-US" dirty="0">
                <a:latin typeface="Calibri" panose="020F0502020204030204" pitchFamily="34" charset="0"/>
              </a:rPr>
              <a:t>MITIGATING RISK IN OPERATIONS</a:t>
            </a:r>
          </a:p>
        </p:txBody>
      </p:sp>
      <p:sp>
        <p:nvSpPr>
          <p:cNvPr id="3" name="Content Placeholder 2">
            <a:extLst>
              <a:ext uri="{FF2B5EF4-FFF2-40B4-BE49-F238E27FC236}">
                <a16:creationId xmlns:a16="http://schemas.microsoft.com/office/drawing/2014/main" id="{2F8AE463-9260-4685-84B3-F408B1443540}"/>
              </a:ext>
            </a:extLst>
          </p:cNvPr>
          <p:cNvSpPr>
            <a:spLocks noGrp="1"/>
          </p:cNvSpPr>
          <p:nvPr>
            <p:ph idx="1"/>
          </p:nvPr>
        </p:nvSpPr>
        <p:spPr>
          <a:xfrm>
            <a:off x="711149" y="1559875"/>
            <a:ext cx="10146357" cy="4513121"/>
          </a:xfrm>
        </p:spPr>
        <p:txBody>
          <a:bodyPr>
            <a:noAutofit/>
          </a:bodyPr>
          <a:lstStyle/>
          <a:p>
            <a:r>
              <a:rPr lang="en-US" sz="3200" dirty="0">
                <a:latin typeface="Calibri" panose="020F0502020204030204" pitchFamily="34" charset="0"/>
                <a:cs typeface="Calibri" panose="020F0502020204030204" pitchFamily="34" charset="0"/>
              </a:rPr>
              <a:t>Risk mitigation measures are not limited to universal risk and those related to new program development, but also extend to the operational level of the facility</a:t>
            </a:r>
          </a:p>
          <a:p>
            <a:r>
              <a:rPr lang="en-US" sz="3200" dirty="0">
                <a:latin typeface="Calibri" panose="020F0502020204030204" pitchFamily="34" charset="0"/>
                <a:cs typeface="Calibri" panose="020F0502020204030204" pitchFamily="34" charset="0"/>
              </a:rPr>
              <a:t>Operations has a direct impact on the organization’s ability to supply appropriate product on-time and within expectations</a:t>
            </a:r>
          </a:p>
          <a:p>
            <a:r>
              <a:rPr lang="en-US" sz="3200" dirty="0">
                <a:latin typeface="Calibri" panose="020F0502020204030204" pitchFamily="34" charset="0"/>
                <a:cs typeface="Calibri" panose="020F0502020204030204" pitchFamily="34" charset="0"/>
              </a:rPr>
              <a:t>Decisions made on the system level will contribute either to prevention or manifestation of risk factors in operations</a:t>
            </a:r>
          </a:p>
        </p:txBody>
      </p:sp>
    </p:spTree>
    <p:extLst>
      <p:ext uri="{BB962C8B-B14F-4D97-AF65-F5344CB8AC3E}">
        <p14:creationId xmlns:p14="http://schemas.microsoft.com/office/powerpoint/2010/main" val="2029763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5780-A88B-44A4-8DD9-AE3D7B9030E2}"/>
              </a:ext>
            </a:extLst>
          </p:cNvPr>
          <p:cNvSpPr>
            <a:spLocks noGrp="1"/>
          </p:cNvSpPr>
          <p:nvPr>
            <p:ph type="title"/>
          </p:nvPr>
        </p:nvSpPr>
        <p:spPr>
          <a:xfrm>
            <a:off x="578338" y="246743"/>
            <a:ext cx="10274574" cy="972457"/>
          </a:xfrm>
        </p:spPr>
        <p:txBody>
          <a:bodyPr>
            <a:noAutofit/>
          </a:bodyPr>
          <a:lstStyle/>
          <a:p>
            <a:pPr algn="ctr"/>
            <a:r>
              <a:rPr lang="en-US" dirty="0">
                <a:latin typeface="Calibri" panose="020F0502020204030204" pitchFamily="34" charset="0"/>
              </a:rPr>
              <a:t>MITIGATING RISK IN OPERATIONS</a:t>
            </a:r>
          </a:p>
        </p:txBody>
      </p:sp>
      <p:sp>
        <p:nvSpPr>
          <p:cNvPr id="3" name="Content Placeholder 2">
            <a:extLst>
              <a:ext uri="{FF2B5EF4-FFF2-40B4-BE49-F238E27FC236}">
                <a16:creationId xmlns:a16="http://schemas.microsoft.com/office/drawing/2014/main" id="{2F8AE463-9260-4685-84B3-F408B1443540}"/>
              </a:ext>
            </a:extLst>
          </p:cNvPr>
          <p:cNvSpPr>
            <a:spLocks noGrp="1"/>
          </p:cNvSpPr>
          <p:nvPr>
            <p:ph idx="1"/>
          </p:nvPr>
        </p:nvSpPr>
        <p:spPr>
          <a:xfrm>
            <a:off x="508001" y="1219200"/>
            <a:ext cx="10740570" cy="5312229"/>
          </a:xfrm>
        </p:spPr>
        <p:txBody>
          <a:bodyPr>
            <a:noAutofit/>
          </a:bodyPr>
          <a:lstStyle/>
          <a:p>
            <a:r>
              <a:rPr lang="en-US" sz="2400" dirty="0">
                <a:latin typeface="Calibri" panose="020F0502020204030204" pitchFamily="34" charset="0"/>
                <a:cs typeface="Calibri" panose="020F0502020204030204" pitchFamily="34" charset="0"/>
              </a:rPr>
              <a:t>Accordingly, operations relies heavily on decisions made earlier</a:t>
            </a:r>
          </a:p>
          <a:p>
            <a:r>
              <a:rPr lang="en-US" sz="2400" dirty="0">
                <a:latin typeface="Calibri" panose="020F0502020204030204" pitchFamily="34" charset="0"/>
                <a:cs typeface="Calibri" panose="020F0502020204030204" pitchFamily="34" charset="0"/>
              </a:rPr>
              <a:t>The control plan is the primary document that supports this endeavor, specifically called out as a means to aid in risk mitigation and to delivery of product that meets customer expectations</a:t>
            </a:r>
          </a:p>
          <a:p>
            <a:r>
              <a:rPr lang="en-US" sz="2400" dirty="0">
                <a:latin typeface="Calibri" panose="020F0502020204030204" pitchFamily="34" charset="0"/>
                <a:cs typeface="Calibri" panose="020F0502020204030204" pitchFamily="34" charset="0"/>
              </a:rPr>
              <a:t>The control plan is the bridge between the decisions made early during process design and the functional and operational aspect of “who does what task and when”</a:t>
            </a:r>
          </a:p>
          <a:p>
            <a:r>
              <a:rPr lang="en-US" sz="2400" dirty="0">
                <a:latin typeface="Calibri" panose="020F0502020204030204" pitchFamily="34" charset="0"/>
                <a:cs typeface="Calibri" panose="020F0502020204030204" pitchFamily="34" charset="0"/>
              </a:rPr>
              <a:t>Standardized work, verification of set-up; verification after shut-down; total productive maintenance; tooling management</a:t>
            </a: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16917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5780-A88B-44A4-8DD9-AE3D7B9030E2}"/>
              </a:ext>
            </a:extLst>
          </p:cNvPr>
          <p:cNvSpPr>
            <a:spLocks noGrp="1"/>
          </p:cNvSpPr>
          <p:nvPr>
            <p:ph type="title"/>
          </p:nvPr>
        </p:nvSpPr>
        <p:spPr>
          <a:xfrm>
            <a:off x="711200" y="294198"/>
            <a:ext cx="10243312" cy="737433"/>
          </a:xfrm>
        </p:spPr>
        <p:txBody>
          <a:bodyPr>
            <a:noAutofit/>
          </a:bodyPr>
          <a:lstStyle/>
          <a:p>
            <a:pPr algn="ctr"/>
            <a:r>
              <a:rPr lang="en-US" sz="4000" dirty="0">
                <a:latin typeface="Calibri" panose="020F0502020204030204" pitchFamily="34" charset="0"/>
              </a:rPr>
              <a:t>MITIGATING RISK IN OPERATIONS</a:t>
            </a:r>
          </a:p>
        </p:txBody>
      </p:sp>
      <p:sp>
        <p:nvSpPr>
          <p:cNvPr id="3" name="Content Placeholder 2">
            <a:extLst>
              <a:ext uri="{FF2B5EF4-FFF2-40B4-BE49-F238E27FC236}">
                <a16:creationId xmlns:a16="http://schemas.microsoft.com/office/drawing/2014/main" id="{2F8AE463-9260-4685-84B3-F408B1443540}"/>
              </a:ext>
            </a:extLst>
          </p:cNvPr>
          <p:cNvSpPr>
            <a:spLocks noGrp="1"/>
          </p:cNvSpPr>
          <p:nvPr>
            <p:ph idx="1"/>
          </p:nvPr>
        </p:nvSpPr>
        <p:spPr>
          <a:xfrm>
            <a:off x="652272" y="1494972"/>
            <a:ext cx="10538242" cy="5363028"/>
          </a:xfrm>
        </p:spPr>
        <p:txBody>
          <a:bodyPr>
            <a:noAutofit/>
          </a:bodyPr>
          <a:lstStyle/>
          <a:p>
            <a:r>
              <a:rPr lang="en-US" sz="3600" dirty="0">
                <a:latin typeface="Calibri" panose="020F0502020204030204" pitchFamily="34" charset="0"/>
                <a:cs typeface="Calibri" panose="020F0502020204030204" pitchFamily="34" charset="0"/>
              </a:rPr>
              <a:t>Once production is underway, measurement systems – another significant source of risk – are also addressed by IATF</a:t>
            </a:r>
          </a:p>
          <a:p>
            <a:r>
              <a:rPr lang="en-US" sz="3600" dirty="0">
                <a:latin typeface="Calibri" panose="020F0502020204030204" pitchFamily="34" charset="0"/>
                <a:cs typeface="Calibri" panose="020F0502020204030204" pitchFamily="34" charset="0"/>
              </a:rPr>
              <a:t>7.1.5.1.1 MSA</a:t>
            </a:r>
          </a:p>
          <a:p>
            <a:r>
              <a:rPr lang="en-US" sz="3600" dirty="0">
                <a:latin typeface="Calibri" panose="020F0502020204030204" pitchFamily="34" charset="0"/>
                <a:cs typeface="Calibri" panose="020F0502020204030204" pitchFamily="34" charset="0"/>
              </a:rPr>
              <a:t>7.1.5.2.1 Calibration/Verification records</a:t>
            </a:r>
          </a:p>
          <a:p>
            <a:r>
              <a:rPr lang="en-US" sz="3600" dirty="0">
                <a:latin typeface="Calibri" panose="020F0502020204030204" pitchFamily="34" charset="0"/>
                <a:cs typeface="Calibri" panose="020F0502020204030204" pitchFamily="34" charset="0"/>
              </a:rPr>
              <a:t>7.1.5.3 Lab Requirements</a:t>
            </a:r>
          </a:p>
          <a:p>
            <a:r>
              <a:rPr lang="en-US" sz="3600" dirty="0">
                <a:latin typeface="Calibri" panose="020F0502020204030204" pitchFamily="34" charset="0"/>
                <a:cs typeface="Calibri" panose="020F0502020204030204" pitchFamily="34" charset="0"/>
              </a:rPr>
              <a:t>Again, risk mitigation occurs at every level in the organization</a:t>
            </a:r>
          </a:p>
        </p:txBody>
      </p:sp>
    </p:spTree>
    <p:extLst>
      <p:ext uri="{BB962C8B-B14F-4D97-AF65-F5344CB8AC3E}">
        <p14:creationId xmlns:p14="http://schemas.microsoft.com/office/powerpoint/2010/main" val="23147667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5780-A88B-44A4-8DD9-AE3D7B9030E2}"/>
              </a:ext>
            </a:extLst>
          </p:cNvPr>
          <p:cNvSpPr>
            <a:spLocks noGrp="1"/>
          </p:cNvSpPr>
          <p:nvPr>
            <p:ph type="title"/>
          </p:nvPr>
        </p:nvSpPr>
        <p:spPr>
          <a:xfrm>
            <a:off x="995680" y="207933"/>
            <a:ext cx="9692640" cy="1155041"/>
          </a:xfrm>
        </p:spPr>
        <p:txBody>
          <a:bodyPr>
            <a:noAutofit/>
          </a:bodyPr>
          <a:lstStyle/>
          <a:p>
            <a:pPr algn="ctr"/>
            <a:r>
              <a:rPr lang="en-US" sz="4800" dirty="0">
                <a:latin typeface="Calibri" panose="020F0502020204030204" pitchFamily="34" charset="0"/>
              </a:rPr>
              <a:t>MITIGATING RISK IN OPERATIONS</a:t>
            </a:r>
          </a:p>
        </p:txBody>
      </p:sp>
      <p:sp>
        <p:nvSpPr>
          <p:cNvPr id="3" name="Content Placeholder 2">
            <a:extLst>
              <a:ext uri="{FF2B5EF4-FFF2-40B4-BE49-F238E27FC236}">
                <a16:creationId xmlns:a16="http://schemas.microsoft.com/office/drawing/2014/main" id="{2F8AE463-9260-4685-84B3-F408B1443540}"/>
              </a:ext>
            </a:extLst>
          </p:cNvPr>
          <p:cNvSpPr>
            <a:spLocks noGrp="1"/>
          </p:cNvSpPr>
          <p:nvPr>
            <p:ph idx="1"/>
          </p:nvPr>
        </p:nvSpPr>
        <p:spPr>
          <a:xfrm>
            <a:off x="537029" y="1690777"/>
            <a:ext cx="10609942" cy="4959290"/>
          </a:xfrm>
        </p:spPr>
        <p:txBody>
          <a:bodyPr>
            <a:noAutofit/>
          </a:bodyPr>
          <a:lstStyle/>
          <a:p>
            <a:r>
              <a:rPr lang="en-US" sz="2800" dirty="0">
                <a:latin typeface="Calibri" panose="020F0502020204030204" pitchFamily="34" charset="0"/>
                <a:cs typeface="Calibri" panose="020F0502020204030204" pitchFamily="34" charset="0"/>
              </a:rPr>
              <a:t>Finally, once the products measured, any nonconforming or suspect materials are addressed via specific requirements for containment, quarantine and disposition</a:t>
            </a:r>
          </a:p>
          <a:p>
            <a:r>
              <a:rPr lang="en-US" sz="2800" dirty="0">
                <a:latin typeface="Calibri" panose="020F0502020204030204" pitchFamily="34" charset="0"/>
                <a:cs typeface="Calibri" panose="020F0502020204030204" pitchFamily="34" charset="0"/>
              </a:rPr>
              <a:t>Records of these nonconforming outputs are stipulated to provide objective evidence of what was done</a:t>
            </a:r>
          </a:p>
          <a:p>
            <a:r>
              <a:rPr lang="en-US" sz="2800" dirty="0">
                <a:latin typeface="Calibri" panose="020F0502020204030204" pitchFamily="34" charset="0"/>
                <a:cs typeface="Calibri" panose="020F0502020204030204" pitchFamily="34" charset="0"/>
              </a:rPr>
              <a:t>These records are essential in the event of a quality spill or to assist the supplier in proving the conformance of their parts against customer requirements</a:t>
            </a:r>
          </a:p>
          <a:p>
            <a:r>
              <a:rPr lang="en-US" sz="2800" dirty="0">
                <a:latin typeface="Calibri" panose="020F0502020204030204" pitchFamily="34" charset="0"/>
                <a:cs typeface="Calibri" panose="020F0502020204030204" pitchFamily="34" charset="0"/>
              </a:rPr>
              <a:t>7.5.3.2.1 record retention; 8.7.1.3 control of suspect product; 8.7.1.4 control of rework; 8.7.1.7 nonconforming product disposition</a:t>
            </a:r>
          </a:p>
        </p:txBody>
      </p:sp>
    </p:spTree>
    <p:extLst>
      <p:ext uri="{BB962C8B-B14F-4D97-AF65-F5344CB8AC3E}">
        <p14:creationId xmlns:p14="http://schemas.microsoft.com/office/powerpoint/2010/main" val="134488470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C5B3-A0A2-4295-96FA-AA98667D5ED2}"/>
              </a:ext>
            </a:extLst>
          </p:cNvPr>
          <p:cNvSpPr>
            <a:spLocks noGrp="1"/>
          </p:cNvSpPr>
          <p:nvPr>
            <p:ph type="title"/>
          </p:nvPr>
        </p:nvSpPr>
        <p:spPr>
          <a:xfrm>
            <a:off x="551541" y="188685"/>
            <a:ext cx="6919541" cy="733379"/>
          </a:xfrm>
        </p:spPr>
        <p:txBody>
          <a:bodyPr>
            <a:normAutofit/>
          </a:bodyPr>
          <a:lstStyle/>
          <a:p>
            <a:pPr algn="ctr"/>
            <a:r>
              <a:rPr lang="en-US" sz="4800" dirty="0">
                <a:latin typeface="Calibri" panose="020F0502020204030204" pitchFamily="34" charset="0"/>
              </a:rPr>
              <a:t>Internal Audits and Risk</a:t>
            </a:r>
          </a:p>
        </p:txBody>
      </p:sp>
      <p:sp>
        <p:nvSpPr>
          <p:cNvPr id="3" name="Content Placeholder 2">
            <a:extLst>
              <a:ext uri="{FF2B5EF4-FFF2-40B4-BE49-F238E27FC236}">
                <a16:creationId xmlns:a16="http://schemas.microsoft.com/office/drawing/2014/main" id="{D85E9E97-9F08-4400-B042-EEC47A026011}"/>
              </a:ext>
            </a:extLst>
          </p:cNvPr>
          <p:cNvSpPr>
            <a:spLocks noGrp="1"/>
          </p:cNvSpPr>
          <p:nvPr>
            <p:ph idx="1"/>
          </p:nvPr>
        </p:nvSpPr>
        <p:spPr>
          <a:xfrm>
            <a:off x="1087699" y="1038178"/>
            <a:ext cx="9638357" cy="5522279"/>
          </a:xfrm>
        </p:spPr>
        <p:txBody>
          <a:bodyPr>
            <a:normAutofit/>
          </a:bodyPr>
          <a:lstStyle/>
          <a:p>
            <a:r>
              <a:rPr lang="en-US" sz="3100" dirty="0">
                <a:latin typeface="Calibri" panose="020F0502020204030204" pitchFamily="34" charset="0"/>
                <a:cs typeface="Calibri" panose="020F0502020204030204" pitchFamily="34" charset="0"/>
              </a:rPr>
              <a:t>Additional qualification requirements for internal auditors</a:t>
            </a:r>
          </a:p>
          <a:p>
            <a:r>
              <a:rPr lang="en-US" sz="3100" dirty="0">
                <a:latin typeface="Calibri" panose="020F0502020204030204" pitchFamily="34" charset="0"/>
                <a:cs typeface="Calibri" panose="020F0502020204030204" pitchFamily="34" charset="0"/>
              </a:rPr>
              <a:t>Ensure planned results are achieved and mitigating risk (to make less severe)</a:t>
            </a:r>
          </a:p>
          <a:p>
            <a:r>
              <a:rPr lang="en-US" sz="3100" dirty="0">
                <a:latin typeface="Calibri" panose="020F0502020204030204" pitchFamily="34" charset="0"/>
                <a:cs typeface="Calibri" panose="020F0502020204030204" pitchFamily="34" charset="0"/>
              </a:rPr>
              <a:t>Robust and thorough internal audit program is a good way to identify both strengths and weaknesses present within the organization</a:t>
            </a:r>
          </a:p>
          <a:p>
            <a:r>
              <a:rPr lang="en-US" sz="3100" dirty="0">
                <a:latin typeface="Calibri" panose="020F0502020204030204" pitchFamily="34" charset="0"/>
                <a:cs typeface="Calibri" panose="020F0502020204030204" pitchFamily="34" charset="0"/>
              </a:rPr>
              <a:t>Allow for escalation of any risk management concerns to top management via management review process</a:t>
            </a:r>
          </a:p>
          <a:p>
            <a:endParaRPr lang="en-US" dirty="0"/>
          </a:p>
        </p:txBody>
      </p:sp>
    </p:spTree>
    <p:extLst>
      <p:ext uri="{BB962C8B-B14F-4D97-AF65-F5344CB8AC3E}">
        <p14:creationId xmlns:p14="http://schemas.microsoft.com/office/powerpoint/2010/main" val="42911124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86332-B0BC-492C-82B9-8002DA78F48E}"/>
              </a:ext>
            </a:extLst>
          </p:cNvPr>
          <p:cNvSpPr>
            <a:spLocks noGrp="1"/>
          </p:cNvSpPr>
          <p:nvPr>
            <p:ph type="title"/>
          </p:nvPr>
        </p:nvSpPr>
        <p:spPr>
          <a:xfrm>
            <a:off x="1058672" y="188685"/>
            <a:ext cx="9692640" cy="936579"/>
          </a:xfrm>
        </p:spPr>
        <p:txBody>
          <a:bodyPr>
            <a:normAutofit fontScale="90000"/>
          </a:bodyPr>
          <a:lstStyle/>
          <a:p>
            <a:pPr algn="ctr"/>
            <a:r>
              <a:rPr lang="en-US" sz="6600" dirty="0">
                <a:latin typeface="Calibri" panose="020F0502020204030204" pitchFamily="34" charset="0"/>
              </a:rPr>
              <a:t>IATF Risk Summary</a:t>
            </a:r>
          </a:p>
        </p:txBody>
      </p:sp>
      <p:sp>
        <p:nvSpPr>
          <p:cNvPr id="3" name="Content Placeholder 2">
            <a:extLst>
              <a:ext uri="{FF2B5EF4-FFF2-40B4-BE49-F238E27FC236}">
                <a16:creationId xmlns:a16="http://schemas.microsoft.com/office/drawing/2014/main" id="{A15482AB-0538-4E1C-B757-72C59F2A724C}"/>
              </a:ext>
            </a:extLst>
          </p:cNvPr>
          <p:cNvSpPr>
            <a:spLocks noGrp="1"/>
          </p:cNvSpPr>
          <p:nvPr>
            <p:ph idx="1"/>
          </p:nvPr>
        </p:nvSpPr>
        <p:spPr>
          <a:xfrm>
            <a:off x="855471" y="1016000"/>
            <a:ext cx="10247957" cy="5544457"/>
          </a:xfrm>
        </p:spPr>
        <p:txBody>
          <a:bodyPr>
            <a:noAutofit/>
          </a:bodyPr>
          <a:lstStyle/>
          <a:p>
            <a:r>
              <a:rPr lang="en-US" sz="2800" dirty="0">
                <a:latin typeface="Calibri" panose="020F0502020204030204" pitchFamily="34" charset="0"/>
                <a:cs typeface="Calibri" panose="020F0502020204030204" pitchFamily="34" charset="0"/>
              </a:rPr>
              <a:t>Risk is about deviation from the ideal state – which includes deviating from all applicable requirements.</a:t>
            </a:r>
          </a:p>
          <a:p>
            <a:r>
              <a:rPr lang="en-US" sz="2800" dirty="0">
                <a:latin typeface="Calibri" panose="020F0502020204030204" pitchFamily="34" charset="0"/>
                <a:cs typeface="Calibri" panose="020F0502020204030204" pitchFamily="34" charset="0"/>
              </a:rPr>
              <a:t>Some risks are found throughout the automotive world, while others are specific to new program/product launches or to manufacturing operations. </a:t>
            </a:r>
          </a:p>
          <a:p>
            <a:r>
              <a:rPr lang="en-US" sz="2800" dirty="0">
                <a:latin typeface="Calibri" panose="020F0502020204030204" pitchFamily="34" charset="0"/>
                <a:cs typeface="Calibri" panose="020F0502020204030204" pitchFamily="34" charset="0"/>
              </a:rPr>
              <a:t>IATF adds an extensive amount of detail in an attempt to minimize risk</a:t>
            </a:r>
          </a:p>
          <a:p>
            <a:r>
              <a:rPr lang="en-US" sz="2800" dirty="0">
                <a:latin typeface="Calibri" panose="020F0502020204030204" pitchFamily="34" charset="0"/>
                <a:cs typeface="Calibri" panose="020F0502020204030204" pitchFamily="34" charset="0"/>
              </a:rPr>
              <a:t>These additions are the result of industry best practices and are put in place with the intention of making business safer and more stable by identifying and mitigating risk. </a:t>
            </a:r>
          </a:p>
        </p:txBody>
      </p:sp>
    </p:spTree>
    <p:extLst>
      <p:ext uri="{BB962C8B-B14F-4D97-AF65-F5344CB8AC3E}">
        <p14:creationId xmlns:p14="http://schemas.microsoft.com/office/powerpoint/2010/main" val="25277246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EBBF443A-C7E8-4A50-B0AD-20B3B98FCDEB}"/>
              </a:ext>
            </a:extLst>
          </p:cNvPr>
          <p:cNvSpPr>
            <a:spLocks noGrp="1" noChangeArrowheads="1"/>
          </p:cNvSpPr>
          <p:nvPr>
            <p:ph type="title"/>
          </p:nvPr>
        </p:nvSpPr>
        <p:spPr>
          <a:xfrm>
            <a:off x="2590800" y="320676"/>
            <a:ext cx="7543800" cy="1431925"/>
          </a:xfrm>
        </p:spPr>
        <p:txBody>
          <a:bodyPr/>
          <a:lstStyle/>
          <a:p>
            <a:pPr eaLnBrk="1" hangingPunct="1"/>
            <a:r>
              <a:rPr lang="en-US" altLang="en-US" b="1" dirty="0"/>
              <a:t>Questions …</a:t>
            </a:r>
          </a:p>
        </p:txBody>
      </p:sp>
      <p:sp>
        <p:nvSpPr>
          <p:cNvPr id="329731" name="Rectangle 3">
            <a:extLst>
              <a:ext uri="{FF2B5EF4-FFF2-40B4-BE49-F238E27FC236}">
                <a16:creationId xmlns:a16="http://schemas.microsoft.com/office/drawing/2014/main" id="{FF5FA2AD-275D-4BFE-A9B6-17BCC17A02EF}"/>
              </a:ext>
            </a:extLst>
          </p:cNvPr>
          <p:cNvSpPr>
            <a:spLocks noGrp="1" noChangeArrowheads="1"/>
          </p:cNvSpPr>
          <p:nvPr>
            <p:ph type="body" sz="half" idx="1"/>
          </p:nvPr>
        </p:nvSpPr>
        <p:spPr>
          <a:xfrm>
            <a:off x="4114800" y="5638800"/>
            <a:ext cx="5562600" cy="533400"/>
          </a:xfrm>
        </p:spPr>
        <p:txBody>
          <a:bodyPr/>
          <a:lstStyle/>
          <a:p>
            <a:pPr algn="r" eaLnBrk="1" hangingPunct="1">
              <a:lnSpc>
                <a:spcPct val="90000"/>
              </a:lnSpc>
              <a:buFont typeface="Wingdings" panose="05000000000000000000" pitchFamily="2" charset="2"/>
              <a:buNone/>
            </a:pPr>
            <a:r>
              <a:rPr lang="en-US" altLang="en-US" b="1" dirty="0"/>
              <a:t>… and final thoughts</a:t>
            </a:r>
          </a:p>
        </p:txBody>
      </p:sp>
      <p:sp>
        <p:nvSpPr>
          <p:cNvPr id="329732" name="Slide Number Placeholder 7">
            <a:extLst>
              <a:ext uri="{FF2B5EF4-FFF2-40B4-BE49-F238E27FC236}">
                <a16:creationId xmlns:a16="http://schemas.microsoft.com/office/drawing/2014/main" id="{DB76D443-AA77-4581-8A2D-B1DA5DB733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CFC0D7CE-239C-4114-854E-B20FF593F14B}" type="slidenum">
              <a:rPr lang="en-US" altLang="en-US" sz="1200">
                <a:solidFill>
                  <a:srgbClr val="FEFEFE"/>
                </a:solidFill>
                <a:latin typeface="Tahoma" panose="020B0604030504040204" pitchFamily="34" charset="0"/>
              </a:rPr>
              <a:pPr>
                <a:spcBef>
                  <a:spcPct val="0"/>
                </a:spcBef>
                <a:buClrTx/>
                <a:buSzTx/>
                <a:buFontTx/>
                <a:buNone/>
              </a:pPr>
              <a:t>112</a:t>
            </a:fld>
            <a:endParaRPr lang="en-US" altLang="en-US" sz="1200" dirty="0">
              <a:solidFill>
                <a:srgbClr val="FEFEFE"/>
              </a:solidFill>
              <a:latin typeface="Tahoma" panose="020B0604030504040204" pitchFamily="34" charset="0"/>
            </a:endParaRPr>
          </a:p>
        </p:txBody>
      </p:sp>
      <p:pic>
        <p:nvPicPr>
          <p:cNvPr id="329733" name="Picture 13" descr="MPj03155980000[1]">
            <a:extLst>
              <a:ext uri="{FF2B5EF4-FFF2-40B4-BE49-F238E27FC236}">
                <a16:creationId xmlns:a16="http://schemas.microsoft.com/office/drawing/2014/main" id="{BB5A2B21-2BAF-4499-A5E0-8998C87A7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7057"/>
          <a:stretch>
            <a:fillRect/>
          </a:stretch>
        </p:blipFill>
        <p:spPr bwMode="auto">
          <a:xfrm>
            <a:off x="2819400" y="1981200"/>
            <a:ext cx="67818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69019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4">
            <a:extLst>
              <a:ext uri="{FF2B5EF4-FFF2-40B4-BE49-F238E27FC236}">
                <a16:creationId xmlns:a16="http://schemas.microsoft.com/office/drawing/2014/main" id="{DE37883A-2AC6-47DD-9460-EDB41BFFACEF}"/>
              </a:ext>
            </a:extLst>
          </p:cNvPr>
          <p:cNvSpPr>
            <a:spLocks noGrp="1" noChangeArrowheads="1"/>
          </p:cNvSpPr>
          <p:nvPr>
            <p:ph type="ctrTitle"/>
          </p:nvPr>
        </p:nvSpPr>
        <p:spPr>
          <a:xfrm>
            <a:off x="1752600" y="609601"/>
            <a:ext cx="7772400" cy="1000125"/>
          </a:xfrm>
        </p:spPr>
        <p:txBody>
          <a:bodyPr/>
          <a:lstStyle/>
          <a:p>
            <a:pPr eaLnBrk="1" hangingPunct="1"/>
            <a:r>
              <a:rPr lang="en-US" altLang="en-US" sz="4000" dirty="0">
                <a:latin typeface="Arial" panose="020B0604020202020204" pitchFamily="34" charset="0"/>
                <a:cs typeface="Arial" panose="020B0604020202020204" pitchFamily="34" charset="0"/>
              </a:rPr>
              <a:t>Conducting the Audit</a:t>
            </a:r>
          </a:p>
        </p:txBody>
      </p:sp>
      <p:pic>
        <p:nvPicPr>
          <p:cNvPr id="276483" name="Picture 3">
            <a:extLst>
              <a:ext uri="{FF2B5EF4-FFF2-40B4-BE49-F238E27FC236}">
                <a16:creationId xmlns:a16="http://schemas.microsoft.com/office/drawing/2014/main" id="{080E9512-B346-449A-8CB0-C111EB27B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338" y="2538414"/>
            <a:ext cx="4983162"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6247840"/>
      </p:ext>
    </p:extLst>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0CEA8741-1D78-47BC-B3EE-BDEB05B00441}"/>
              </a:ext>
            </a:extLst>
          </p:cNvPr>
          <p:cNvSpPr>
            <a:spLocks noGrp="1" noChangeArrowheads="1"/>
          </p:cNvSpPr>
          <p:nvPr>
            <p:ph type="title"/>
          </p:nvPr>
        </p:nvSpPr>
        <p:spPr/>
        <p:txBody>
          <a:bodyPr/>
          <a:lstStyle/>
          <a:p>
            <a:pPr eaLnBrk="1" hangingPunct="1"/>
            <a:r>
              <a:rPr lang="en-US" altLang="en-US" dirty="0">
                <a:latin typeface="Arial" panose="020B0604020202020204" pitchFamily="34" charset="0"/>
              </a:rPr>
              <a:t>What is an Audit?</a:t>
            </a:r>
          </a:p>
        </p:txBody>
      </p:sp>
      <p:sp>
        <p:nvSpPr>
          <p:cNvPr id="19459" name="Rectangle 3">
            <a:extLst>
              <a:ext uri="{FF2B5EF4-FFF2-40B4-BE49-F238E27FC236}">
                <a16:creationId xmlns:a16="http://schemas.microsoft.com/office/drawing/2014/main" id="{8B8BB733-923F-4F46-9AF2-154F481A1CBD}"/>
              </a:ext>
            </a:extLst>
          </p:cNvPr>
          <p:cNvSpPr>
            <a:spLocks noGrp="1" noChangeArrowheads="1"/>
          </p:cNvSpPr>
          <p:nvPr>
            <p:ph idx="1"/>
          </p:nvPr>
        </p:nvSpPr>
        <p:spPr>
          <a:xfrm>
            <a:off x="1981200" y="2214564"/>
            <a:ext cx="8229600" cy="3411537"/>
          </a:xfrm>
        </p:spPr>
        <p:txBody>
          <a:bodyPr>
            <a:normAutofit/>
          </a:bodyPr>
          <a:lstStyle/>
          <a:p>
            <a:pPr algn="ctr" eaLnBrk="1" hangingPunct="1">
              <a:buFontTx/>
              <a:buNone/>
              <a:defRPr/>
            </a:pPr>
            <a:r>
              <a:rPr lang="en-US" altLang="en-US" sz="4000" b="1" dirty="0">
                <a:latin typeface="Calibri" panose="020F0502020204030204" pitchFamily="34" charset="0"/>
                <a:cs typeface="Calibri" panose="020F0502020204030204" pitchFamily="34" charset="0"/>
              </a:rPr>
              <a:t>Quality Audit</a:t>
            </a:r>
          </a:p>
          <a:p>
            <a:pPr marL="69850" indent="0">
              <a:buNone/>
              <a:defRPr/>
            </a:pPr>
            <a:r>
              <a:rPr lang="en-US" altLang="en-US" sz="3200" dirty="0">
                <a:latin typeface="Calibri" panose="020F0502020204030204" pitchFamily="34" charset="0"/>
                <a:cs typeface="Calibri" panose="020F0502020204030204" pitchFamily="34" charset="0"/>
              </a:rPr>
              <a:t>A </a:t>
            </a:r>
            <a:r>
              <a:rPr lang="en-US" altLang="en-US" sz="3200" b="1" dirty="0">
                <a:solidFill>
                  <a:schemeClr val="accent1"/>
                </a:solidFill>
                <a:latin typeface="Calibri" panose="020F0502020204030204" pitchFamily="34" charset="0"/>
                <a:cs typeface="Calibri" panose="020F0502020204030204" pitchFamily="34" charset="0"/>
              </a:rPr>
              <a:t>systematic</a:t>
            </a:r>
            <a:r>
              <a:rPr lang="en-US" altLang="en-US" sz="3200" dirty="0">
                <a:latin typeface="Calibri" panose="020F0502020204030204" pitchFamily="34" charset="0"/>
                <a:cs typeface="Calibri" panose="020F0502020204030204" pitchFamily="34" charset="0"/>
              </a:rPr>
              <a:t>, </a:t>
            </a:r>
            <a:r>
              <a:rPr lang="en-US" altLang="en-US" sz="3200" b="1" dirty="0">
                <a:solidFill>
                  <a:schemeClr val="accent1"/>
                </a:solidFill>
                <a:latin typeface="Calibri" panose="020F0502020204030204" pitchFamily="34" charset="0"/>
                <a:cs typeface="Calibri" panose="020F0502020204030204" pitchFamily="34" charset="0"/>
              </a:rPr>
              <a:t>independent </a:t>
            </a:r>
            <a:r>
              <a:rPr lang="en-US" altLang="en-US" sz="3200" dirty="0">
                <a:latin typeface="Calibri" panose="020F0502020204030204" pitchFamily="34" charset="0"/>
                <a:cs typeface="Calibri" panose="020F0502020204030204" pitchFamily="34" charset="0"/>
              </a:rPr>
              <a:t>and </a:t>
            </a:r>
            <a:r>
              <a:rPr lang="en-US" altLang="en-US" sz="3200" b="1" dirty="0">
                <a:solidFill>
                  <a:schemeClr val="accent1"/>
                </a:solidFill>
                <a:latin typeface="Calibri" panose="020F0502020204030204" pitchFamily="34" charset="0"/>
                <a:cs typeface="Calibri" panose="020F0502020204030204" pitchFamily="34" charset="0"/>
              </a:rPr>
              <a:t>documented process</a:t>
            </a:r>
            <a:r>
              <a:rPr lang="en-US" altLang="en-US" sz="3200" dirty="0">
                <a:latin typeface="Calibri" panose="020F0502020204030204" pitchFamily="34" charset="0"/>
                <a:cs typeface="Calibri" panose="020F0502020204030204" pitchFamily="34" charset="0"/>
              </a:rPr>
              <a:t> for obtaining audit </a:t>
            </a:r>
            <a:r>
              <a:rPr lang="en-US" altLang="en-US" sz="3200" b="1" dirty="0">
                <a:solidFill>
                  <a:schemeClr val="accent1"/>
                </a:solidFill>
                <a:latin typeface="Calibri" panose="020F0502020204030204" pitchFamily="34" charset="0"/>
                <a:cs typeface="Calibri" panose="020F0502020204030204" pitchFamily="34" charset="0"/>
              </a:rPr>
              <a:t>evidence </a:t>
            </a:r>
            <a:r>
              <a:rPr lang="en-US" altLang="en-US" sz="3200" dirty="0">
                <a:latin typeface="Calibri" panose="020F0502020204030204" pitchFamily="34" charset="0"/>
                <a:cs typeface="Calibri" panose="020F0502020204030204" pitchFamily="34" charset="0"/>
              </a:rPr>
              <a:t>and </a:t>
            </a:r>
            <a:r>
              <a:rPr lang="en-US" altLang="en-US" sz="3200" b="1" dirty="0">
                <a:solidFill>
                  <a:schemeClr val="accent1"/>
                </a:solidFill>
                <a:latin typeface="Calibri" panose="020F0502020204030204" pitchFamily="34" charset="0"/>
                <a:cs typeface="Calibri" panose="020F0502020204030204" pitchFamily="34" charset="0"/>
              </a:rPr>
              <a:t>evaluating </a:t>
            </a:r>
            <a:r>
              <a:rPr lang="en-US" altLang="en-US" sz="3200" dirty="0">
                <a:latin typeface="Calibri" panose="020F0502020204030204" pitchFamily="34" charset="0"/>
                <a:cs typeface="Calibri" panose="020F0502020204030204" pitchFamily="34" charset="0"/>
              </a:rPr>
              <a:t>it objectively to determine the extent to which audit </a:t>
            </a:r>
            <a:r>
              <a:rPr lang="en-US" altLang="en-US" sz="3200" b="1" dirty="0">
                <a:solidFill>
                  <a:schemeClr val="accent1"/>
                </a:solidFill>
                <a:latin typeface="Calibri" panose="020F0502020204030204" pitchFamily="34" charset="0"/>
                <a:cs typeface="Calibri" panose="020F0502020204030204" pitchFamily="34" charset="0"/>
              </a:rPr>
              <a:t>criteria are fulfilled</a:t>
            </a:r>
            <a:r>
              <a:rPr lang="en-US" altLang="en-US" sz="3200" dirty="0">
                <a:latin typeface="Calibri" panose="020F0502020204030204" pitchFamily="34" charset="0"/>
                <a:cs typeface="Calibri" panose="020F0502020204030204" pitchFamily="34" charset="0"/>
              </a:rPr>
              <a:t>. </a:t>
            </a:r>
          </a:p>
          <a:p>
            <a:pPr eaLnBrk="1" hangingPunct="1">
              <a:defRPr/>
            </a:pPr>
            <a:endParaRPr lang="en-US" altLang="en-US" dirty="0"/>
          </a:p>
        </p:txBody>
      </p:sp>
      <p:sp>
        <p:nvSpPr>
          <p:cNvPr id="278532" name="Slide Number Placeholder 4">
            <a:extLst>
              <a:ext uri="{FF2B5EF4-FFF2-40B4-BE49-F238E27FC236}">
                <a16:creationId xmlns:a16="http://schemas.microsoft.com/office/drawing/2014/main" id="{D19395DB-C7D5-4DF0-AC30-92B482A61CE1}"/>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8C79103D-DF21-40EC-8C98-8E545C67B2A6}" type="slidenum">
              <a:rPr lang="en-US" altLang="en-US" sz="1200">
                <a:solidFill>
                  <a:srgbClr val="045C75"/>
                </a:solidFill>
                <a:latin typeface="Constantia" panose="02030602050306030303" pitchFamily="18" charset="0"/>
                <a:cs typeface="Arial" panose="020B0604020202020204" pitchFamily="34" charset="0"/>
              </a:rPr>
              <a:pPr algn="r"/>
              <a:t>114</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1046341982"/>
      </p:ext>
    </p:extLst>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F53AE561-6F6F-4C2C-B6F8-F41EBF216BD4}"/>
              </a:ext>
            </a:extLst>
          </p:cNvPr>
          <p:cNvSpPr>
            <a:spLocks noGrp="1" noChangeArrowheads="1"/>
          </p:cNvSpPr>
          <p:nvPr>
            <p:ph type="title"/>
          </p:nvPr>
        </p:nvSpPr>
        <p:spPr>
          <a:xfrm>
            <a:off x="2082800" y="549276"/>
            <a:ext cx="8597900" cy="898525"/>
          </a:xfrm>
        </p:spPr>
        <p:txBody>
          <a:bodyPr/>
          <a:lstStyle/>
          <a:p>
            <a:pPr eaLnBrk="1" hangingPunct="1"/>
            <a:r>
              <a:rPr lang="en-US" altLang="en-US" b="1" dirty="0">
                <a:solidFill>
                  <a:schemeClr val="tx1"/>
                </a:solidFill>
                <a:latin typeface="Arial" panose="020B0604020202020204" pitchFamily="34" charset="0"/>
              </a:rPr>
              <a:t>Why Audit?</a:t>
            </a:r>
          </a:p>
        </p:txBody>
      </p:sp>
      <p:sp>
        <p:nvSpPr>
          <p:cNvPr id="20483" name="Rectangle 3">
            <a:extLst>
              <a:ext uri="{FF2B5EF4-FFF2-40B4-BE49-F238E27FC236}">
                <a16:creationId xmlns:a16="http://schemas.microsoft.com/office/drawing/2014/main" id="{1DE4F751-4A05-4D9E-ABD2-A7FDC9D97D4B}"/>
              </a:ext>
            </a:extLst>
          </p:cNvPr>
          <p:cNvSpPr>
            <a:spLocks noGrp="1" noChangeArrowheads="1"/>
          </p:cNvSpPr>
          <p:nvPr>
            <p:ph idx="1"/>
          </p:nvPr>
        </p:nvSpPr>
        <p:spPr>
          <a:xfrm>
            <a:off x="2362200" y="1447800"/>
            <a:ext cx="7905750" cy="5257800"/>
          </a:xfrm>
        </p:spPr>
        <p:txBody>
          <a:bodyPr/>
          <a:lstStyle/>
          <a:p>
            <a:pPr eaLnBrk="1" hangingPunct="1">
              <a:defRPr/>
            </a:pPr>
            <a:r>
              <a:rPr lang="en-US" altLang="en-US" sz="2800" dirty="0">
                <a:latin typeface="Arial" panose="020B0604020202020204" pitchFamily="34" charset="0"/>
                <a:cs typeface="Arial" panose="020B0604020202020204" pitchFamily="34" charset="0"/>
              </a:rPr>
              <a:t>To determine </a:t>
            </a:r>
            <a:r>
              <a:rPr lang="en-US" altLang="en-US" sz="2800" b="1" i="1" dirty="0">
                <a:solidFill>
                  <a:schemeClr val="accent5"/>
                </a:solidFill>
                <a:latin typeface="Arial" panose="020B0604020202020204" pitchFamily="34" charset="0"/>
                <a:cs typeface="Arial" panose="020B0604020202020204" pitchFamily="34" charset="0"/>
              </a:rPr>
              <a:t>implementation</a:t>
            </a:r>
            <a:r>
              <a:rPr lang="en-US" altLang="en-US" sz="2800" b="1" dirty="0">
                <a:solidFill>
                  <a:schemeClr val="accent5"/>
                </a:solidFill>
                <a:latin typeface="Arial" panose="020B0604020202020204" pitchFamily="34" charset="0"/>
                <a:cs typeface="Arial" panose="020B0604020202020204" pitchFamily="34" charset="0"/>
              </a:rPr>
              <a:t> </a:t>
            </a:r>
            <a:r>
              <a:rPr lang="en-US" altLang="en-US" sz="2800" b="1" i="1" dirty="0">
                <a:solidFill>
                  <a:schemeClr val="accent5"/>
                </a:solidFill>
                <a:latin typeface="Arial" panose="020B0604020202020204" pitchFamily="34" charset="0"/>
                <a:cs typeface="Arial" panose="020B0604020202020204" pitchFamily="34" charset="0"/>
              </a:rPr>
              <a:t>effectiveness</a:t>
            </a:r>
            <a:r>
              <a:rPr lang="en-US" altLang="en-US" sz="2800" dirty="0">
                <a:latin typeface="Arial" panose="020B0604020202020204" pitchFamily="34" charset="0"/>
                <a:cs typeface="Arial" panose="020B0604020202020204" pitchFamily="34" charset="0"/>
              </a:rPr>
              <a:t> of one’s own quality system.</a:t>
            </a:r>
          </a:p>
          <a:p>
            <a:pPr eaLnBrk="1" hangingPunct="1">
              <a:defRPr/>
            </a:pPr>
            <a:r>
              <a:rPr lang="en-US" altLang="en-US" sz="2800" dirty="0">
                <a:latin typeface="Arial" panose="020B0604020202020204" pitchFamily="34" charset="0"/>
                <a:cs typeface="Arial" panose="020B0604020202020204" pitchFamily="34" charset="0"/>
              </a:rPr>
              <a:t>To determine the conformance or non-conformance of quality system elements to specified </a:t>
            </a:r>
            <a:r>
              <a:rPr lang="en-US" altLang="en-US" sz="2800" b="1" i="1" dirty="0">
                <a:solidFill>
                  <a:schemeClr val="accent5"/>
                </a:solidFill>
                <a:latin typeface="Arial" panose="020B0604020202020204" pitchFamily="34" charset="0"/>
                <a:cs typeface="Arial" panose="020B0604020202020204" pitchFamily="34" charset="0"/>
              </a:rPr>
              <a:t>standard</a:t>
            </a:r>
            <a:r>
              <a:rPr lang="en-US" altLang="en-US" sz="2800" b="1" i="1" dirty="0">
                <a:solidFill>
                  <a:schemeClr val="accent2"/>
                </a:solidFill>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requirements.</a:t>
            </a:r>
          </a:p>
          <a:p>
            <a:pPr eaLnBrk="1" hangingPunct="1">
              <a:defRPr/>
            </a:pPr>
            <a:r>
              <a:rPr lang="en-US" altLang="en-US" sz="2800" dirty="0">
                <a:latin typeface="Arial" panose="020B0604020202020204" pitchFamily="34" charset="0"/>
                <a:cs typeface="Arial" panose="020B0604020202020204" pitchFamily="34" charset="0"/>
              </a:rPr>
              <a:t>To provide a </a:t>
            </a:r>
            <a:r>
              <a:rPr lang="en-US" altLang="en-US" sz="2800" b="1" i="1" dirty="0">
                <a:solidFill>
                  <a:schemeClr val="accent5"/>
                </a:solidFill>
                <a:latin typeface="Arial" panose="020B0604020202020204" pitchFamily="34" charset="0"/>
                <a:cs typeface="Arial" panose="020B0604020202020204" pitchFamily="34" charset="0"/>
              </a:rPr>
              <a:t>basis for improvement</a:t>
            </a:r>
            <a:r>
              <a:rPr lang="en-US" altLang="en-US" sz="2800" dirty="0">
                <a:solidFill>
                  <a:schemeClr val="accent5"/>
                </a:solidFill>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of your quality system.</a:t>
            </a:r>
          </a:p>
          <a:p>
            <a:pPr eaLnBrk="1" hangingPunct="1">
              <a:defRPr/>
            </a:pPr>
            <a:r>
              <a:rPr lang="en-US" altLang="en-US" sz="2800" dirty="0">
                <a:latin typeface="Arial" panose="020B0604020202020204" pitchFamily="34" charset="0"/>
                <a:cs typeface="Arial" panose="020B0604020202020204" pitchFamily="34" charset="0"/>
              </a:rPr>
              <a:t>To meet </a:t>
            </a:r>
            <a:r>
              <a:rPr lang="en-US" altLang="en-US" sz="2800" b="1" i="1" dirty="0">
                <a:solidFill>
                  <a:schemeClr val="accent5"/>
                </a:solidFill>
                <a:latin typeface="Arial" panose="020B0604020202020204" pitchFamily="34" charset="0"/>
                <a:cs typeface="Arial" panose="020B0604020202020204" pitchFamily="34" charset="0"/>
              </a:rPr>
              <a:t>regulatory requirements</a:t>
            </a:r>
            <a:r>
              <a:rPr lang="en-US" altLang="en-US" sz="2800" b="1" i="1" dirty="0">
                <a:solidFill>
                  <a:schemeClr val="accent2"/>
                </a:solidFill>
                <a:latin typeface="Arial" panose="020B0604020202020204" pitchFamily="34" charset="0"/>
                <a:cs typeface="Arial" panose="020B0604020202020204" pitchFamily="34" charset="0"/>
              </a:rPr>
              <a:t>.</a:t>
            </a:r>
          </a:p>
          <a:p>
            <a:pPr eaLnBrk="1" hangingPunct="1">
              <a:defRPr/>
            </a:pPr>
            <a:r>
              <a:rPr lang="en-US" altLang="en-US" sz="2800" dirty="0">
                <a:latin typeface="Arial" panose="020B0604020202020204" pitchFamily="34" charset="0"/>
                <a:cs typeface="Arial" panose="020B0604020202020204" pitchFamily="34" charset="0"/>
              </a:rPr>
              <a:t>To achieve second or third party </a:t>
            </a:r>
            <a:r>
              <a:rPr lang="en-US" altLang="en-US" sz="2800" b="1" i="1" dirty="0">
                <a:solidFill>
                  <a:schemeClr val="accent5"/>
                </a:solidFill>
                <a:latin typeface="Arial" panose="020B0604020202020204" pitchFamily="34" charset="0"/>
                <a:cs typeface="Arial" panose="020B0604020202020204" pitchFamily="34" charset="0"/>
              </a:rPr>
              <a:t>registration</a:t>
            </a:r>
            <a:r>
              <a:rPr lang="en-US" altLang="en-US" sz="2800" b="1" i="1" dirty="0">
                <a:solidFill>
                  <a:schemeClr val="accent2"/>
                </a:solidFill>
                <a:latin typeface="Arial" panose="020B0604020202020204" pitchFamily="34" charset="0"/>
                <a:cs typeface="Arial" panose="020B0604020202020204" pitchFamily="34" charset="0"/>
              </a:rPr>
              <a:t>.</a:t>
            </a:r>
          </a:p>
          <a:p>
            <a:pPr eaLnBrk="1" hangingPunct="1">
              <a:defRPr/>
            </a:pPr>
            <a:r>
              <a:rPr lang="en-US" altLang="en-US" sz="2800" dirty="0">
                <a:latin typeface="Arial" panose="020B0604020202020204" pitchFamily="34" charset="0"/>
                <a:cs typeface="Arial" panose="020B0604020202020204" pitchFamily="34" charset="0"/>
              </a:rPr>
              <a:t>To satisfy </a:t>
            </a:r>
            <a:r>
              <a:rPr lang="en-US" altLang="en-US" sz="2800" b="1" i="1" dirty="0">
                <a:solidFill>
                  <a:schemeClr val="accent5"/>
                </a:solidFill>
                <a:latin typeface="Arial" panose="020B0604020202020204" pitchFamily="34" charset="0"/>
                <a:cs typeface="Arial" panose="020B0604020202020204" pitchFamily="34" charset="0"/>
              </a:rPr>
              <a:t>customer requirements</a:t>
            </a:r>
            <a:r>
              <a:rPr lang="en-US" altLang="en-US" sz="2800" b="1" i="1" dirty="0">
                <a:solidFill>
                  <a:schemeClr val="accent2"/>
                </a:solidFill>
                <a:latin typeface="Arial" panose="020B0604020202020204" pitchFamily="34" charset="0"/>
                <a:cs typeface="Arial" panose="020B0604020202020204" pitchFamily="34" charset="0"/>
              </a:rPr>
              <a:t>.</a:t>
            </a:r>
            <a:endParaRPr lang="en-US" altLang="en-US" sz="2800" dirty="0">
              <a:latin typeface="Arial" panose="020B0604020202020204" pitchFamily="34" charset="0"/>
              <a:cs typeface="Arial" panose="020B0604020202020204" pitchFamily="34" charset="0"/>
            </a:endParaRPr>
          </a:p>
        </p:txBody>
      </p:sp>
      <p:sp>
        <p:nvSpPr>
          <p:cNvPr id="280580" name="Slide Number Placeholder 4">
            <a:extLst>
              <a:ext uri="{FF2B5EF4-FFF2-40B4-BE49-F238E27FC236}">
                <a16:creationId xmlns:a16="http://schemas.microsoft.com/office/drawing/2014/main" id="{D61E1149-A35A-4F92-B023-4B8BED851A42}"/>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AAFA8207-6084-4491-85B4-4BAA54B249E9}" type="slidenum">
              <a:rPr lang="en-US" altLang="en-US" sz="1200">
                <a:solidFill>
                  <a:srgbClr val="045C75"/>
                </a:solidFill>
                <a:latin typeface="Constantia" panose="02030602050306030303" pitchFamily="18" charset="0"/>
                <a:cs typeface="Arial" panose="020B0604020202020204" pitchFamily="34" charset="0"/>
              </a:rPr>
              <a:pPr algn="r"/>
              <a:t>115</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1986749911"/>
      </p:ext>
    </p:extLst>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21C95-FE9F-4962-BBAF-5220B3D6A0C9}"/>
              </a:ext>
            </a:extLst>
          </p:cNvPr>
          <p:cNvSpPr/>
          <p:nvPr/>
        </p:nvSpPr>
        <p:spPr>
          <a:xfrm>
            <a:off x="6110288" y="1495426"/>
            <a:ext cx="3986212" cy="5006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282627" name="Rectangle 2">
            <a:extLst>
              <a:ext uri="{FF2B5EF4-FFF2-40B4-BE49-F238E27FC236}">
                <a16:creationId xmlns:a16="http://schemas.microsoft.com/office/drawing/2014/main" id="{46476E17-1CBE-4012-BD4C-FC8F2129CFB2}"/>
              </a:ext>
            </a:extLst>
          </p:cNvPr>
          <p:cNvSpPr>
            <a:spLocks noGrp="1" noChangeArrowheads="1"/>
          </p:cNvSpPr>
          <p:nvPr>
            <p:ph type="title"/>
          </p:nvPr>
        </p:nvSpPr>
        <p:spPr>
          <a:xfrm>
            <a:off x="2324100" y="508000"/>
            <a:ext cx="7772400" cy="990600"/>
          </a:xfrm>
        </p:spPr>
        <p:txBody>
          <a:bodyPr/>
          <a:lstStyle/>
          <a:p>
            <a:pPr eaLnBrk="1" hangingPunct="1"/>
            <a:r>
              <a:rPr lang="en-US" altLang="en-US" b="1" dirty="0">
                <a:latin typeface="Arial" panose="020B0604020202020204" pitchFamily="34" charset="0"/>
              </a:rPr>
              <a:t>Auditor Do’s and Don'ts</a:t>
            </a:r>
          </a:p>
        </p:txBody>
      </p:sp>
      <p:sp>
        <p:nvSpPr>
          <p:cNvPr id="282628" name="Rectangle 3">
            <a:extLst>
              <a:ext uri="{FF2B5EF4-FFF2-40B4-BE49-F238E27FC236}">
                <a16:creationId xmlns:a16="http://schemas.microsoft.com/office/drawing/2014/main" id="{E7AE1794-7495-4079-A88E-D19C9F5F2D73}"/>
              </a:ext>
            </a:extLst>
          </p:cNvPr>
          <p:cNvSpPr>
            <a:spLocks noGrp="1" noChangeArrowheads="1"/>
          </p:cNvSpPr>
          <p:nvPr>
            <p:ph sz="half" idx="4294967295"/>
          </p:nvPr>
        </p:nvSpPr>
        <p:spPr>
          <a:xfrm>
            <a:off x="2133601" y="1447800"/>
            <a:ext cx="3814763" cy="4813300"/>
          </a:xfrm>
        </p:spPr>
        <p:txBody>
          <a:bodyPr>
            <a:normAutofit/>
          </a:bodyPr>
          <a:lstStyle/>
          <a:p>
            <a:pPr eaLnBrk="1" hangingPunct="1">
              <a:lnSpc>
                <a:spcPct val="90000"/>
              </a:lnSpc>
            </a:pPr>
            <a:r>
              <a:rPr lang="en-US" altLang="en-US" b="1" i="1" dirty="0">
                <a:solidFill>
                  <a:srgbClr val="00B050"/>
                </a:solidFill>
              </a:rPr>
              <a:t>Listen!</a:t>
            </a:r>
          </a:p>
          <a:p>
            <a:pPr eaLnBrk="1" hangingPunct="1">
              <a:lnSpc>
                <a:spcPct val="90000"/>
              </a:lnSpc>
            </a:pPr>
            <a:r>
              <a:rPr lang="en-US" altLang="en-US" b="1" i="1" dirty="0">
                <a:solidFill>
                  <a:srgbClr val="00B050"/>
                </a:solidFill>
              </a:rPr>
              <a:t>Put others at ease</a:t>
            </a:r>
          </a:p>
          <a:p>
            <a:pPr eaLnBrk="1" hangingPunct="1">
              <a:lnSpc>
                <a:spcPct val="90000"/>
              </a:lnSpc>
            </a:pPr>
            <a:r>
              <a:rPr lang="en-US" altLang="en-US" b="1" i="1" dirty="0">
                <a:solidFill>
                  <a:srgbClr val="00B050"/>
                </a:solidFill>
              </a:rPr>
              <a:t>Be open-minded</a:t>
            </a:r>
          </a:p>
          <a:p>
            <a:pPr eaLnBrk="1" hangingPunct="1">
              <a:lnSpc>
                <a:spcPct val="90000"/>
              </a:lnSpc>
            </a:pPr>
            <a:r>
              <a:rPr lang="en-US" altLang="en-US" b="1" i="1" dirty="0">
                <a:solidFill>
                  <a:srgbClr val="00B050"/>
                </a:solidFill>
              </a:rPr>
              <a:t>Be observant</a:t>
            </a:r>
          </a:p>
          <a:p>
            <a:pPr eaLnBrk="1" hangingPunct="1">
              <a:lnSpc>
                <a:spcPct val="90000"/>
              </a:lnSpc>
            </a:pPr>
            <a:r>
              <a:rPr lang="en-US" altLang="en-US" b="1" i="1" dirty="0">
                <a:solidFill>
                  <a:srgbClr val="00B050"/>
                </a:solidFill>
              </a:rPr>
              <a:t>Take notes</a:t>
            </a:r>
          </a:p>
          <a:p>
            <a:pPr eaLnBrk="1" hangingPunct="1">
              <a:lnSpc>
                <a:spcPct val="90000"/>
              </a:lnSpc>
            </a:pPr>
            <a:r>
              <a:rPr lang="en-US" altLang="en-US" b="1" i="1" dirty="0">
                <a:solidFill>
                  <a:srgbClr val="00B050"/>
                </a:solidFill>
              </a:rPr>
              <a:t>Be factual in the report</a:t>
            </a:r>
          </a:p>
          <a:p>
            <a:pPr eaLnBrk="1" hangingPunct="1">
              <a:lnSpc>
                <a:spcPct val="90000"/>
              </a:lnSpc>
            </a:pPr>
            <a:r>
              <a:rPr lang="en-US" altLang="en-US" b="1" i="1" dirty="0">
                <a:solidFill>
                  <a:srgbClr val="00B050"/>
                </a:solidFill>
              </a:rPr>
              <a:t>Vary the types of questions</a:t>
            </a:r>
          </a:p>
          <a:p>
            <a:pPr eaLnBrk="1" hangingPunct="1">
              <a:lnSpc>
                <a:spcPct val="90000"/>
              </a:lnSpc>
            </a:pPr>
            <a:r>
              <a:rPr lang="en-US" altLang="en-US" b="1" i="1" dirty="0">
                <a:solidFill>
                  <a:srgbClr val="00B050"/>
                </a:solidFill>
              </a:rPr>
              <a:t>Document Trails</a:t>
            </a:r>
          </a:p>
        </p:txBody>
      </p:sp>
      <p:sp>
        <p:nvSpPr>
          <p:cNvPr id="26629" name="Rectangle 4">
            <a:extLst>
              <a:ext uri="{FF2B5EF4-FFF2-40B4-BE49-F238E27FC236}">
                <a16:creationId xmlns:a16="http://schemas.microsoft.com/office/drawing/2014/main" id="{B62676BF-DF5F-4A35-BC3D-1129C93CF111}"/>
              </a:ext>
            </a:extLst>
          </p:cNvPr>
          <p:cNvSpPr>
            <a:spLocks noGrp="1" noChangeArrowheads="1"/>
          </p:cNvSpPr>
          <p:nvPr>
            <p:ph sz="half" idx="4294967295"/>
          </p:nvPr>
        </p:nvSpPr>
        <p:spPr>
          <a:xfrm>
            <a:off x="6172201" y="1447799"/>
            <a:ext cx="3814763" cy="4400909"/>
          </a:xfrm>
        </p:spPr>
        <p:txBody>
          <a:bodyPr>
            <a:normAutofit fontScale="92500" lnSpcReduction="10000"/>
          </a:bodyPr>
          <a:lstStyle/>
          <a:p>
            <a:pPr eaLnBrk="1" hangingPunct="1">
              <a:lnSpc>
                <a:spcPct val="90000"/>
              </a:lnSpc>
              <a:defRPr/>
            </a:pPr>
            <a:r>
              <a:rPr lang="en-US" altLang="en-US" b="1" dirty="0">
                <a:latin typeface="+mj-lt"/>
                <a:cs typeface="Arial" panose="020B0604020202020204" pitchFamily="34" charset="0"/>
              </a:rPr>
              <a:t>Don’t be sarcastic</a:t>
            </a:r>
          </a:p>
          <a:p>
            <a:pPr eaLnBrk="1" hangingPunct="1">
              <a:lnSpc>
                <a:spcPct val="90000"/>
              </a:lnSpc>
              <a:defRPr/>
            </a:pPr>
            <a:r>
              <a:rPr lang="en-US" altLang="en-US" b="1" dirty="0">
                <a:latin typeface="+mj-lt"/>
                <a:cs typeface="Arial" panose="020B0604020202020204" pitchFamily="34" charset="0"/>
              </a:rPr>
              <a:t>Don’t criticize</a:t>
            </a:r>
          </a:p>
          <a:p>
            <a:pPr eaLnBrk="1" hangingPunct="1">
              <a:lnSpc>
                <a:spcPct val="90000"/>
              </a:lnSpc>
              <a:defRPr/>
            </a:pPr>
            <a:r>
              <a:rPr lang="en-US" altLang="en-US" b="1" dirty="0">
                <a:latin typeface="+mj-lt"/>
                <a:cs typeface="Arial" panose="020B0604020202020204" pitchFamily="34" charset="0"/>
              </a:rPr>
              <a:t>Don’t get into personalities</a:t>
            </a:r>
          </a:p>
          <a:p>
            <a:pPr eaLnBrk="1" hangingPunct="1">
              <a:lnSpc>
                <a:spcPct val="90000"/>
              </a:lnSpc>
              <a:defRPr/>
            </a:pPr>
            <a:r>
              <a:rPr lang="en-US" altLang="en-US" b="1" dirty="0">
                <a:latin typeface="+mj-lt"/>
                <a:cs typeface="Arial" panose="020B0604020202020204" pitchFamily="34" charset="0"/>
              </a:rPr>
              <a:t>Don’t argue</a:t>
            </a:r>
          </a:p>
          <a:p>
            <a:pPr eaLnBrk="1" hangingPunct="1">
              <a:lnSpc>
                <a:spcPct val="90000"/>
              </a:lnSpc>
              <a:defRPr/>
            </a:pPr>
            <a:r>
              <a:rPr lang="en-US" altLang="en-US" b="1" dirty="0">
                <a:latin typeface="+mj-lt"/>
                <a:cs typeface="Arial" panose="020B0604020202020204" pitchFamily="34" charset="0"/>
              </a:rPr>
              <a:t>Don’t focus on people in reports</a:t>
            </a:r>
          </a:p>
          <a:p>
            <a:pPr eaLnBrk="1" hangingPunct="1">
              <a:lnSpc>
                <a:spcPct val="90000"/>
              </a:lnSpc>
              <a:defRPr/>
            </a:pPr>
            <a:r>
              <a:rPr lang="en-US" altLang="en-US" b="1" dirty="0">
                <a:latin typeface="+mj-lt"/>
                <a:cs typeface="Arial" panose="020B0604020202020204" pitchFamily="34" charset="0"/>
              </a:rPr>
              <a:t>Don’t use yes/no questions *</a:t>
            </a:r>
          </a:p>
          <a:p>
            <a:pPr eaLnBrk="1" hangingPunct="1">
              <a:lnSpc>
                <a:spcPct val="90000"/>
              </a:lnSpc>
              <a:defRPr/>
            </a:pPr>
            <a:r>
              <a:rPr lang="en-US" altLang="en-US" b="1" dirty="0">
                <a:latin typeface="+mj-lt"/>
                <a:cs typeface="Arial" panose="020B0604020202020204" pitchFamily="34" charset="0"/>
              </a:rPr>
              <a:t>Don’t use profane language</a:t>
            </a:r>
          </a:p>
          <a:p>
            <a:pPr eaLnBrk="1" hangingPunct="1">
              <a:lnSpc>
                <a:spcPct val="90000"/>
              </a:lnSpc>
              <a:buFontTx/>
              <a:buNone/>
              <a:defRPr/>
            </a:pPr>
            <a:r>
              <a:rPr lang="en-US" altLang="en-US" b="1" dirty="0">
                <a:latin typeface="+mj-lt"/>
                <a:cs typeface="Arial" panose="020B0604020202020204" pitchFamily="34" charset="0"/>
              </a:rPr>
              <a:t>* unless trying to ‘shut down’ a non stop talker</a:t>
            </a:r>
          </a:p>
          <a:p>
            <a:pPr eaLnBrk="1" hangingPunct="1">
              <a:lnSpc>
                <a:spcPct val="90000"/>
              </a:lnSpc>
              <a:defRPr/>
            </a:pPr>
            <a:endParaRPr lang="en-US" altLang="en-US" dirty="0"/>
          </a:p>
        </p:txBody>
      </p:sp>
      <p:sp>
        <p:nvSpPr>
          <p:cNvPr id="282630" name="Slide Number Placeholder 4">
            <a:extLst>
              <a:ext uri="{FF2B5EF4-FFF2-40B4-BE49-F238E27FC236}">
                <a16:creationId xmlns:a16="http://schemas.microsoft.com/office/drawing/2014/main" id="{F7D8A2D7-19A0-411E-9F7F-ED1BF28293C4}"/>
              </a:ext>
            </a:extLst>
          </p:cNvPr>
          <p:cNvSpPr>
            <a:spLocks noGrp="1"/>
          </p:cNvSpPr>
          <p:nvPr>
            <p:ph type="sldNum" sz="quarter" idx="17"/>
          </p:nvPr>
        </p:nvSpPr>
        <p:spPr bwMode="auto">
          <a:xfrm>
            <a:off x="5778500" y="6311901"/>
            <a:ext cx="762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D99F1D2-D150-4A8A-98A1-96FD31FDAE74}" type="slidenum">
              <a:rPr lang="en-US" altLang="en-US" sz="1200">
                <a:solidFill>
                  <a:srgbClr val="045C75"/>
                </a:solidFill>
                <a:latin typeface="Constantia" panose="02030602050306030303" pitchFamily="18" charset="0"/>
                <a:cs typeface="Arial" panose="020B0604020202020204" pitchFamily="34" charset="0"/>
              </a:rPr>
              <a:pPr/>
              <a:t>116</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999680931"/>
      </p:ext>
    </p:extLst>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3AC0A0CE-3DBD-4D9C-BCE4-118BB5963BF3}"/>
              </a:ext>
            </a:extLst>
          </p:cNvPr>
          <p:cNvSpPr>
            <a:spLocks noGrp="1" noChangeArrowheads="1"/>
          </p:cNvSpPr>
          <p:nvPr>
            <p:ph type="title"/>
          </p:nvPr>
        </p:nvSpPr>
        <p:spPr>
          <a:xfrm>
            <a:off x="2209800" y="457200"/>
            <a:ext cx="7772400" cy="698740"/>
          </a:xfrm>
        </p:spPr>
        <p:txBody>
          <a:bodyPr/>
          <a:lstStyle/>
          <a:p>
            <a:pPr algn="ctr" eaLnBrk="1" hangingPunct="1"/>
            <a:r>
              <a:rPr lang="en-US" altLang="en-US" dirty="0">
                <a:latin typeface="Arial" panose="020B0604020202020204" pitchFamily="34" charset="0"/>
              </a:rPr>
              <a:t>Audit Sequence</a:t>
            </a:r>
          </a:p>
        </p:txBody>
      </p:sp>
      <p:sp>
        <p:nvSpPr>
          <p:cNvPr id="416771" name="Rectangle 3">
            <a:extLst>
              <a:ext uri="{FF2B5EF4-FFF2-40B4-BE49-F238E27FC236}">
                <a16:creationId xmlns:a16="http://schemas.microsoft.com/office/drawing/2014/main" id="{51762D90-3134-4C44-9537-B1A014F65754}"/>
              </a:ext>
            </a:extLst>
          </p:cNvPr>
          <p:cNvSpPr>
            <a:spLocks noGrp="1" noChangeArrowheads="1"/>
          </p:cNvSpPr>
          <p:nvPr>
            <p:ph idx="1"/>
          </p:nvPr>
        </p:nvSpPr>
        <p:spPr>
          <a:xfrm>
            <a:off x="862642" y="1389301"/>
            <a:ext cx="9424358" cy="5201280"/>
          </a:xfrm>
        </p:spPr>
        <p:txBody>
          <a:bodyPr>
            <a:normAutofit/>
          </a:bodyPr>
          <a:lstStyle/>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Send Audit Plan to Auditees</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Hold Opening Meeting</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Perform Audit</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Hold Closing Meeting</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Issue Nonconformances</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Follow Up- Corrective Action Review </a:t>
            </a:r>
          </a:p>
          <a:p>
            <a:pPr eaLnBrk="1" hangingPunct="1">
              <a:lnSpc>
                <a:spcPct val="80000"/>
              </a:lnSpc>
            </a:pPr>
            <a:r>
              <a:rPr lang="en-US" altLang="en-US" sz="3600" dirty="0">
                <a:solidFill>
                  <a:schemeClr val="tx1"/>
                </a:solidFill>
                <a:latin typeface="Arial" panose="020B0604020202020204" pitchFamily="34" charset="0"/>
                <a:cs typeface="Arial" panose="020B0604020202020204" pitchFamily="34" charset="0"/>
              </a:rPr>
              <a:t>Close Out</a:t>
            </a:r>
          </a:p>
          <a:p>
            <a:pPr eaLnBrk="1" hangingPunct="1">
              <a:lnSpc>
                <a:spcPct val="80000"/>
              </a:lnSpc>
            </a:pPr>
            <a:endParaRPr lang="en-US" altLang="en-US" sz="3200" b="1" dirty="0">
              <a:solidFill>
                <a:schemeClr val="accent1"/>
              </a:solidFill>
            </a:endParaRPr>
          </a:p>
          <a:p>
            <a:pPr eaLnBrk="1" hangingPunct="1">
              <a:lnSpc>
                <a:spcPct val="80000"/>
              </a:lnSpc>
              <a:buFontTx/>
              <a:buNone/>
            </a:pPr>
            <a:endParaRPr lang="en-US" altLang="en-US" b="1" dirty="0">
              <a:solidFill>
                <a:schemeClr val="accent1"/>
              </a:solidFill>
            </a:endParaRPr>
          </a:p>
          <a:p>
            <a:pPr eaLnBrk="1" hangingPunct="1">
              <a:lnSpc>
                <a:spcPct val="80000"/>
              </a:lnSpc>
            </a:pPr>
            <a:endParaRPr lang="en-US" altLang="en-US" b="1" dirty="0">
              <a:solidFill>
                <a:schemeClr val="accent1"/>
              </a:solidFill>
            </a:endParaRPr>
          </a:p>
        </p:txBody>
      </p:sp>
    </p:spTree>
    <p:extLst>
      <p:ext uri="{BB962C8B-B14F-4D97-AF65-F5344CB8AC3E}">
        <p14:creationId xmlns:p14="http://schemas.microsoft.com/office/powerpoint/2010/main" val="11545295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67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6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5">
            <a:extLst>
              <a:ext uri="{FF2B5EF4-FFF2-40B4-BE49-F238E27FC236}">
                <a16:creationId xmlns:a16="http://schemas.microsoft.com/office/drawing/2014/main" id="{758D8CB6-F95E-4D89-8343-BC6346CED95F}"/>
              </a:ext>
            </a:extLst>
          </p:cNvPr>
          <p:cNvSpPr>
            <a:spLocks noGrp="1" noChangeArrowheads="1"/>
          </p:cNvSpPr>
          <p:nvPr>
            <p:ph type="title"/>
          </p:nvPr>
        </p:nvSpPr>
        <p:spPr/>
        <p:txBody>
          <a:bodyPr/>
          <a:lstStyle/>
          <a:p>
            <a:pPr eaLnBrk="1" hangingPunct="1"/>
            <a:r>
              <a:rPr lang="en-US" altLang="en-US" b="1" dirty="0">
                <a:latin typeface="Arial" panose="020B0604020202020204" pitchFamily="34" charset="0"/>
              </a:rPr>
              <a:t>Phases of auditing</a:t>
            </a:r>
          </a:p>
        </p:txBody>
      </p:sp>
      <p:sp>
        <p:nvSpPr>
          <p:cNvPr id="284675" name="Rectangle 9">
            <a:extLst>
              <a:ext uri="{FF2B5EF4-FFF2-40B4-BE49-F238E27FC236}">
                <a16:creationId xmlns:a16="http://schemas.microsoft.com/office/drawing/2014/main" id="{1D6239C7-3C45-4A1E-9E18-2C6A3CCD2260}"/>
              </a:ext>
            </a:extLst>
          </p:cNvPr>
          <p:cNvSpPr>
            <a:spLocks noGrp="1" noChangeArrowheads="1"/>
          </p:cNvSpPr>
          <p:nvPr>
            <p:ph idx="1"/>
          </p:nvPr>
        </p:nvSpPr>
        <p:spPr>
          <a:xfrm>
            <a:off x="2590801" y="1828800"/>
            <a:ext cx="2911475" cy="4114800"/>
          </a:xfrm>
        </p:spPr>
        <p:txBody>
          <a:bodyPr>
            <a:normAutofit/>
          </a:bodyPr>
          <a:lstStyle/>
          <a:p>
            <a:pPr eaLnBrk="1" hangingPunct="1">
              <a:buFontTx/>
              <a:buNone/>
            </a:pPr>
            <a:r>
              <a:rPr lang="en-US" altLang="en-US" sz="3200" b="1" dirty="0">
                <a:latin typeface="Calibri" panose="020F0502020204030204" pitchFamily="34" charset="0"/>
                <a:cs typeface="Calibri" panose="020F0502020204030204" pitchFamily="34" charset="0"/>
              </a:rPr>
              <a:t>1. Planning</a:t>
            </a:r>
          </a:p>
          <a:p>
            <a:pPr eaLnBrk="1" hangingPunct="1">
              <a:buFontTx/>
              <a:buNone/>
            </a:pPr>
            <a:r>
              <a:rPr lang="en-US" altLang="en-US" sz="3200" b="1" dirty="0">
                <a:latin typeface="Calibri" panose="020F0502020204030204" pitchFamily="34" charset="0"/>
                <a:cs typeface="Calibri" panose="020F0502020204030204" pitchFamily="34" charset="0"/>
              </a:rPr>
              <a:t>2. Performance</a:t>
            </a:r>
          </a:p>
          <a:p>
            <a:pPr lvl="1" eaLnBrk="1" hangingPunct="1">
              <a:buFontTx/>
              <a:buNone/>
            </a:pPr>
            <a:r>
              <a:rPr lang="en-US" altLang="en-US" sz="3200" b="1" dirty="0">
                <a:latin typeface="Calibri" panose="020F0502020204030204" pitchFamily="34" charset="0"/>
                <a:cs typeface="Calibri" panose="020F0502020204030204" pitchFamily="34" charset="0"/>
              </a:rPr>
              <a:t>Execution</a:t>
            </a:r>
          </a:p>
          <a:p>
            <a:pPr lvl="1" eaLnBrk="1" hangingPunct="1">
              <a:buFontTx/>
              <a:buNone/>
            </a:pPr>
            <a:r>
              <a:rPr lang="en-US" altLang="en-US" sz="3200" b="1" dirty="0">
                <a:latin typeface="Calibri" panose="020F0502020204030204" pitchFamily="34" charset="0"/>
                <a:cs typeface="Calibri" panose="020F0502020204030204" pitchFamily="34" charset="0"/>
              </a:rPr>
              <a:t>Evaluation</a:t>
            </a:r>
          </a:p>
          <a:p>
            <a:pPr eaLnBrk="1" hangingPunct="1">
              <a:buFontTx/>
              <a:buNone/>
            </a:pPr>
            <a:r>
              <a:rPr lang="en-US" altLang="en-US" sz="3200" b="1" dirty="0">
                <a:latin typeface="Calibri" panose="020F0502020204030204" pitchFamily="34" charset="0"/>
                <a:cs typeface="Calibri" panose="020F0502020204030204" pitchFamily="34" charset="0"/>
              </a:rPr>
              <a:t>3. Close-out</a:t>
            </a:r>
          </a:p>
          <a:p>
            <a:pPr eaLnBrk="1" hangingPunct="1">
              <a:buFontTx/>
              <a:buNone/>
            </a:pPr>
            <a:r>
              <a:rPr lang="en-US" altLang="en-US" sz="3200" b="1" dirty="0">
                <a:latin typeface="Calibri" panose="020F0502020204030204" pitchFamily="34" charset="0"/>
                <a:cs typeface="Calibri" panose="020F0502020204030204" pitchFamily="34" charset="0"/>
              </a:rPr>
              <a:t>4. Follow-up</a:t>
            </a:r>
          </a:p>
        </p:txBody>
      </p:sp>
      <p:sp>
        <p:nvSpPr>
          <p:cNvPr id="284676" name="Slide Number Placeholder 4">
            <a:extLst>
              <a:ext uri="{FF2B5EF4-FFF2-40B4-BE49-F238E27FC236}">
                <a16:creationId xmlns:a16="http://schemas.microsoft.com/office/drawing/2014/main" id="{028088FF-9C52-439D-AA8A-4E6571DC7632}"/>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52282C92-2E84-4D22-805D-FAAD65D64BA5}" type="slidenum">
              <a:rPr lang="en-US" altLang="en-US" sz="1200">
                <a:solidFill>
                  <a:srgbClr val="045C75"/>
                </a:solidFill>
                <a:latin typeface="Constantia" panose="02030602050306030303" pitchFamily="18" charset="0"/>
                <a:cs typeface="Arial" panose="020B0604020202020204" pitchFamily="34" charset="0"/>
              </a:rPr>
              <a:pPr algn="r"/>
              <a:t>118</a:t>
            </a:fld>
            <a:endParaRPr lang="en-US" altLang="en-US" sz="1200" dirty="0">
              <a:solidFill>
                <a:srgbClr val="045C75"/>
              </a:solidFill>
              <a:latin typeface="Constantia" panose="02030602050306030303" pitchFamily="18" charset="0"/>
              <a:cs typeface="Arial" panose="020B0604020202020204" pitchFamily="34" charset="0"/>
            </a:endParaRPr>
          </a:p>
        </p:txBody>
      </p:sp>
      <p:graphicFrame>
        <p:nvGraphicFramePr>
          <p:cNvPr id="4" name="Diagram 3">
            <a:extLst>
              <a:ext uri="{FF2B5EF4-FFF2-40B4-BE49-F238E27FC236}">
                <a16:creationId xmlns:a16="http://schemas.microsoft.com/office/drawing/2014/main" id="{43DD6A5F-15D4-499A-96D2-C4210A370638}"/>
              </a:ext>
            </a:extLst>
          </p:cNvPr>
          <p:cNvGraphicFramePr/>
          <p:nvPr/>
        </p:nvGraphicFramePr>
        <p:xfrm>
          <a:off x="5547360" y="1686560"/>
          <a:ext cx="435864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2258902"/>
      </p:ext>
    </p:extLst>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DA042DDE-DC78-49F4-BA94-C22EE4A97239}"/>
              </a:ext>
            </a:extLst>
          </p:cNvPr>
          <p:cNvSpPr>
            <a:spLocks noGrp="1" noChangeArrowheads="1"/>
          </p:cNvSpPr>
          <p:nvPr>
            <p:ph type="ctrTitle"/>
          </p:nvPr>
        </p:nvSpPr>
        <p:spPr>
          <a:xfrm>
            <a:off x="1997075" y="1219200"/>
            <a:ext cx="7772400" cy="1143000"/>
          </a:xfrm>
        </p:spPr>
        <p:txBody>
          <a:bodyPr/>
          <a:lstStyle/>
          <a:p>
            <a:pPr eaLnBrk="1" hangingPunct="1"/>
            <a:r>
              <a:rPr lang="en-US" altLang="en-US" sz="5000" dirty="0">
                <a:latin typeface="Arial" panose="020B0604020202020204" pitchFamily="34" charset="0"/>
                <a:cs typeface="Arial" panose="020B0604020202020204" pitchFamily="34" charset="0"/>
              </a:rPr>
              <a:t>Audit Planning:  Step 1</a:t>
            </a:r>
          </a:p>
        </p:txBody>
      </p:sp>
      <p:graphicFrame>
        <p:nvGraphicFramePr>
          <p:cNvPr id="4" name="Diagram 3">
            <a:extLst>
              <a:ext uri="{FF2B5EF4-FFF2-40B4-BE49-F238E27FC236}">
                <a16:creationId xmlns:a16="http://schemas.microsoft.com/office/drawing/2014/main" id="{371BD5B8-72AF-4004-A365-212BE13B43BA}"/>
              </a:ext>
            </a:extLst>
          </p:cNvPr>
          <p:cNvGraphicFramePr/>
          <p:nvPr/>
        </p:nvGraphicFramePr>
        <p:xfrm>
          <a:off x="3596640" y="2524760"/>
          <a:ext cx="435864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2539522"/>
      </p:ext>
    </p:extLst>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Title 1">
            <a:extLst>
              <a:ext uri="{FF2B5EF4-FFF2-40B4-BE49-F238E27FC236}">
                <a16:creationId xmlns:a16="http://schemas.microsoft.com/office/drawing/2014/main" id="{189C2F79-70BC-490D-A0EF-0089EA87C0BA}"/>
              </a:ext>
            </a:extLst>
          </p:cNvPr>
          <p:cNvSpPr>
            <a:spLocks noGrp="1"/>
          </p:cNvSpPr>
          <p:nvPr>
            <p:ph type="title"/>
          </p:nvPr>
        </p:nvSpPr>
        <p:spPr>
          <a:xfrm>
            <a:off x="745583" y="617135"/>
            <a:ext cx="7024687" cy="522287"/>
          </a:xfrm>
        </p:spPr>
        <p:txBody>
          <a:bodyPr/>
          <a:lstStyle/>
          <a:p>
            <a:pPr eaLnBrk="1" hangingPunct="1"/>
            <a:r>
              <a:rPr lang="en-US" altLang="en-US" sz="3200" dirty="0">
                <a:latin typeface="Arial" panose="020B0604020202020204" pitchFamily="34" charset="0"/>
                <a:cs typeface="Arial" panose="020B0604020202020204" pitchFamily="34" charset="0"/>
              </a:rPr>
              <a:t>Audit Planning</a:t>
            </a:r>
          </a:p>
        </p:txBody>
      </p:sp>
      <p:sp>
        <p:nvSpPr>
          <p:cNvPr id="288771" name="Content Placeholder 2">
            <a:extLst>
              <a:ext uri="{FF2B5EF4-FFF2-40B4-BE49-F238E27FC236}">
                <a16:creationId xmlns:a16="http://schemas.microsoft.com/office/drawing/2014/main" id="{ACAC1952-A090-44C8-935F-743441FF4177}"/>
              </a:ext>
            </a:extLst>
          </p:cNvPr>
          <p:cNvSpPr>
            <a:spLocks noGrp="1"/>
          </p:cNvSpPr>
          <p:nvPr>
            <p:ph idx="1"/>
          </p:nvPr>
        </p:nvSpPr>
        <p:spPr>
          <a:xfrm>
            <a:off x="957359" y="1219200"/>
            <a:ext cx="8456518" cy="5181600"/>
          </a:xfrm>
        </p:spPr>
        <p:txBody>
          <a:bodyPr>
            <a:normAutofit/>
          </a:bodyPr>
          <a:lstStyle/>
          <a:p>
            <a:pPr eaLnBrk="1" hangingPunct="1"/>
            <a:r>
              <a:rPr lang="en-US" altLang="en-US" sz="2800" dirty="0">
                <a:latin typeface="Arial" panose="020B0604020202020204" pitchFamily="34" charset="0"/>
                <a:cs typeface="Arial" panose="020B0604020202020204" pitchFamily="34" charset="0"/>
              </a:rPr>
              <a:t>The audit plan should be based upon the processes of the organization</a:t>
            </a:r>
          </a:p>
          <a:p>
            <a:pPr eaLnBrk="1" hangingPunct="1"/>
            <a:r>
              <a:rPr lang="en-US" altLang="en-US" sz="2800" dirty="0">
                <a:latin typeface="Arial" panose="020B0604020202020204" pitchFamily="34" charset="0"/>
                <a:cs typeface="Arial" panose="020B0604020202020204" pitchFamily="34" charset="0"/>
              </a:rPr>
              <a:t>Should consider nonconformances, warranty and customer complaints</a:t>
            </a:r>
          </a:p>
          <a:p>
            <a:pPr eaLnBrk="1" hangingPunct="1"/>
            <a:r>
              <a:rPr lang="en-US" altLang="en-US" sz="2800" dirty="0">
                <a:latin typeface="Arial" panose="020B0604020202020204" pitchFamily="34" charset="0"/>
                <a:cs typeface="Arial" panose="020B0604020202020204" pitchFamily="34" charset="0"/>
              </a:rPr>
              <a:t>Should consider identified risks</a:t>
            </a:r>
          </a:p>
          <a:p>
            <a:pPr eaLnBrk="1" hangingPunct="1"/>
            <a:r>
              <a:rPr lang="en-US" altLang="en-US" sz="2800" dirty="0">
                <a:latin typeface="Arial" panose="020B0604020202020204" pitchFamily="34" charset="0"/>
                <a:cs typeface="Arial" panose="020B0604020202020204" pitchFamily="34" charset="0"/>
              </a:rPr>
              <a:t>Consider the importance of process when determining frequency</a:t>
            </a:r>
          </a:p>
          <a:p>
            <a:pPr eaLnBrk="1" hangingPunct="1"/>
            <a:r>
              <a:rPr lang="en-US" altLang="en-US" sz="2800" dirty="0">
                <a:latin typeface="Arial" panose="020B0604020202020204" pitchFamily="34" charset="0"/>
                <a:cs typeface="Arial" panose="020B0604020202020204" pitchFamily="34" charset="0"/>
              </a:rPr>
              <a:t>Consider previous audit results</a:t>
            </a:r>
          </a:p>
          <a:p>
            <a:pPr eaLnBrk="1" hangingPunct="1"/>
            <a:r>
              <a:rPr lang="en-US" altLang="en-US" sz="2800" dirty="0">
                <a:latin typeface="Arial" panose="020B0604020202020204" pitchFamily="34" charset="0"/>
                <a:cs typeface="Arial" panose="020B0604020202020204" pitchFamily="34" charset="0"/>
              </a:rPr>
              <a:t>Contacting area manager to confirm availability</a:t>
            </a:r>
          </a:p>
          <a:p>
            <a:pPr eaLnBrk="1" hangingPunct="1"/>
            <a:endParaRPr lang="en-US" altLang="en-US" dirty="0">
              <a:latin typeface="Arial" panose="020B0604020202020204" pitchFamily="34" charset="0"/>
              <a:cs typeface="Arial" panose="020B0604020202020204" pitchFamily="34" charset="0"/>
            </a:endParaRPr>
          </a:p>
        </p:txBody>
      </p:sp>
      <p:sp>
        <p:nvSpPr>
          <p:cNvPr id="288772" name="Slide Number Placeholder 3">
            <a:extLst>
              <a:ext uri="{FF2B5EF4-FFF2-40B4-BE49-F238E27FC236}">
                <a16:creationId xmlns:a16="http://schemas.microsoft.com/office/drawing/2014/main" id="{4F04A612-3CB2-4483-83F1-720FDA9793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47AC169-B2D5-446E-B92A-082FDB6543B2}" type="slidenum">
              <a:rPr lang="en-US" altLang="en-US" sz="1200">
                <a:solidFill>
                  <a:srgbClr val="FEFEFE"/>
                </a:solidFill>
              </a:rPr>
              <a:pPr/>
              <a:t>120</a:t>
            </a:fld>
            <a:endParaRPr lang="en-US" altLang="en-US" sz="1200" dirty="0">
              <a:solidFill>
                <a:srgbClr val="FEFEFE"/>
              </a:solidFill>
            </a:endParaRPr>
          </a:p>
        </p:txBody>
      </p:sp>
    </p:spTree>
    <p:extLst>
      <p:ext uri="{BB962C8B-B14F-4D97-AF65-F5344CB8AC3E}">
        <p14:creationId xmlns:p14="http://schemas.microsoft.com/office/powerpoint/2010/main" val="190788973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D8A805AE-C9CF-44F7-A47C-175A0E203DFA}"/>
              </a:ext>
            </a:extLst>
          </p:cNvPr>
          <p:cNvSpPr>
            <a:spLocks noGrp="1" noChangeArrowheads="1"/>
          </p:cNvSpPr>
          <p:nvPr>
            <p:ph type="title"/>
          </p:nvPr>
        </p:nvSpPr>
        <p:spPr>
          <a:xfrm>
            <a:off x="815975" y="406401"/>
            <a:ext cx="7772400" cy="990600"/>
          </a:xfrm>
        </p:spPr>
        <p:txBody>
          <a:bodyPr/>
          <a:lstStyle/>
          <a:p>
            <a:pPr eaLnBrk="1" hangingPunct="1"/>
            <a:r>
              <a:rPr lang="en-US" altLang="en-US" dirty="0">
                <a:latin typeface="Arial" panose="020B0604020202020204" pitchFamily="34" charset="0"/>
              </a:rPr>
              <a:t>Process Map-  What is It?</a:t>
            </a:r>
          </a:p>
        </p:txBody>
      </p:sp>
      <p:sp>
        <p:nvSpPr>
          <p:cNvPr id="289795" name="Rectangle 3">
            <a:extLst>
              <a:ext uri="{FF2B5EF4-FFF2-40B4-BE49-F238E27FC236}">
                <a16:creationId xmlns:a16="http://schemas.microsoft.com/office/drawing/2014/main" id="{82C41390-9B85-48FC-A93C-07B9EC9721BF}"/>
              </a:ext>
            </a:extLst>
          </p:cNvPr>
          <p:cNvSpPr>
            <a:spLocks noGrp="1" noChangeArrowheads="1"/>
          </p:cNvSpPr>
          <p:nvPr>
            <p:ph idx="1"/>
          </p:nvPr>
        </p:nvSpPr>
        <p:spPr>
          <a:xfrm>
            <a:off x="815975" y="1699404"/>
            <a:ext cx="10255016" cy="4114800"/>
          </a:xfrm>
        </p:spPr>
        <p:txBody>
          <a:bodyPr/>
          <a:lstStyle/>
          <a:p>
            <a:pPr eaLnBrk="1" hangingPunct="1">
              <a:lnSpc>
                <a:spcPct val="90000"/>
              </a:lnSpc>
              <a:buFont typeface="Wingdings" panose="05000000000000000000" pitchFamily="2" charset="2"/>
              <a:buChar char="v"/>
            </a:pPr>
            <a:r>
              <a:rPr lang="en-US" altLang="en-US" sz="2800" dirty="0">
                <a:latin typeface="Arial" panose="020B0604020202020204" pitchFamily="34" charset="0"/>
                <a:cs typeface="Arial" panose="020B0604020202020204" pitchFamily="34" charset="0"/>
              </a:rPr>
              <a:t>Document identifies process and associated inputs and outputs.</a:t>
            </a:r>
          </a:p>
          <a:p>
            <a:pPr eaLnBrk="1" hangingPunct="1">
              <a:lnSpc>
                <a:spcPct val="90000"/>
              </a:lnSpc>
              <a:buFont typeface="Wingdings" panose="05000000000000000000" pitchFamily="2" charset="2"/>
              <a:buChar char="v"/>
            </a:pPr>
            <a:r>
              <a:rPr lang="en-US" altLang="en-US" sz="2800" dirty="0">
                <a:latin typeface="Arial" panose="020B0604020202020204" pitchFamily="34" charset="0"/>
                <a:cs typeface="Arial" panose="020B0604020202020204" pitchFamily="34" charset="0"/>
              </a:rPr>
              <a:t>Identifies essential points to be examined</a:t>
            </a:r>
          </a:p>
          <a:p>
            <a:pPr eaLnBrk="1" hangingPunct="1">
              <a:lnSpc>
                <a:spcPct val="90000"/>
              </a:lnSpc>
              <a:buFont typeface="Wingdings" panose="05000000000000000000" pitchFamily="2" charset="2"/>
              <a:buChar char="v"/>
            </a:pPr>
            <a:r>
              <a:rPr lang="en-US" altLang="en-US" sz="2800" dirty="0">
                <a:latin typeface="Arial" panose="020B0604020202020204" pitchFamily="34" charset="0"/>
                <a:cs typeface="Arial" panose="020B0604020202020204" pitchFamily="34" charset="0"/>
              </a:rPr>
              <a:t>Identifies necessary evidence / samples</a:t>
            </a:r>
          </a:p>
          <a:p>
            <a:pPr eaLnBrk="1" hangingPunct="1">
              <a:lnSpc>
                <a:spcPct val="90000"/>
              </a:lnSpc>
              <a:buFont typeface="Wingdings" panose="05000000000000000000" pitchFamily="2" charset="2"/>
              <a:buChar char="v"/>
            </a:pPr>
            <a:r>
              <a:rPr lang="en-US" altLang="en-US" sz="2800" dirty="0">
                <a:latin typeface="Arial" panose="020B0604020202020204" pitchFamily="34" charset="0"/>
                <a:cs typeface="Arial" panose="020B0604020202020204" pitchFamily="34" charset="0"/>
              </a:rPr>
              <a:t>Cross references related requirements</a:t>
            </a:r>
          </a:p>
        </p:txBody>
      </p:sp>
      <p:sp>
        <p:nvSpPr>
          <p:cNvPr id="289796" name="Slide Number Placeholder 4">
            <a:extLst>
              <a:ext uri="{FF2B5EF4-FFF2-40B4-BE49-F238E27FC236}">
                <a16:creationId xmlns:a16="http://schemas.microsoft.com/office/drawing/2014/main" id="{663D7DDD-CFA0-4368-9C16-4BFAE55516C9}"/>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DD190964-0887-4B33-B364-D55AF8A0B6D0}" type="slidenum">
              <a:rPr lang="en-US" altLang="en-US" sz="1200">
                <a:solidFill>
                  <a:srgbClr val="045C75"/>
                </a:solidFill>
                <a:latin typeface="Constantia" panose="02030602050306030303" pitchFamily="18" charset="0"/>
                <a:cs typeface="Arial" panose="020B0604020202020204" pitchFamily="34" charset="0"/>
              </a:rPr>
              <a:pPr algn="r"/>
              <a:t>121</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3806404893"/>
      </p:ext>
    </p:extLst>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Number Placeholder 4">
            <a:extLst>
              <a:ext uri="{FF2B5EF4-FFF2-40B4-BE49-F238E27FC236}">
                <a16:creationId xmlns:a16="http://schemas.microsoft.com/office/drawing/2014/main" id="{B81404ED-21AB-4A96-86DC-1DBB5933D164}"/>
              </a:ext>
            </a:extLst>
          </p:cNvPr>
          <p:cNvSpPr txBox="1">
            <a:spLocks noGrp="1"/>
          </p:cNvSpPr>
          <p:nvPr/>
        </p:nvSpPr>
        <p:spPr bwMode="auto">
          <a:xfrm>
            <a:off x="5791200" y="6324601"/>
            <a:ext cx="762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fld id="{FDC888E4-1B0C-4AF7-8CE8-902212FAE068}" type="slidenum">
              <a:rPr lang="en-US" altLang="en-US" sz="1200">
                <a:solidFill>
                  <a:srgbClr val="045C75"/>
                </a:solidFill>
                <a:latin typeface="Constantia" panose="02030602050306030303" pitchFamily="18" charset="0"/>
                <a:cs typeface="Arial" panose="020B0604020202020204" pitchFamily="34" charset="0"/>
              </a:rPr>
              <a:pPr algn="ctr" eaLnBrk="1" hangingPunct="1"/>
              <a:t>122</a:t>
            </a:fld>
            <a:endParaRPr lang="en-US" altLang="en-US" sz="1200" dirty="0">
              <a:solidFill>
                <a:srgbClr val="045C75"/>
              </a:solidFill>
              <a:latin typeface="Constantia" panose="02030602050306030303" pitchFamily="18" charset="0"/>
              <a:cs typeface="Arial" panose="020B0604020202020204" pitchFamily="34" charset="0"/>
            </a:endParaRPr>
          </a:p>
        </p:txBody>
      </p:sp>
      <p:sp>
        <p:nvSpPr>
          <p:cNvPr id="293891" name="Rectangle 2">
            <a:extLst>
              <a:ext uri="{FF2B5EF4-FFF2-40B4-BE49-F238E27FC236}">
                <a16:creationId xmlns:a16="http://schemas.microsoft.com/office/drawing/2014/main" id="{A82BA75E-0ABF-4BD9-A181-498E27185972}"/>
              </a:ext>
            </a:extLst>
          </p:cNvPr>
          <p:cNvSpPr>
            <a:spLocks noGrp="1" noChangeArrowheads="1"/>
          </p:cNvSpPr>
          <p:nvPr>
            <p:ph type="title" idx="4294967295"/>
          </p:nvPr>
        </p:nvSpPr>
        <p:spPr>
          <a:xfrm>
            <a:off x="1654444" y="166427"/>
            <a:ext cx="8592239" cy="845074"/>
          </a:xfrm>
        </p:spPr>
        <p:txBody>
          <a:bodyPr>
            <a:normAutofit fontScale="90000"/>
          </a:bodyPr>
          <a:lstStyle/>
          <a:p>
            <a:pPr eaLnBrk="1" hangingPunct="1"/>
            <a:r>
              <a:rPr lang="en-US" altLang="en-US" dirty="0">
                <a:latin typeface="Arial" panose="020B0604020202020204" pitchFamily="34" charset="0"/>
              </a:rPr>
              <a:t>Sample Process Interaction Map</a:t>
            </a:r>
          </a:p>
        </p:txBody>
      </p:sp>
      <p:sp>
        <p:nvSpPr>
          <p:cNvPr id="293892" name="Slide Number Placeholder 4">
            <a:extLst>
              <a:ext uri="{FF2B5EF4-FFF2-40B4-BE49-F238E27FC236}">
                <a16:creationId xmlns:a16="http://schemas.microsoft.com/office/drawing/2014/main" id="{47B2FB45-7B89-4D5A-A233-F0C21B63B4CA}"/>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D4D8B71A-F6D1-471A-A77C-EC4454D3D94F}" type="slidenum">
              <a:rPr lang="en-US" altLang="en-US" sz="1200">
                <a:solidFill>
                  <a:srgbClr val="045C75"/>
                </a:solidFill>
                <a:latin typeface="Constantia" panose="02030602050306030303" pitchFamily="18" charset="0"/>
                <a:cs typeface="Arial" panose="020B0604020202020204" pitchFamily="34" charset="0"/>
              </a:rPr>
              <a:pPr algn="r"/>
              <a:t>122</a:t>
            </a:fld>
            <a:endParaRPr lang="en-US" altLang="en-US" sz="1200" dirty="0">
              <a:solidFill>
                <a:srgbClr val="045C75"/>
              </a:solidFill>
              <a:latin typeface="Constantia" panose="02030602050306030303" pitchFamily="18" charset="0"/>
              <a:cs typeface="Arial" panose="020B0604020202020204" pitchFamily="34" charset="0"/>
            </a:endParaRPr>
          </a:p>
        </p:txBody>
      </p:sp>
      <p:pic>
        <p:nvPicPr>
          <p:cNvPr id="5" name="Picture 4" descr="Graphical user interface, diagram, application&#10;&#10;Description automatically generated">
            <a:extLst>
              <a:ext uri="{FF2B5EF4-FFF2-40B4-BE49-F238E27FC236}">
                <a16:creationId xmlns:a16="http://schemas.microsoft.com/office/drawing/2014/main" id="{102625D5-2C51-4E29-A5B3-3BD5F45EA23E}"/>
              </a:ext>
            </a:extLst>
          </p:cNvPr>
          <p:cNvPicPr>
            <a:picLocks noChangeAspect="1"/>
          </p:cNvPicPr>
          <p:nvPr/>
        </p:nvPicPr>
        <p:blipFill>
          <a:blip r:embed="rId3"/>
          <a:stretch>
            <a:fillRect/>
          </a:stretch>
        </p:blipFill>
        <p:spPr>
          <a:xfrm>
            <a:off x="1187122" y="1262151"/>
            <a:ext cx="9526885" cy="5202237"/>
          </a:xfrm>
          <a:prstGeom prst="rect">
            <a:avLst/>
          </a:prstGeom>
        </p:spPr>
      </p:pic>
    </p:spTree>
    <p:extLst>
      <p:ext uri="{BB962C8B-B14F-4D97-AF65-F5344CB8AC3E}">
        <p14:creationId xmlns:p14="http://schemas.microsoft.com/office/powerpoint/2010/main" val="444649390"/>
      </p:ext>
    </p:extLst>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Number Placeholder 4">
            <a:extLst>
              <a:ext uri="{FF2B5EF4-FFF2-40B4-BE49-F238E27FC236}">
                <a16:creationId xmlns:a16="http://schemas.microsoft.com/office/drawing/2014/main" id="{B81404ED-21AB-4A96-86DC-1DBB5933D164}"/>
              </a:ext>
            </a:extLst>
          </p:cNvPr>
          <p:cNvSpPr txBox="1">
            <a:spLocks noGrp="1"/>
          </p:cNvSpPr>
          <p:nvPr/>
        </p:nvSpPr>
        <p:spPr bwMode="auto">
          <a:xfrm>
            <a:off x="5791200" y="6324601"/>
            <a:ext cx="762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fld id="{FDC888E4-1B0C-4AF7-8CE8-902212FAE068}" type="slidenum">
              <a:rPr lang="en-US" altLang="en-US" sz="1200">
                <a:solidFill>
                  <a:srgbClr val="045C75"/>
                </a:solidFill>
                <a:latin typeface="Constantia" panose="02030602050306030303" pitchFamily="18" charset="0"/>
                <a:cs typeface="Arial" panose="020B0604020202020204" pitchFamily="34" charset="0"/>
              </a:rPr>
              <a:pPr algn="ctr" eaLnBrk="1" hangingPunct="1"/>
              <a:t>123</a:t>
            </a:fld>
            <a:endParaRPr lang="en-US" altLang="en-US" sz="1200" dirty="0">
              <a:solidFill>
                <a:srgbClr val="045C75"/>
              </a:solidFill>
              <a:latin typeface="Constantia" panose="02030602050306030303" pitchFamily="18" charset="0"/>
              <a:cs typeface="Arial" panose="020B0604020202020204" pitchFamily="34" charset="0"/>
            </a:endParaRPr>
          </a:p>
        </p:txBody>
      </p:sp>
      <p:sp>
        <p:nvSpPr>
          <p:cNvPr id="293891" name="Rectangle 2">
            <a:extLst>
              <a:ext uri="{FF2B5EF4-FFF2-40B4-BE49-F238E27FC236}">
                <a16:creationId xmlns:a16="http://schemas.microsoft.com/office/drawing/2014/main" id="{A82BA75E-0ABF-4BD9-A181-498E27185972}"/>
              </a:ext>
            </a:extLst>
          </p:cNvPr>
          <p:cNvSpPr>
            <a:spLocks noGrp="1" noChangeArrowheads="1"/>
          </p:cNvSpPr>
          <p:nvPr>
            <p:ph type="title" idx="4294967295"/>
          </p:nvPr>
        </p:nvSpPr>
        <p:spPr>
          <a:xfrm>
            <a:off x="2530475" y="255588"/>
            <a:ext cx="7424738" cy="845074"/>
          </a:xfrm>
        </p:spPr>
        <p:txBody>
          <a:bodyPr/>
          <a:lstStyle/>
          <a:p>
            <a:pPr eaLnBrk="1" hangingPunct="1"/>
            <a:r>
              <a:rPr lang="en-US" altLang="en-US" dirty="0">
                <a:latin typeface="Arial" panose="020B0604020202020204" pitchFamily="34" charset="0"/>
              </a:rPr>
              <a:t>Sample Internal Audit Plan</a:t>
            </a:r>
          </a:p>
        </p:txBody>
      </p:sp>
      <p:sp>
        <p:nvSpPr>
          <p:cNvPr id="293892" name="Slide Number Placeholder 4">
            <a:extLst>
              <a:ext uri="{FF2B5EF4-FFF2-40B4-BE49-F238E27FC236}">
                <a16:creationId xmlns:a16="http://schemas.microsoft.com/office/drawing/2014/main" id="{47B2FB45-7B89-4D5A-A233-F0C21B63B4CA}"/>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D4D8B71A-F6D1-471A-A77C-EC4454D3D94F}" type="slidenum">
              <a:rPr lang="en-US" altLang="en-US" sz="1200">
                <a:solidFill>
                  <a:srgbClr val="045C75"/>
                </a:solidFill>
                <a:latin typeface="Constantia" panose="02030602050306030303" pitchFamily="18" charset="0"/>
                <a:cs typeface="Arial" panose="020B0604020202020204" pitchFamily="34" charset="0"/>
              </a:rPr>
              <a:pPr algn="r"/>
              <a:t>123</a:t>
            </a:fld>
            <a:endParaRPr lang="en-US" altLang="en-US" sz="1200" dirty="0">
              <a:solidFill>
                <a:srgbClr val="045C75"/>
              </a:solidFill>
              <a:latin typeface="Constantia" panose="02030602050306030303" pitchFamily="18" charset="0"/>
              <a:cs typeface="Arial" panose="020B0604020202020204" pitchFamily="34" charset="0"/>
            </a:endParaRPr>
          </a:p>
        </p:txBody>
      </p:sp>
      <p:pic>
        <p:nvPicPr>
          <p:cNvPr id="3" name="Picture 2" descr="Table&#10;&#10;Description automatically generated">
            <a:extLst>
              <a:ext uri="{FF2B5EF4-FFF2-40B4-BE49-F238E27FC236}">
                <a16:creationId xmlns:a16="http://schemas.microsoft.com/office/drawing/2014/main" id="{B1BEE037-DE8E-4F8B-A2F5-BFBEC3C8236A}"/>
              </a:ext>
            </a:extLst>
          </p:cNvPr>
          <p:cNvPicPr>
            <a:picLocks noChangeAspect="1"/>
          </p:cNvPicPr>
          <p:nvPr/>
        </p:nvPicPr>
        <p:blipFill>
          <a:blip r:embed="rId3"/>
          <a:stretch>
            <a:fillRect/>
          </a:stretch>
        </p:blipFill>
        <p:spPr>
          <a:xfrm>
            <a:off x="1258029" y="1246188"/>
            <a:ext cx="9421803" cy="5589064"/>
          </a:xfrm>
          <a:prstGeom prst="rect">
            <a:avLst/>
          </a:prstGeom>
        </p:spPr>
      </p:pic>
    </p:spTree>
    <p:extLst>
      <p:ext uri="{BB962C8B-B14F-4D97-AF65-F5344CB8AC3E}">
        <p14:creationId xmlns:p14="http://schemas.microsoft.com/office/powerpoint/2010/main" val="1461911299"/>
      </p:ext>
    </p:extLst>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F9076605-C42F-4591-8E33-85E10E887CBF}"/>
              </a:ext>
            </a:extLst>
          </p:cNvPr>
          <p:cNvSpPr>
            <a:spLocks noGrp="1" noChangeArrowheads="1"/>
          </p:cNvSpPr>
          <p:nvPr>
            <p:ph type="ctrTitle"/>
          </p:nvPr>
        </p:nvSpPr>
        <p:spPr>
          <a:xfrm>
            <a:off x="2270125" y="1127125"/>
            <a:ext cx="7772400" cy="1143000"/>
          </a:xfrm>
        </p:spPr>
        <p:txBody>
          <a:bodyPr>
            <a:normAutofit fontScale="90000"/>
          </a:bodyPr>
          <a:lstStyle/>
          <a:p>
            <a:pPr eaLnBrk="1" hangingPunct="1"/>
            <a:r>
              <a:rPr lang="en-US" altLang="en-US" dirty="0">
                <a:solidFill>
                  <a:schemeClr val="tx1"/>
                </a:solidFill>
                <a:latin typeface="Arial" panose="020B0604020202020204" pitchFamily="34" charset="0"/>
                <a:cs typeface="Arial" panose="020B0604020202020204" pitchFamily="34" charset="0"/>
              </a:rPr>
              <a:t>Audit Performance:  Step 2</a:t>
            </a:r>
          </a:p>
        </p:txBody>
      </p:sp>
      <p:graphicFrame>
        <p:nvGraphicFramePr>
          <p:cNvPr id="5" name="Diagram 4">
            <a:extLst>
              <a:ext uri="{FF2B5EF4-FFF2-40B4-BE49-F238E27FC236}">
                <a16:creationId xmlns:a16="http://schemas.microsoft.com/office/drawing/2014/main" id="{E8AD9A4D-A910-4CAE-8C45-E6BAE33D6579}"/>
              </a:ext>
            </a:extLst>
          </p:cNvPr>
          <p:cNvGraphicFramePr/>
          <p:nvPr/>
        </p:nvGraphicFramePr>
        <p:xfrm>
          <a:off x="3855720" y="2387600"/>
          <a:ext cx="435864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244283"/>
      </p:ext>
    </p:extLst>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a:extLst>
              <a:ext uri="{FF2B5EF4-FFF2-40B4-BE49-F238E27FC236}">
                <a16:creationId xmlns:a16="http://schemas.microsoft.com/office/drawing/2014/main" id="{0A22F402-6354-4145-BF79-9C8F66038FA7}"/>
              </a:ext>
            </a:extLst>
          </p:cNvPr>
          <p:cNvSpPr>
            <a:spLocks noGrp="1" noChangeArrowheads="1"/>
          </p:cNvSpPr>
          <p:nvPr>
            <p:ph type="title"/>
          </p:nvPr>
        </p:nvSpPr>
        <p:spPr>
          <a:xfrm>
            <a:off x="1261872" y="294198"/>
            <a:ext cx="9692640" cy="1051523"/>
          </a:xfrm>
        </p:spPr>
        <p:txBody>
          <a:bodyPr/>
          <a:lstStyle/>
          <a:p>
            <a:pPr eaLnBrk="1" hangingPunct="1"/>
            <a:r>
              <a:rPr lang="en-US" altLang="en-US" b="1" dirty="0">
                <a:latin typeface="Arial" panose="020B0604020202020204" pitchFamily="34" charset="0"/>
              </a:rPr>
              <a:t>Types of questions</a:t>
            </a:r>
          </a:p>
        </p:txBody>
      </p:sp>
      <p:sp>
        <p:nvSpPr>
          <p:cNvPr id="297987" name="Rectangle 3">
            <a:extLst>
              <a:ext uri="{FF2B5EF4-FFF2-40B4-BE49-F238E27FC236}">
                <a16:creationId xmlns:a16="http://schemas.microsoft.com/office/drawing/2014/main" id="{CF64AB54-7A86-4659-B7E8-535F83A30286}"/>
              </a:ext>
            </a:extLst>
          </p:cNvPr>
          <p:cNvSpPr>
            <a:spLocks noGrp="1" noChangeArrowheads="1"/>
          </p:cNvSpPr>
          <p:nvPr>
            <p:ph idx="1"/>
          </p:nvPr>
        </p:nvSpPr>
        <p:spPr/>
        <p:txBody>
          <a:bodyPr>
            <a:normAutofit/>
          </a:bodyPr>
          <a:lstStyle/>
          <a:p>
            <a:pPr eaLnBrk="1" hangingPunct="1"/>
            <a:r>
              <a:rPr lang="en-US" altLang="en-US" sz="3600" dirty="0">
                <a:latin typeface="Arial" panose="020B0604020202020204" pitchFamily="34" charset="0"/>
                <a:cs typeface="Arial" panose="020B0604020202020204" pitchFamily="34" charset="0"/>
              </a:rPr>
              <a:t>Open-ended questions</a:t>
            </a:r>
          </a:p>
          <a:p>
            <a:pPr eaLnBrk="1" hangingPunct="1"/>
            <a:r>
              <a:rPr lang="en-US" altLang="en-US" sz="3600" dirty="0">
                <a:latin typeface="Arial" panose="020B0604020202020204" pitchFamily="34" charset="0"/>
                <a:cs typeface="Arial" panose="020B0604020202020204" pitchFamily="34" charset="0"/>
              </a:rPr>
              <a:t>Limit Closed questions</a:t>
            </a:r>
          </a:p>
          <a:p>
            <a:pPr eaLnBrk="1" hangingPunct="1"/>
            <a:r>
              <a:rPr lang="en-US" altLang="en-US" sz="3600" dirty="0">
                <a:latin typeface="Arial" panose="020B0604020202020204" pitchFamily="34" charset="0"/>
                <a:cs typeface="Arial" panose="020B0604020202020204" pitchFamily="34" charset="0"/>
              </a:rPr>
              <a:t>Clarifying questions</a:t>
            </a:r>
          </a:p>
          <a:p>
            <a:pPr eaLnBrk="1" hangingPunct="1"/>
            <a:r>
              <a:rPr lang="en-US" altLang="en-US" sz="3600" dirty="0">
                <a:latin typeface="Arial" panose="020B0604020202020204" pitchFamily="34" charset="0"/>
                <a:cs typeface="Arial" panose="020B0604020202020204" pitchFamily="34" charset="0"/>
              </a:rPr>
              <a:t>Leading questions</a:t>
            </a:r>
          </a:p>
          <a:p>
            <a:pPr eaLnBrk="1" hangingPunct="1"/>
            <a:r>
              <a:rPr lang="en-US" altLang="en-US" sz="3600" dirty="0">
                <a:latin typeface="Arial" panose="020B0604020202020204" pitchFamily="34" charset="0"/>
                <a:cs typeface="Arial" panose="020B0604020202020204" pitchFamily="34" charset="0"/>
              </a:rPr>
              <a:t>When to use…</a:t>
            </a:r>
          </a:p>
        </p:txBody>
      </p:sp>
      <p:sp>
        <p:nvSpPr>
          <p:cNvPr id="297988" name="Slide Number Placeholder 4">
            <a:extLst>
              <a:ext uri="{FF2B5EF4-FFF2-40B4-BE49-F238E27FC236}">
                <a16:creationId xmlns:a16="http://schemas.microsoft.com/office/drawing/2014/main" id="{4E0BE28C-4311-449F-A8D6-2C81C9A8B680}"/>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827745CF-CFC0-4283-8EF5-5CDB4A7A4213}" type="slidenum">
              <a:rPr lang="en-US" altLang="en-US" sz="1200">
                <a:solidFill>
                  <a:srgbClr val="045C75"/>
                </a:solidFill>
                <a:latin typeface="Constantia" panose="02030602050306030303" pitchFamily="18" charset="0"/>
                <a:cs typeface="Arial" panose="020B0604020202020204" pitchFamily="34" charset="0"/>
              </a:rPr>
              <a:pPr algn="r"/>
              <a:t>125</a:t>
            </a:fld>
            <a:endParaRPr lang="en-US" altLang="en-US" sz="1200" dirty="0">
              <a:solidFill>
                <a:srgbClr val="045C75"/>
              </a:solidFill>
              <a:latin typeface="Constantia" panose="02030602050306030303" pitchFamily="18" charset="0"/>
              <a:cs typeface="Arial" panose="020B0604020202020204" pitchFamily="34" charset="0"/>
            </a:endParaRPr>
          </a:p>
        </p:txBody>
      </p:sp>
      <p:pic>
        <p:nvPicPr>
          <p:cNvPr id="297989" name="Picture 4">
            <a:extLst>
              <a:ext uri="{FF2B5EF4-FFF2-40B4-BE49-F238E27FC236}">
                <a16:creationId xmlns:a16="http://schemas.microsoft.com/office/drawing/2014/main" id="{888E0E2C-9E64-4F2A-9A48-02C21EF46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2239964"/>
            <a:ext cx="4214813"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4158993"/>
      </p:ext>
    </p:extLst>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3AC0A0CE-3DBD-4D9C-BCE4-118BB5963BF3}"/>
              </a:ext>
            </a:extLst>
          </p:cNvPr>
          <p:cNvSpPr>
            <a:spLocks noGrp="1" noChangeArrowheads="1"/>
          </p:cNvSpPr>
          <p:nvPr>
            <p:ph type="title"/>
          </p:nvPr>
        </p:nvSpPr>
        <p:spPr>
          <a:xfrm>
            <a:off x="2209800" y="457200"/>
            <a:ext cx="7772400" cy="698740"/>
          </a:xfrm>
        </p:spPr>
        <p:txBody>
          <a:bodyPr/>
          <a:lstStyle/>
          <a:p>
            <a:pPr eaLnBrk="1" hangingPunct="1"/>
            <a:r>
              <a:rPr lang="en-US" altLang="en-US" dirty="0">
                <a:latin typeface="Arial" panose="020B0604020202020204" pitchFamily="34" charset="0"/>
              </a:rPr>
              <a:t>Questioning skills</a:t>
            </a:r>
          </a:p>
        </p:txBody>
      </p:sp>
      <p:sp>
        <p:nvSpPr>
          <p:cNvPr id="416771" name="Rectangle 3">
            <a:extLst>
              <a:ext uri="{FF2B5EF4-FFF2-40B4-BE49-F238E27FC236}">
                <a16:creationId xmlns:a16="http://schemas.microsoft.com/office/drawing/2014/main" id="{51762D90-3134-4C44-9537-B1A014F65754}"/>
              </a:ext>
            </a:extLst>
          </p:cNvPr>
          <p:cNvSpPr>
            <a:spLocks noGrp="1" noChangeArrowheads="1"/>
          </p:cNvSpPr>
          <p:nvPr>
            <p:ph idx="1"/>
          </p:nvPr>
        </p:nvSpPr>
        <p:spPr>
          <a:xfrm>
            <a:off x="862642" y="1389301"/>
            <a:ext cx="9424358" cy="5201280"/>
          </a:xfrm>
        </p:spPr>
        <p:txBody>
          <a:bodyPr>
            <a:normAutofit fontScale="25000" lnSpcReduction="20000"/>
          </a:bodyPr>
          <a:lstStyle/>
          <a:p>
            <a:pPr eaLnBrk="1" hangingPunct="1">
              <a:lnSpc>
                <a:spcPct val="80000"/>
              </a:lnSpc>
            </a:pPr>
            <a:r>
              <a:rPr lang="en-US" altLang="en-US" sz="8000" dirty="0">
                <a:latin typeface="Arial" panose="020B0604020202020204" pitchFamily="34" charset="0"/>
                <a:cs typeface="Arial" panose="020B0604020202020204" pitchFamily="34" charset="0"/>
              </a:rPr>
              <a:t>Ask open ended questions:  Why?  Who?  What?  When?  How? Where?</a:t>
            </a:r>
          </a:p>
          <a:p>
            <a:pPr eaLnBrk="1" hangingPunct="1">
              <a:lnSpc>
                <a:spcPct val="170000"/>
              </a:lnSpc>
            </a:pPr>
            <a:r>
              <a:rPr lang="en-US" altLang="en-US" sz="8000" dirty="0">
                <a:latin typeface="Arial" panose="020B0604020202020204" pitchFamily="34" charset="0"/>
                <a:cs typeface="Arial" panose="020B0604020202020204" pitchFamily="34" charset="0"/>
              </a:rPr>
              <a:t>Don’t ask all questions -- also observe</a:t>
            </a:r>
          </a:p>
          <a:p>
            <a:pPr eaLnBrk="1" hangingPunct="1">
              <a:lnSpc>
                <a:spcPct val="170000"/>
              </a:lnSpc>
            </a:pPr>
            <a:r>
              <a:rPr lang="en-US" altLang="en-US" sz="8000" dirty="0">
                <a:latin typeface="Arial" panose="020B0604020202020204" pitchFamily="34" charset="0"/>
                <a:cs typeface="Arial" panose="020B0604020202020204" pitchFamily="34" charset="0"/>
              </a:rPr>
              <a:t>Be prepared to go beyond your prepared questions -- follow your nose/gut</a:t>
            </a:r>
          </a:p>
          <a:p>
            <a:pPr eaLnBrk="1" hangingPunct="1">
              <a:lnSpc>
                <a:spcPct val="170000"/>
              </a:lnSpc>
            </a:pPr>
            <a:r>
              <a:rPr lang="en-US" altLang="en-US" sz="8000" dirty="0">
                <a:latin typeface="Arial" panose="020B0604020202020204" pitchFamily="34" charset="0"/>
                <a:cs typeface="Arial" panose="020B0604020202020204" pitchFamily="34" charset="0"/>
              </a:rPr>
              <a:t>Be sure to get answers from the folks doing the job, not always the supervisor, manager, etc.</a:t>
            </a:r>
          </a:p>
          <a:p>
            <a:pPr eaLnBrk="1" hangingPunct="1">
              <a:lnSpc>
                <a:spcPct val="170000"/>
              </a:lnSpc>
            </a:pPr>
            <a:r>
              <a:rPr lang="en-US" altLang="en-US" sz="8000" dirty="0">
                <a:latin typeface="Arial" panose="020B0604020202020204" pitchFamily="34" charset="0"/>
                <a:cs typeface="Arial" panose="020B0604020202020204" pitchFamily="34" charset="0"/>
              </a:rPr>
              <a:t>Tell me how…</a:t>
            </a:r>
          </a:p>
          <a:p>
            <a:pPr eaLnBrk="1" hangingPunct="1">
              <a:lnSpc>
                <a:spcPct val="170000"/>
              </a:lnSpc>
            </a:pPr>
            <a:r>
              <a:rPr lang="en-US" altLang="en-US" sz="8000" dirty="0">
                <a:latin typeface="Arial" panose="020B0604020202020204" pitchFamily="34" charset="0"/>
                <a:cs typeface="Arial" panose="020B0604020202020204" pitchFamily="34" charset="0"/>
              </a:rPr>
              <a:t>Show me how...</a:t>
            </a:r>
          </a:p>
          <a:p>
            <a:pPr eaLnBrk="1" hangingPunct="1">
              <a:lnSpc>
                <a:spcPct val="170000"/>
              </a:lnSpc>
            </a:pPr>
            <a:r>
              <a:rPr lang="en-US" altLang="en-US" sz="8000" dirty="0">
                <a:latin typeface="Arial" panose="020B0604020202020204" pitchFamily="34" charset="0"/>
                <a:cs typeface="Arial" panose="020B0604020202020204" pitchFamily="34" charset="0"/>
              </a:rPr>
              <a:t>Using silence…</a:t>
            </a:r>
          </a:p>
          <a:p>
            <a:pPr eaLnBrk="1" hangingPunct="1">
              <a:lnSpc>
                <a:spcPct val="80000"/>
              </a:lnSpc>
            </a:pPr>
            <a:r>
              <a:rPr lang="en-US" altLang="en-US" sz="8000" b="1" dirty="0">
                <a:solidFill>
                  <a:schemeClr val="accent1"/>
                </a:solidFill>
              </a:rPr>
              <a:t>Be sure to share what you’ve found with the auditee.  No surprises!</a:t>
            </a:r>
          </a:p>
          <a:p>
            <a:pPr eaLnBrk="1" hangingPunct="1">
              <a:lnSpc>
                <a:spcPct val="80000"/>
              </a:lnSpc>
              <a:buFontTx/>
              <a:buNone/>
            </a:pPr>
            <a:endParaRPr lang="en-US" altLang="en-US" b="1" dirty="0">
              <a:solidFill>
                <a:schemeClr val="accent1"/>
              </a:solidFill>
            </a:endParaRPr>
          </a:p>
          <a:p>
            <a:pPr eaLnBrk="1" hangingPunct="1">
              <a:lnSpc>
                <a:spcPct val="80000"/>
              </a:lnSpc>
            </a:pPr>
            <a:endParaRPr lang="en-US" altLang="en-US" b="1" dirty="0">
              <a:solidFill>
                <a:schemeClr val="accent1"/>
              </a:solidFill>
            </a:endParaRPr>
          </a:p>
        </p:txBody>
      </p:sp>
    </p:spTree>
    <p:extLst>
      <p:ext uri="{BB962C8B-B14F-4D97-AF65-F5344CB8AC3E}">
        <p14:creationId xmlns:p14="http://schemas.microsoft.com/office/powerpoint/2010/main" val="40939426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167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167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167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2BC2DD24-10AC-4D70-B2CD-7E803F57E130}"/>
              </a:ext>
            </a:extLst>
          </p:cNvPr>
          <p:cNvSpPr>
            <a:spLocks noGrp="1" noChangeArrowheads="1"/>
          </p:cNvSpPr>
          <p:nvPr>
            <p:ph type="title"/>
          </p:nvPr>
        </p:nvSpPr>
        <p:spPr>
          <a:xfrm>
            <a:off x="2513014" y="696914"/>
            <a:ext cx="7024687" cy="750887"/>
          </a:xfrm>
        </p:spPr>
        <p:txBody>
          <a:bodyPr>
            <a:normAutofit/>
          </a:bodyPr>
          <a:lstStyle/>
          <a:p>
            <a:pPr eaLnBrk="1" hangingPunct="1"/>
            <a:r>
              <a:rPr lang="en-GB" altLang="en-US" sz="4000" dirty="0">
                <a:latin typeface="Arial" panose="020B0604020202020204" pitchFamily="34" charset="0"/>
                <a:cs typeface="Arial" panose="020B0604020202020204" pitchFamily="34" charset="0"/>
              </a:rPr>
              <a:t>Audit of top management</a:t>
            </a:r>
          </a:p>
        </p:txBody>
      </p:sp>
      <p:sp>
        <p:nvSpPr>
          <p:cNvPr id="302083" name="Rectangle 3">
            <a:extLst>
              <a:ext uri="{FF2B5EF4-FFF2-40B4-BE49-F238E27FC236}">
                <a16:creationId xmlns:a16="http://schemas.microsoft.com/office/drawing/2014/main" id="{BCAC003A-0C39-4BFF-B1F3-6B1760FD57A3}"/>
              </a:ext>
            </a:extLst>
          </p:cNvPr>
          <p:cNvSpPr>
            <a:spLocks noGrp="1" noChangeArrowheads="1"/>
          </p:cNvSpPr>
          <p:nvPr>
            <p:ph idx="1"/>
          </p:nvPr>
        </p:nvSpPr>
        <p:spPr/>
        <p:txBody>
          <a:bodyPr>
            <a:normAutofit fontScale="92500" lnSpcReduction="20000"/>
          </a:bodyPr>
          <a:lstStyle/>
          <a:p>
            <a:pPr eaLnBrk="1" hangingPunct="1"/>
            <a:r>
              <a:rPr lang="en-GB" altLang="en-US" sz="3200" dirty="0">
                <a:latin typeface="Arial" panose="020B0604020202020204" pitchFamily="34" charset="0"/>
                <a:cs typeface="Arial" panose="020B0604020202020204" pitchFamily="34" charset="0"/>
              </a:rPr>
              <a:t>Seek evidence of customer focus</a:t>
            </a:r>
          </a:p>
          <a:p>
            <a:pPr eaLnBrk="1" hangingPunct="1"/>
            <a:r>
              <a:rPr lang="en-GB" altLang="en-US" sz="3200" dirty="0">
                <a:latin typeface="Arial" panose="020B0604020202020204" pitchFamily="34" charset="0"/>
                <a:cs typeface="Arial" panose="020B0604020202020204" pitchFamily="34" charset="0"/>
              </a:rPr>
              <a:t>Question how quality objectives have been established</a:t>
            </a:r>
          </a:p>
          <a:p>
            <a:pPr eaLnBrk="1" hangingPunct="1"/>
            <a:r>
              <a:rPr lang="en-GB" altLang="en-US" sz="3200" dirty="0">
                <a:latin typeface="Arial" panose="020B0604020202020204" pitchFamily="34" charset="0"/>
                <a:cs typeface="Arial" panose="020B0604020202020204" pitchFamily="34" charset="0"/>
              </a:rPr>
              <a:t>Question how the quality objectives have been deployed</a:t>
            </a:r>
          </a:p>
          <a:p>
            <a:pPr eaLnBrk="1" hangingPunct="1"/>
            <a:r>
              <a:rPr lang="en-GB" altLang="en-US" sz="3200" dirty="0">
                <a:latin typeface="Arial" panose="020B0604020202020204" pitchFamily="34" charset="0"/>
                <a:cs typeface="Arial" panose="020B0604020202020204" pitchFamily="34" charset="0"/>
              </a:rPr>
              <a:t>Question on how performance against the quality objectives is reviewed</a:t>
            </a:r>
          </a:p>
          <a:p>
            <a:pPr eaLnBrk="1" hangingPunct="1"/>
            <a:r>
              <a:rPr lang="en-GB" altLang="en-US" sz="3200" dirty="0">
                <a:latin typeface="Arial" panose="020B0604020202020204" pitchFamily="34" charset="0"/>
                <a:cs typeface="Arial" panose="020B0604020202020204" pitchFamily="34" charset="0"/>
              </a:rPr>
              <a:t>Question what action is taken when objectives are not met</a:t>
            </a:r>
          </a:p>
          <a:p>
            <a:pPr eaLnBrk="1" hangingPunct="1"/>
            <a:endParaRPr lang="en-GB" altLang="en-US" dirty="0">
              <a:latin typeface="Arial" panose="020B0604020202020204" pitchFamily="34" charset="0"/>
              <a:cs typeface="Arial" panose="020B0604020202020204" pitchFamily="34" charset="0"/>
            </a:endParaRPr>
          </a:p>
          <a:p>
            <a:pPr eaLnBrk="1" hangingPunct="1"/>
            <a:endParaRPr lang="en-GB" altLang="en-US" dirty="0"/>
          </a:p>
        </p:txBody>
      </p:sp>
    </p:spTree>
    <p:extLst>
      <p:ext uri="{BB962C8B-B14F-4D97-AF65-F5344CB8AC3E}">
        <p14:creationId xmlns:p14="http://schemas.microsoft.com/office/powerpoint/2010/main" val="7168286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8E716AA9-7B1C-4632-8ECD-7E81352E7087}"/>
              </a:ext>
            </a:extLst>
          </p:cNvPr>
          <p:cNvSpPr>
            <a:spLocks noGrp="1" noChangeArrowheads="1"/>
          </p:cNvSpPr>
          <p:nvPr>
            <p:ph type="ctrTitle"/>
          </p:nvPr>
        </p:nvSpPr>
        <p:spPr>
          <a:xfrm>
            <a:off x="2163763" y="1050925"/>
            <a:ext cx="7772400" cy="1143000"/>
          </a:xfrm>
        </p:spPr>
        <p:txBody>
          <a:bodyPr/>
          <a:lstStyle/>
          <a:p>
            <a:pPr eaLnBrk="1" hangingPunct="1"/>
            <a:r>
              <a:rPr lang="en-US" altLang="en-US" sz="5000" dirty="0">
                <a:latin typeface="Arial" panose="020B0604020202020204" pitchFamily="34" charset="0"/>
                <a:cs typeface="Arial" panose="020B0604020202020204" pitchFamily="34" charset="0"/>
              </a:rPr>
              <a:t>Audit Close-out:  Step 3</a:t>
            </a:r>
          </a:p>
        </p:txBody>
      </p:sp>
      <p:graphicFrame>
        <p:nvGraphicFramePr>
          <p:cNvPr id="4" name="Diagram 3">
            <a:extLst>
              <a:ext uri="{FF2B5EF4-FFF2-40B4-BE49-F238E27FC236}">
                <a16:creationId xmlns:a16="http://schemas.microsoft.com/office/drawing/2014/main" id="{7E18927C-A842-426B-8295-8C2AE8A5AD9C}"/>
              </a:ext>
            </a:extLst>
          </p:cNvPr>
          <p:cNvGraphicFramePr/>
          <p:nvPr/>
        </p:nvGraphicFramePr>
        <p:xfrm>
          <a:off x="3459480" y="2387600"/>
          <a:ext cx="435864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8603117"/>
      </p:ext>
    </p:extLst>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55961F34-900B-47D4-8ADD-38AF391C39B4}"/>
              </a:ext>
            </a:extLst>
          </p:cNvPr>
          <p:cNvSpPr>
            <a:spLocks noGrp="1" noChangeArrowheads="1"/>
          </p:cNvSpPr>
          <p:nvPr>
            <p:ph type="title"/>
          </p:nvPr>
        </p:nvSpPr>
        <p:spPr>
          <a:xfrm>
            <a:off x="1261872" y="294198"/>
            <a:ext cx="9692640" cy="965259"/>
          </a:xfrm>
        </p:spPr>
        <p:txBody>
          <a:bodyPr/>
          <a:lstStyle/>
          <a:p>
            <a:pPr eaLnBrk="1" hangingPunct="1"/>
            <a:r>
              <a:rPr lang="en-US" altLang="en-US" b="1" dirty="0">
                <a:solidFill>
                  <a:schemeClr val="tx1"/>
                </a:solidFill>
                <a:latin typeface="Arial" panose="020B0604020202020204" pitchFamily="34" charset="0"/>
              </a:rPr>
              <a:t>Nonconformance</a:t>
            </a:r>
          </a:p>
        </p:txBody>
      </p:sp>
      <p:sp>
        <p:nvSpPr>
          <p:cNvPr id="308227" name="Rectangle 3">
            <a:extLst>
              <a:ext uri="{FF2B5EF4-FFF2-40B4-BE49-F238E27FC236}">
                <a16:creationId xmlns:a16="http://schemas.microsoft.com/office/drawing/2014/main" id="{29F1CD8C-5106-40B8-8B0D-C89F49DB33B7}"/>
              </a:ext>
            </a:extLst>
          </p:cNvPr>
          <p:cNvSpPr>
            <a:spLocks noGrp="1" noChangeArrowheads="1"/>
          </p:cNvSpPr>
          <p:nvPr>
            <p:ph idx="1"/>
          </p:nvPr>
        </p:nvSpPr>
        <p:spPr>
          <a:xfrm>
            <a:off x="914401" y="1828800"/>
            <a:ext cx="10040110" cy="4351337"/>
          </a:xfrm>
        </p:spPr>
        <p:txBody>
          <a:bodyPr>
            <a:normAutofit/>
          </a:bodyPr>
          <a:lstStyle/>
          <a:p>
            <a:pPr marL="527050" indent="-233363"/>
            <a:r>
              <a:rPr lang="en-US" altLang="en-US" sz="3600" dirty="0">
                <a:latin typeface="Arial" panose="020B0604020202020204" pitchFamily="34" charset="0"/>
                <a:cs typeface="Arial" panose="020B0604020202020204" pitchFamily="34" charset="0"/>
              </a:rPr>
              <a:t>A deviation from an expected result or standard</a:t>
            </a:r>
          </a:p>
          <a:p>
            <a:pPr lvl="1" eaLnBrk="1" hangingPunct="1"/>
            <a:r>
              <a:rPr lang="en-US" altLang="en-US" sz="3600" dirty="0">
                <a:latin typeface="Arial" panose="020B0604020202020204" pitchFamily="34" charset="0"/>
                <a:cs typeface="Arial" panose="020B0604020202020204" pitchFamily="34" charset="0"/>
              </a:rPr>
              <a:t>Observed practice or product does not equal documentation</a:t>
            </a:r>
          </a:p>
          <a:p>
            <a:pPr lvl="1" eaLnBrk="1" hangingPunct="1"/>
            <a:r>
              <a:rPr lang="en-US" altLang="en-US" sz="3600" dirty="0">
                <a:latin typeface="Arial" panose="020B0604020202020204" pitchFamily="34" charset="0"/>
                <a:cs typeface="Arial" panose="020B0604020202020204" pitchFamily="34" charset="0"/>
              </a:rPr>
              <a:t>Verbal description does not equal documentation</a:t>
            </a:r>
          </a:p>
          <a:p>
            <a:pPr lvl="1" eaLnBrk="1" hangingPunct="1"/>
            <a:r>
              <a:rPr lang="en-US" altLang="en-US" sz="3600" dirty="0">
                <a:latin typeface="Arial" panose="020B0604020202020204" pitchFamily="34" charset="0"/>
                <a:cs typeface="Arial" panose="020B0604020202020204" pitchFamily="34" charset="0"/>
              </a:rPr>
              <a:t>Documentation OR practice does not meet the requirements of the IATF 16949 standard</a:t>
            </a:r>
          </a:p>
        </p:txBody>
      </p:sp>
      <p:sp>
        <p:nvSpPr>
          <p:cNvPr id="308228" name="Slide Number Placeholder 4">
            <a:extLst>
              <a:ext uri="{FF2B5EF4-FFF2-40B4-BE49-F238E27FC236}">
                <a16:creationId xmlns:a16="http://schemas.microsoft.com/office/drawing/2014/main" id="{BF0B04C1-276D-4CB8-8EA7-5100A9599C43}"/>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82882374-B77C-4A4D-B562-8303DABF6F1C}" type="slidenum">
              <a:rPr lang="en-US" altLang="en-US" sz="1200">
                <a:solidFill>
                  <a:srgbClr val="045C75"/>
                </a:solidFill>
                <a:latin typeface="Constantia" panose="02030602050306030303" pitchFamily="18" charset="0"/>
                <a:cs typeface="Arial" panose="020B0604020202020204" pitchFamily="34" charset="0"/>
              </a:rPr>
              <a:pPr algn="r"/>
              <a:t>129</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948304588"/>
      </p:ext>
    </p:extLst>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Title 1">
            <a:extLst>
              <a:ext uri="{FF2B5EF4-FFF2-40B4-BE49-F238E27FC236}">
                <a16:creationId xmlns:a16="http://schemas.microsoft.com/office/drawing/2014/main" id="{DD8CBB52-3AEB-4503-98AF-DFA3363CFB04}"/>
              </a:ext>
            </a:extLst>
          </p:cNvPr>
          <p:cNvSpPr>
            <a:spLocks noGrp="1"/>
          </p:cNvSpPr>
          <p:nvPr>
            <p:ph type="title"/>
          </p:nvPr>
        </p:nvSpPr>
        <p:spPr>
          <a:xfrm>
            <a:off x="1261084" y="408479"/>
            <a:ext cx="7024687" cy="674687"/>
          </a:xfrm>
        </p:spPr>
        <p:txBody>
          <a:bodyPr>
            <a:normAutofit/>
          </a:bodyPr>
          <a:lstStyle/>
          <a:p>
            <a:pPr eaLnBrk="1" hangingPunct="1"/>
            <a:r>
              <a:rPr lang="en-US" altLang="en-US" sz="3200" dirty="0">
                <a:latin typeface="Arial" panose="020B0604020202020204" pitchFamily="34" charset="0"/>
                <a:cs typeface="Arial" panose="020B0604020202020204" pitchFamily="34" charset="0"/>
              </a:rPr>
              <a:t>Classification of Nonconformances</a:t>
            </a:r>
          </a:p>
        </p:txBody>
      </p:sp>
      <p:sp>
        <p:nvSpPr>
          <p:cNvPr id="3" name="Content Placeholder 2">
            <a:extLst>
              <a:ext uri="{FF2B5EF4-FFF2-40B4-BE49-F238E27FC236}">
                <a16:creationId xmlns:a16="http://schemas.microsoft.com/office/drawing/2014/main" id="{6F53A4A8-D7C0-447C-A9B4-12345A547260}"/>
              </a:ext>
            </a:extLst>
          </p:cNvPr>
          <p:cNvSpPr>
            <a:spLocks noGrp="1"/>
          </p:cNvSpPr>
          <p:nvPr>
            <p:ph idx="1"/>
          </p:nvPr>
        </p:nvSpPr>
        <p:spPr>
          <a:xfrm>
            <a:off x="1049412" y="1276709"/>
            <a:ext cx="8240639" cy="4971691"/>
          </a:xfrm>
        </p:spPr>
        <p:txBody>
          <a:bodyPr>
            <a:noAutofit/>
          </a:bodyPr>
          <a:lstStyle/>
          <a:p>
            <a:pPr marL="69850" indent="0">
              <a:buNone/>
              <a:defRPr/>
            </a:pPr>
            <a:r>
              <a:rPr lang="en-US" sz="2800" b="1" dirty="0">
                <a:latin typeface="Calibri" panose="020F0502020204030204" pitchFamily="34" charset="0"/>
                <a:cs typeface="Calibri" panose="020F0502020204030204" pitchFamily="34" charset="0"/>
              </a:rPr>
              <a:t>Major Nonconformity</a:t>
            </a:r>
          </a:p>
          <a:p>
            <a:pPr eaLnBrk="1" hangingPunct="1">
              <a:buFont typeface="Wingdings" panose="05000000000000000000" pitchFamily="2" charset="2"/>
              <a:buChar char="§"/>
              <a:defRPr/>
            </a:pPr>
            <a:r>
              <a:rPr lang="en-US" sz="2800" dirty="0">
                <a:latin typeface="Arial" panose="020B0604020202020204" pitchFamily="34" charset="0"/>
                <a:cs typeface="Arial" panose="020B0604020202020204" pitchFamily="34" charset="0"/>
              </a:rPr>
              <a:t>Absence or total breakdown of a system to meet an IATF16949 or Customer Specific Requirement.</a:t>
            </a:r>
          </a:p>
          <a:p>
            <a:pPr eaLnBrk="1" hangingPunct="1">
              <a:buFont typeface="Wingdings" panose="05000000000000000000" pitchFamily="2" charset="2"/>
              <a:buChar char="§"/>
              <a:defRPr/>
            </a:pPr>
            <a:r>
              <a:rPr lang="en-US" sz="2800" dirty="0">
                <a:latin typeface="Arial" panose="020B0604020202020204" pitchFamily="34" charset="0"/>
                <a:cs typeface="Arial" panose="020B0604020202020204" pitchFamily="34" charset="0"/>
              </a:rPr>
              <a:t>Any non-conformance that would result in the probable shipment of nonconforming product.</a:t>
            </a:r>
          </a:p>
          <a:p>
            <a:pPr marL="69850" indent="0">
              <a:buNone/>
              <a:defRPr/>
            </a:pPr>
            <a:r>
              <a:rPr lang="en-US" sz="2800" b="1" dirty="0">
                <a:latin typeface="Calibri" panose="020F0502020204030204" pitchFamily="34" charset="0"/>
                <a:cs typeface="Calibri" panose="020F0502020204030204" pitchFamily="34" charset="0"/>
              </a:rPr>
              <a:t>Minor Nonconformity</a:t>
            </a:r>
          </a:p>
          <a:p>
            <a:pPr eaLnBrk="1" hangingPunct="1">
              <a:buFont typeface="Wingdings" panose="05000000000000000000" pitchFamily="2" charset="2"/>
              <a:buChar char="§"/>
              <a:defRPr/>
            </a:pPr>
            <a:r>
              <a:rPr lang="en-US" sz="2800" dirty="0">
                <a:latin typeface="Arial" panose="020B0604020202020204" pitchFamily="34" charset="0"/>
                <a:cs typeface="Arial" panose="020B0604020202020204" pitchFamily="34" charset="0"/>
              </a:rPr>
              <a:t>A failure in some part of the organizations quality management system relative to IATF 16949 or QMS.</a:t>
            </a:r>
            <a:r>
              <a:rPr lang="en-US" sz="2800" b="1" dirty="0">
                <a:latin typeface="Arial" panose="020B0604020202020204" pitchFamily="34" charset="0"/>
                <a:cs typeface="Arial" panose="020B0604020202020204" pitchFamily="34" charset="0"/>
              </a:rPr>
              <a:t> </a:t>
            </a:r>
          </a:p>
        </p:txBody>
      </p:sp>
      <p:sp>
        <p:nvSpPr>
          <p:cNvPr id="310276" name="Slide Number Placeholder 3">
            <a:extLst>
              <a:ext uri="{FF2B5EF4-FFF2-40B4-BE49-F238E27FC236}">
                <a16:creationId xmlns:a16="http://schemas.microsoft.com/office/drawing/2014/main" id="{AED98FA6-2FE0-403C-86DC-C7D495F35DA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C280CD4-9647-4FE3-B0B0-291337984F7E}" type="slidenum">
              <a:rPr lang="en-US" altLang="en-US" sz="1200">
                <a:solidFill>
                  <a:srgbClr val="FEFEFE"/>
                </a:solidFill>
              </a:rPr>
              <a:pPr/>
              <a:t>130</a:t>
            </a:fld>
            <a:endParaRPr lang="en-US" altLang="en-US" sz="1200" dirty="0">
              <a:solidFill>
                <a:srgbClr val="FEFEFE"/>
              </a:solidFill>
            </a:endParaRPr>
          </a:p>
        </p:txBody>
      </p:sp>
    </p:spTree>
    <p:extLst>
      <p:ext uri="{BB962C8B-B14F-4D97-AF65-F5344CB8AC3E}">
        <p14:creationId xmlns:p14="http://schemas.microsoft.com/office/powerpoint/2010/main" val="4133896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662D3216-5B68-4F70-A3CF-DF1BA537603E}"/>
              </a:ext>
            </a:extLst>
          </p:cNvPr>
          <p:cNvSpPr>
            <a:spLocks noGrp="1" noChangeArrowheads="1"/>
          </p:cNvSpPr>
          <p:nvPr>
            <p:ph type="title"/>
          </p:nvPr>
        </p:nvSpPr>
        <p:spPr>
          <a:xfrm>
            <a:off x="1981200" y="223839"/>
            <a:ext cx="8229600" cy="881062"/>
          </a:xfrm>
        </p:spPr>
        <p:txBody>
          <a:bodyPr/>
          <a:lstStyle/>
          <a:p>
            <a:pPr eaLnBrk="1" hangingPunct="1"/>
            <a:r>
              <a:rPr lang="en-US" altLang="en-US" sz="3600" dirty="0">
                <a:solidFill>
                  <a:schemeClr val="tx1"/>
                </a:solidFill>
                <a:latin typeface="Arial" panose="020B0604020202020204" pitchFamily="34" charset="0"/>
              </a:rPr>
              <a:t>Recording Nonconformance's</a:t>
            </a:r>
          </a:p>
        </p:txBody>
      </p:sp>
      <p:sp>
        <p:nvSpPr>
          <p:cNvPr id="104451" name="Rectangle 3">
            <a:extLst>
              <a:ext uri="{FF2B5EF4-FFF2-40B4-BE49-F238E27FC236}">
                <a16:creationId xmlns:a16="http://schemas.microsoft.com/office/drawing/2014/main" id="{053065EB-354C-45E6-AB4F-360A8A5F56BA}"/>
              </a:ext>
            </a:extLst>
          </p:cNvPr>
          <p:cNvSpPr>
            <a:spLocks noGrp="1" noChangeArrowheads="1"/>
          </p:cNvSpPr>
          <p:nvPr>
            <p:ph idx="1"/>
          </p:nvPr>
        </p:nvSpPr>
        <p:spPr>
          <a:xfrm>
            <a:off x="1121434" y="1431985"/>
            <a:ext cx="8632166" cy="4816415"/>
          </a:xfrm>
        </p:spPr>
        <p:txBody>
          <a:bodyPr>
            <a:normAutofit lnSpcReduction="10000"/>
          </a:bodyPr>
          <a:lstStyle/>
          <a:p>
            <a:pPr eaLnBrk="1" hangingPunct="1">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List what process you are auditing</a:t>
            </a:r>
          </a:p>
          <a:p>
            <a:pPr eaLnBrk="1" hangingPunct="1">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Write down what the nonconformance is</a:t>
            </a:r>
          </a:p>
          <a:p>
            <a:pPr eaLnBrk="1" hangingPunct="1">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“Just the facts.”</a:t>
            </a:r>
          </a:p>
          <a:p>
            <a:pPr eaLnBrk="1" hangingPunct="1">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 3 Parts </a:t>
            </a:r>
          </a:p>
          <a:p>
            <a:pPr lvl="1" eaLnBrk="1" hangingPunct="1">
              <a:buFont typeface="Wingdings" panose="05000000000000000000" pitchFamily="2" charset="2"/>
              <a:buChar char="Ø"/>
              <a:defRPr/>
            </a:pPr>
            <a:r>
              <a:rPr lang="en-US" altLang="en-US" sz="2400" dirty="0">
                <a:latin typeface="Arial" panose="020B0604020202020204" pitchFamily="34" charset="0"/>
                <a:cs typeface="Arial" panose="020B0604020202020204" pitchFamily="34" charset="0"/>
              </a:rPr>
              <a:t>Statement of Nonconformity</a:t>
            </a:r>
          </a:p>
          <a:p>
            <a:pPr lvl="1" eaLnBrk="1" hangingPunct="1">
              <a:buFont typeface="Wingdings" panose="05000000000000000000" pitchFamily="2" charset="2"/>
              <a:buChar char="Ø"/>
              <a:defRPr/>
            </a:pPr>
            <a:r>
              <a:rPr lang="en-US" altLang="en-US" sz="2400" dirty="0">
                <a:latin typeface="Arial" panose="020B0604020202020204" pitchFamily="34" charset="0"/>
                <a:cs typeface="Arial" panose="020B0604020202020204" pitchFamily="34" charset="0"/>
              </a:rPr>
              <a:t>IATF/ISO or Customer Requirement (Clause) </a:t>
            </a:r>
          </a:p>
          <a:p>
            <a:pPr lvl="1" eaLnBrk="1" hangingPunct="1">
              <a:buFont typeface="Wingdings" panose="05000000000000000000" pitchFamily="2" charset="2"/>
              <a:buChar char="Ø"/>
              <a:defRPr/>
            </a:pPr>
            <a:r>
              <a:rPr lang="en-US" altLang="en-US" sz="2400" dirty="0">
                <a:latin typeface="Arial" panose="020B0604020202020204" pitchFamily="34" charset="0"/>
                <a:cs typeface="Arial" panose="020B0604020202020204" pitchFamily="34" charset="0"/>
              </a:rPr>
              <a:t>Objective Evidence</a:t>
            </a:r>
          </a:p>
          <a:p>
            <a:pPr eaLnBrk="1" hangingPunct="1">
              <a:buFont typeface="Wingdings" panose="05000000000000000000" pitchFamily="2" charset="2"/>
              <a:buChar char="v"/>
              <a:defRPr/>
            </a:pPr>
            <a:r>
              <a:rPr lang="en-US" altLang="en-US" sz="2400" dirty="0">
                <a:latin typeface="Arial" panose="020B0604020202020204" pitchFamily="34" charset="0"/>
                <a:cs typeface="Arial" panose="020B0604020202020204" pitchFamily="34" charset="0"/>
              </a:rPr>
              <a:t>Example:</a:t>
            </a:r>
          </a:p>
          <a:p>
            <a:pPr marL="366713" lvl="1" indent="0">
              <a:buNone/>
              <a:defRPr/>
            </a:pPr>
            <a:r>
              <a:rPr lang="en-US" altLang="en-US" sz="2400" dirty="0">
                <a:latin typeface="Arial" panose="020B0604020202020204" pitchFamily="34" charset="0"/>
                <a:cs typeface="Arial" panose="020B0604020202020204" pitchFamily="34" charset="0"/>
              </a:rPr>
              <a:t>In the Purchasing area, the Material Requisition form # PC-8002, was being utilized as per Procedure 7.4.1, but it was not controlled</a:t>
            </a:r>
            <a:r>
              <a:rPr lang="en-US" altLang="en-US" sz="2400" dirty="0"/>
              <a:t>. </a:t>
            </a:r>
          </a:p>
          <a:p>
            <a:pPr eaLnBrk="1" hangingPunct="1">
              <a:defRPr/>
            </a:pPr>
            <a:endParaRPr lang="en-US" altLang="en-US" dirty="0"/>
          </a:p>
        </p:txBody>
      </p:sp>
      <p:sp>
        <p:nvSpPr>
          <p:cNvPr id="311300" name="Slide Number Placeholder 4">
            <a:extLst>
              <a:ext uri="{FF2B5EF4-FFF2-40B4-BE49-F238E27FC236}">
                <a16:creationId xmlns:a16="http://schemas.microsoft.com/office/drawing/2014/main" id="{07EC8638-0AE2-4985-94E0-C89EBE1F64A0}"/>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C8A7EFC3-5240-49C1-9137-3EC240BCF0B6}" type="slidenum">
              <a:rPr lang="en-US" altLang="en-US" sz="1200">
                <a:solidFill>
                  <a:srgbClr val="045C75"/>
                </a:solidFill>
                <a:latin typeface="Constantia" panose="02030602050306030303" pitchFamily="18" charset="0"/>
                <a:cs typeface="Arial" panose="020B0604020202020204" pitchFamily="34" charset="0"/>
              </a:rPr>
              <a:pPr algn="r"/>
              <a:t>131</a:t>
            </a:fld>
            <a:endParaRPr lang="en-US" altLang="en-US" sz="1200" dirty="0">
              <a:solidFill>
                <a:srgbClr val="045C75"/>
              </a:solidFill>
              <a:latin typeface="Constantia" panose="02030602050306030303" pitchFamily="18" charset="0"/>
              <a:cs typeface="Arial" panose="020B0604020202020204" pitchFamily="34" charset="0"/>
            </a:endParaRPr>
          </a:p>
        </p:txBody>
      </p:sp>
      <p:pic>
        <p:nvPicPr>
          <p:cNvPr id="311301" name="Picture 4">
            <a:extLst>
              <a:ext uri="{FF2B5EF4-FFF2-40B4-BE49-F238E27FC236}">
                <a16:creationId xmlns:a16="http://schemas.microsoft.com/office/drawing/2014/main" id="{0636EED7-A984-41A3-BC72-FFCFD33F8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2070" y="2239992"/>
            <a:ext cx="2413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7826485"/>
      </p:ext>
    </p:extLst>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42F06BD8-A886-4CDB-A8CB-DE008C72B5BA}"/>
              </a:ext>
            </a:extLst>
          </p:cNvPr>
          <p:cNvSpPr>
            <a:spLocks noGrp="1" noChangeArrowheads="1"/>
          </p:cNvSpPr>
          <p:nvPr>
            <p:ph type="title"/>
          </p:nvPr>
        </p:nvSpPr>
        <p:spPr>
          <a:xfrm>
            <a:off x="1261872" y="294198"/>
            <a:ext cx="9692640" cy="861742"/>
          </a:xfrm>
        </p:spPr>
        <p:txBody>
          <a:bodyPr/>
          <a:lstStyle/>
          <a:p>
            <a:pPr eaLnBrk="1" hangingPunct="1"/>
            <a:r>
              <a:rPr lang="en-US" altLang="en-US" b="1" dirty="0">
                <a:solidFill>
                  <a:schemeClr val="tx1"/>
                </a:solidFill>
                <a:latin typeface="Arial" panose="020B0604020202020204" pitchFamily="34" charset="0"/>
              </a:rPr>
              <a:t>Corrective Action</a:t>
            </a:r>
          </a:p>
        </p:txBody>
      </p:sp>
      <p:sp>
        <p:nvSpPr>
          <p:cNvPr id="107523" name="Rectangle 3">
            <a:extLst>
              <a:ext uri="{FF2B5EF4-FFF2-40B4-BE49-F238E27FC236}">
                <a16:creationId xmlns:a16="http://schemas.microsoft.com/office/drawing/2014/main" id="{85465242-8A59-4D56-9BF4-46852AE28ED9}"/>
              </a:ext>
            </a:extLst>
          </p:cNvPr>
          <p:cNvSpPr>
            <a:spLocks noGrp="1" noChangeArrowheads="1"/>
          </p:cNvSpPr>
          <p:nvPr>
            <p:ph idx="1"/>
          </p:nvPr>
        </p:nvSpPr>
        <p:spPr>
          <a:xfrm>
            <a:off x="1059815" y="1397480"/>
            <a:ext cx="8595360" cy="5020573"/>
          </a:xfrm>
        </p:spPr>
        <p:txBody>
          <a:bodyPr>
            <a:noAutofit/>
          </a:bodyPr>
          <a:lstStyle/>
          <a:p>
            <a:pPr eaLnBrk="1" hangingPunct="1">
              <a:defRPr/>
            </a:pPr>
            <a:r>
              <a:rPr lang="en-US" altLang="en-US" sz="2800" dirty="0">
                <a:latin typeface="Arial" panose="020B0604020202020204" pitchFamily="34" charset="0"/>
                <a:cs typeface="Arial" panose="020B0604020202020204" pitchFamily="34" charset="0"/>
              </a:rPr>
              <a:t>The auditee responds to nonconformance's using the corrective action form</a:t>
            </a:r>
          </a:p>
          <a:p>
            <a:pPr marL="69850" indent="0">
              <a:buNone/>
              <a:defRPr/>
            </a:pPr>
            <a:endParaRPr lang="en-US" altLang="en-US" sz="2800" dirty="0">
              <a:latin typeface="Arial" panose="020B0604020202020204" pitchFamily="34" charset="0"/>
              <a:cs typeface="Arial" panose="020B0604020202020204" pitchFamily="34" charset="0"/>
            </a:endParaRPr>
          </a:p>
          <a:p>
            <a:pPr eaLnBrk="1" hangingPunct="1">
              <a:defRPr/>
            </a:pPr>
            <a:r>
              <a:rPr lang="en-US" altLang="en-US" sz="2800" dirty="0">
                <a:latin typeface="Arial" panose="020B0604020202020204" pitchFamily="34" charset="0"/>
                <a:cs typeface="Arial" panose="020B0604020202020204" pitchFamily="34" charset="0"/>
              </a:rPr>
              <a:t>The auditee is responsible for planning, implementing, and monitoring the corrective action plan</a:t>
            </a:r>
          </a:p>
          <a:p>
            <a:pPr marL="69850" indent="0">
              <a:buNone/>
              <a:defRPr/>
            </a:pPr>
            <a:endParaRPr lang="en-US" altLang="en-US" sz="2800" dirty="0">
              <a:latin typeface="Arial" panose="020B0604020202020204" pitchFamily="34" charset="0"/>
              <a:cs typeface="Arial" panose="020B0604020202020204" pitchFamily="34" charset="0"/>
            </a:endParaRPr>
          </a:p>
          <a:p>
            <a:pPr eaLnBrk="1" hangingPunct="1">
              <a:defRPr/>
            </a:pPr>
            <a:r>
              <a:rPr lang="en-US" altLang="en-US" sz="2800" dirty="0">
                <a:latin typeface="Arial" panose="020B0604020202020204" pitchFamily="34" charset="0"/>
                <a:cs typeface="Arial" panose="020B0604020202020204" pitchFamily="34" charset="0"/>
              </a:rPr>
              <a:t>The auditor is responsible for reviewing effectiveness of completed corrective actions</a:t>
            </a:r>
          </a:p>
        </p:txBody>
      </p:sp>
      <p:sp>
        <p:nvSpPr>
          <p:cNvPr id="319492" name="Slide Number Placeholder 4">
            <a:extLst>
              <a:ext uri="{FF2B5EF4-FFF2-40B4-BE49-F238E27FC236}">
                <a16:creationId xmlns:a16="http://schemas.microsoft.com/office/drawing/2014/main" id="{7BCA831F-6A1B-4822-AF48-E35038AEAACC}"/>
              </a:ext>
            </a:extLst>
          </p:cNvPr>
          <p:cNvSpPr>
            <a:spLocks noGrp="1"/>
          </p:cNvSpPr>
          <p:nvPr>
            <p:ph type="sldNum" sz="quarter" idx="12"/>
          </p:nvPr>
        </p:nvSpPr>
        <p:spPr bwMode="auto">
          <a:xfrm>
            <a:off x="7521575" y="223839"/>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7035E12C-23E7-4F28-BB04-22AC5A6D1241}" type="slidenum">
              <a:rPr lang="en-US" altLang="en-US" sz="1200">
                <a:solidFill>
                  <a:srgbClr val="045C75"/>
                </a:solidFill>
                <a:latin typeface="Constantia" panose="02030602050306030303" pitchFamily="18" charset="0"/>
                <a:cs typeface="Arial" panose="020B0604020202020204" pitchFamily="34" charset="0"/>
              </a:rPr>
              <a:pPr algn="r"/>
              <a:t>132</a:t>
            </a:fld>
            <a:endParaRPr lang="en-US" altLang="en-US" sz="1200" dirty="0">
              <a:solidFill>
                <a:srgbClr val="045C75"/>
              </a:solidFill>
              <a:latin typeface="Constantia" panose="02030602050306030303" pitchFamily="18" charset="0"/>
              <a:cs typeface="Arial" panose="020B0604020202020204" pitchFamily="34" charset="0"/>
            </a:endParaRPr>
          </a:p>
        </p:txBody>
      </p:sp>
    </p:spTree>
    <p:extLst>
      <p:ext uri="{BB962C8B-B14F-4D97-AF65-F5344CB8AC3E}">
        <p14:creationId xmlns:p14="http://schemas.microsoft.com/office/powerpoint/2010/main" val="665498491"/>
      </p:ext>
    </p:extLst>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a:extLst>
              <a:ext uri="{FF2B5EF4-FFF2-40B4-BE49-F238E27FC236}">
                <a16:creationId xmlns:a16="http://schemas.microsoft.com/office/drawing/2014/main" id="{38E9FFBF-A35F-446D-B32D-D1D6FC5D2C70}"/>
              </a:ext>
            </a:extLst>
          </p:cNvPr>
          <p:cNvSpPr>
            <a:spLocks noGrp="1" noChangeArrowheads="1"/>
          </p:cNvSpPr>
          <p:nvPr>
            <p:ph type="ctrTitle"/>
          </p:nvPr>
        </p:nvSpPr>
        <p:spPr>
          <a:xfrm>
            <a:off x="2209800" y="838200"/>
            <a:ext cx="7772400" cy="1143000"/>
          </a:xfrm>
          <a:solidFill>
            <a:srgbClr val="FFFF00"/>
          </a:solidFill>
        </p:spPr>
        <p:txBody>
          <a:bodyPr/>
          <a:lstStyle/>
          <a:p>
            <a:pPr eaLnBrk="1" hangingPunct="1"/>
            <a:r>
              <a:rPr lang="en-US" altLang="en-US" b="1" dirty="0">
                <a:solidFill>
                  <a:schemeClr val="tx1"/>
                </a:solidFill>
                <a:latin typeface="Arial" panose="020B0604020202020204" pitchFamily="34" charset="0"/>
              </a:rPr>
              <a:t>TEAM EXERCISE</a:t>
            </a:r>
          </a:p>
        </p:txBody>
      </p:sp>
      <p:sp>
        <p:nvSpPr>
          <p:cNvPr id="313347" name="Rectangle 3">
            <a:extLst>
              <a:ext uri="{FF2B5EF4-FFF2-40B4-BE49-F238E27FC236}">
                <a16:creationId xmlns:a16="http://schemas.microsoft.com/office/drawing/2014/main" id="{3F409131-EDC2-469E-B4F9-670C41FAB551}"/>
              </a:ext>
            </a:extLst>
          </p:cNvPr>
          <p:cNvSpPr>
            <a:spLocks noGrp="1" noChangeArrowheads="1"/>
          </p:cNvSpPr>
          <p:nvPr>
            <p:ph type="subTitle" idx="1"/>
          </p:nvPr>
        </p:nvSpPr>
        <p:spPr>
          <a:xfrm>
            <a:off x="1676400" y="2514600"/>
            <a:ext cx="4343400" cy="1066800"/>
          </a:xfrm>
        </p:spPr>
        <p:txBody>
          <a:bodyPr/>
          <a:lstStyle/>
          <a:p>
            <a:pPr algn="ctr" eaLnBrk="1" hangingPunct="1"/>
            <a:r>
              <a:rPr lang="en-US" altLang="en-US" sz="2800" b="1" dirty="0">
                <a:latin typeface="Arial" panose="020B0604020202020204" pitchFamily="34" charset="0"/>
              </a:rPr>
              <a:t>Writing a Nonconformance</a:t>
            </a:r>
          </a:p>
        </p:txBody>
      </p:sp>
      <p:sp>
        <p:nvSpPr>
          <p:cNvPr id="313348" name="Rectangle 6">
            <a:extLst>
              <a:ext uri="{FF2B5EF4-FFF2-40B4-BE49-F238E27FC236}">
                <a16:creationId xmlns:a16="http://schemas.microsoft.com/office/drawing/2014/main" id="{8FA4984E-270D-48A7-90F6-CF7CF8806DD1}"/>
              </a:ext>
            </a:extLst>
          </p:cNvPr>
          <p:cNvSpPr>
            <a:spLocks noGrp="1" noChangeArrowheads="1"/>
          </p:cNvSpPr>
          <p:nvPr>
            <p:ph type="sldNum" sz="quarter" idx="12"/>
          </p:nvPr>
        </p:nvSpPr>
        <p:spPr bwMode="auto">
          <a:xfrm>
            <a:off x="8077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36C8B52-440E-45F7-BB3C-9ABD520D8BD5}" type="slidenum">
              <a:rPr lang="en-US" altLang="en-US" sz="1200">
                <a:solidFill>
                  <a:schemeClr val="accent1"/>
                </a:solidFill>
              </a:rPr>
              <a:pPr/>
              <a:t>133</a:t>
            </a:fld>
            <a:endParaRPr lang="en-US" altLang="en-US" sz="1200" dirty="0">
              <a:solidFill>
                <a:schemeClr val="accent1"/>
              </a:solidFill>
            </a:endParaRPr>
          </a:p>
        </p:txBody>
      </p:sp>
      <p:pic>
        <p:nvPicPr>
          <p:cNvPr id="313349" name="Picture 4" descr="bd06622_">
            <a:extLst>
              <a:ext uri="{FF2B5EF4-FFF2-40B4-BE49-F238E27FC236}">
                <a16:creationId xmlns:a16="http://schemas.microsoft.com/office/drawing/2014/main" id="{0C09F42E-9E20-41B8-AF91-17655BCDE7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1" y="2133600"/>
            <a:ext cx="28162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530740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B86C3E25-F5D7-4C92-947A-079E497F53F8}"/>
              </a:ext>
            </a:extLst>
          </p:cNvPr>
          <p:cNvSpPr>
            <a:spLocks noGrp="1" noChangeArrowheads="1"/>
          </p:cNvSpPr>
          <p:nvPr>
            <p:ph type="ctrTitle"/>
          </p:nvPr>
        </p:nvSpPr>
        <p:spPr>
          <a:xfrm>
            <a:off x="1905000" y="238760"/>
            <a:ext cx="7772400" cy="1143000"/>
          </a:xfrm>
        </p:spPr>
        <p:txBody>
          <a:bodyPr/>
          <a:lstStyle/>
          <a:p>
            <a:pPr eaLnBrk="1" hangingPunct="1"/>
            <a:r>
              <a:rPr lang="en-US" altLang="en-US" sz="5000" dirty="0">
                <a:latin typeface="Arial" panose="020B0604020202020204" pitchFamily="34" charset="0"/>
                <a:cs typeface="Arial" panose="020B0604020202020204" pitchFamily="34" charset="0"/>
              </a:rPr>
              <a:t>Audit Follow-up: Step 4</a:t>
            </a:r>
          </a:p>
        </p:txBody>
      </p:sp>
      <p:graphicFrame>
        <p:nvGraphicFramePr>
          <p:cNvPr id="4" name="Diagram 3">
            <a:extLst>
              <a:ext uri="{FF2B5EF4-FFF2-40B4-BE49-F238E27FC236}">
                <a16:creationId xmlns:a16="http://schemas.microsoft.com/office/drawing/2014/main" id="{6A78E1B2-923F-4F15-AE7E-89DA9685763D}"/>
              </a:ext>
            </a:extLst>
          </p:cNvPr>
          <p:cNvGraphicFramePr/>
          <p:nvPr/>
        </p:nvGraphicFramePr>
        <p:xfrm>
          <a:off x="3209026" y="1729656"/>
          <a:ext cx="4761494" cy="4889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6793624"/>
      </p:ext>
    </p:extLst>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a:extLst>
              <a:ext uri="{FF2B5EF4-FFF2-40B4-BE49-F238E27FC236}">
                <a16:creationId xmlns:a16="http://schemas.microsoft.com/office/drawing/2014/main" id="{85756C1C-32D1-42C1-BB9E-5B013C81FBE5}"/>
              </a:ext>
            </a:extLst>
          </p:cNvPr>
          <p:cNvSpPr>
            <a:spLocks noGrp="1"/>
          </p:cNvSpPr>
          <p:nvPr>
            <p:ph type="title"/>
          </p:nvPr>
        </p:nvSpPr>
        <p:spPr>
          <a:xfrm>
            <a:off x="1261872" y="294198"/>
            <a:ext cx="9692640" cy="1189545"/>
          </a:xfrm>
        </p:spPr>
        <p:txBody>
          <a:bodyPr/>
          <a:lstStyle/>
          <a:p>
            <a:pPr eaLnBrk="1" hangingPunct="1"/>
            <a:r>
              <a:rPr lang="en-US" altLang="en-US" sz="5000" dirty="0">
                <a:solidFill>
                  <a:schemeClr val="tx1"/>
                </a:solidFill>
                <a:latin typeface="Arial" panose="020B0604020202020204" pitchFamily="34" charset="0"/>
                <a:cs typeface="Arial" panose="020B0604020202020204" pitchFamily="34" charset="0"/>
              </a:rPr>
              <a:t>Audit Follow-up</a:t>
            </a:r>
          </a:p>
        </p:txBody>
      </p:sp>
      <p:sp>
        <p:nvSpPr>
          <p:cNvPr id="110595" name="Rectangle 3">
            <a:extLst>
              <a:ext uri="{FF2B5EF4-FFF2-40B4-BE49-F238E27FC236}">
                <a16:creationId xmlns:a16="http://schemas.microsoft.com/office/drawing/2014/main" id="{88EBE652-D973-4476-B8BF-53DCC333A656}"/>
              </a:ext>
            </a:extLst>
          </p:cNvPr>
          <p:cNvSpPr>
            <a:spLocks noGrp="1"/>
          </p:cNvSpPr>
          <p:nvPr>
            <p:ph idx="1"/>
          </p:nvPr>
        </p:nvSpPr>
        <p:spPr/>
        <p:txBody>
          <a:bodyPr/>
          <a:lstStyle/>
          <a:p>
            <a:pPr marL="69850" indent="0">
              <a:buNone/>
              <a:defRPr/>
            </a:pPr>
            <a:r>
              <a:rPr lang="en-US" altLang="en-US" sz="3200" dirty="0"/>
              <a:t>1. </a:t>
            </a:r>
            <a:r>
              <a:rPr lang="en-US" altLang="en-US" sz="3200" dirty="0">
                <a:latin typeface="Arial" panose="020B0604020202020204" pitchFamily="34" charset="0"/>
                <a:cs typeface="Arial" panose="020B0604020202020204" pitchFamily="34" charset="0"/>
              </a:rPr>
              <a:t>Once corrective action is complete, an auditor will follow-up to ensure effectiveness.</a:t>
            </a:r>
          </a:p>
          <a:p>
            <a:pPr marL="69850" indent="0">
              <a:buNone/>
              <a:defRPr/>
            </a:pPr>
            <a:endParaRPr lang="en-US" altLang="en-US" sz="3200" dirty="0">
              <a:latin typeface="Arial" panose="020B0604020202020204" pitchFamily="34" charset="0"/>
              <a:cs typeface="Arial" panose="020B0604020202020204" pitchFamily="34" charset="0"/>
            </a:endParaRPr>
          </a:p>
          <a:p>
            <a:pPr marL="69850" indent="0">
              <a:buNone/>
              <a:defRPr/>
            </a:pPr>
            <a:r>
              <a:rPr lang="en-US" altLang="en-US" sz="3200" dirty="0">
                <a:latin typeface="Arial" panose="020B0604020202020204" pitchFamily="34" charset="0"/>
                <a:cs typeface="Arial" panose="020B0604020202020204" pitchFamily="34" charset="0"/>
              </a:rPr>
              <a:t>2. The next scheduled audit will also confirm the corrective action was implemented.</a:t>
            </a:r>
          </a:p>
          <a:p>
            <a:pPr eaLnBrk="1" hangingPunct="1">
              <a:defRPr/>
            </a:pP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8149046"/>
      </p:ext>
    </p:extLst>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9F4C268E-7250-4DC5-A9F3-ADAB206C1529}"/>
              </a:ext>
            </a:extLst>
          </p:cNvPr>
          <p:cNvSpPr>
            <a:spLocks noGrp="1" noChangeArrowheads="1"/>
          </p:cNvSpPr>
          <p:nvPr>
            <p:ph type="ctrTitle"/>
          </p:nvPr>
        </p:nvSpPr>
        <p:spPr>
          <a:xfrm>
            <a:off x="2209800" y="838200"/>
            <a:ext cx="7772400" cy="1143000"/>
          </a:xfrm>
          <a:solidFill>
            <a:srgbClr val="FFFF00"/>
          </a:solidFill>
        </p:spPr>
        <p:txBody>
          <a:bodyPr/>
          <a:lstStyle/>
          <a:p>
            <a:pPr eaLnBrk="1" hangingPunct="1"/>
            <a:r>
              <a:rPr lang="en-US" altLang="en-US" b="1" dirty="0">
                <a:solidFill>
                  <a:schemeClr val="tx1"/>
                </a:solidFill>
                <a:latin typeface="Arial" panose="020B0604020202020204" pitchFamily="34" charset="0"/>
              </a:rPr>
              <a:t>TEAM EXERCISE</a:t>
            </a:r>
          </a:p>
        </p:txBody>
      </p:sp>
      <p:sp>
        <p:nvSpPr>
          <p:cNvPr id="327683" name="Rectangle 3">
            <a:extLst>
              <a:ext uri="{FF2B5EF4-FFF2-40B4-BE49-F238E27FC236}">
                <a16:creationId xmlns:a16="http://schemas.microsoft.com/office/drawing/2014/main" id="{6AB94650-A37F-4FBB-ABC6-85983E9FBADA}"/>
              </a:ext>
            </a:extLst>
          </p:cNvPr>
          <p:cNvSpPr>
            <a:spLocks noGrp="1" noChangeArrowheads="1"/>
          </p:cNvSpPr>
          <p:nvPr>
            <p:ph type="subTitle" idx="1"/>
          </p:nvPr>
        </p:nvSpPr>
        <p:spPr>
          <a:xfrm>
            <a:off x="1676400" y="2514600"/>
            <a:ext cx="4343400" cy="1066800"/>
          </a:xfrm>
        </p:spPr>
        <p:txBody>
          <a:bodyPr/>
          <a:lstStyle/>
          <a:p>
            <a:pPr algn="ctr" eaLnBrk="1" hangingPunct="1"/>
            <a:r>
              <a:rPr lang="en-US" altLang="en-US" sz="2800" b="1" dirty="0">
                <a:latin typeface="Arial" panose="020B0604020202020204" pitchFamily="34" charset="0"/>
              </a:rPr>
              <a:t>Practice Audits</a:t>
            </a:r>
          </a:p>
        </p:txBody>
      </p:sp>
      <p:sp>
        <p:nvSpPr>
          <p:cNvPr id="327684" name="Rectangle 6">
            <a:extLst>
              <a:ext uri="{FF2B5EF4-FFF2-40B4-BE49-F238E27FC236}">
                <a16:creationId xmlns:a16="http://schemas.microsoft.com/office/drawing/2014/main" id="{E1CAD564-1490-44A2-A955-01DDB2C8B40D}"/>
              </a:ext>
            </a:extLst>
          </p:cNvPr>
          <p:cNvSpPr>
            <a:spLocks noGrp="1" noChangeArrowheads="1"/>
          </p:cNvSpPr>
          <p:nvPr>
            <p:ph type="sldNum" sz="quarter" idx="12"/>
          </p:nvPr>
        </p:nvSpPr>
        <p:spPr bwMode="auto">
          <a:xfrm>
            <a:off x="8077200" y="62484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25E5AB7-15B6-42DD-9DC1-15CCD4836824}" type="slidenum">
              <a:rPr lang="en-US" altLang="en-US" sz="1200">
                <a:solidFill>
                  <a:schemeClr val="accent1"/>
                </a:solidFill>
              </a:rPr>
              <a:pPr/>
              <a:t>136</a:t>
            </a:fld>
            <a:endParaRPr lang="en-US" altLang="en-US" sz="1200" dirty="0">
              <a:solidFill>
                <a:schemeClr val="accent1"/>
              </a:solidFill>
            </a:endParaRPr>
          </a:p>
        </p:txBody>
      </p:sp>
      <p:pic>
        <p:nvPicPr>
          <p:cNvPr id="327685" name="Picture 4" descr="bd06622_">
            <a:extLst>
              <a:ext uri="{FF2B5EF4-FFF2-40B4-BE49-F238E27FC236}">
                <a16:creationId xmlns:a16="http://schemas.microsoft.com/office/drawing/2014/main" id="{B8B7FDD6-53E2-4D6D-A463-E3FD2B81B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1" y="2133600"/>
            <a:ext cx="28162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916050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EBBF443A-C7E8-4A50-B0AD-20B3B98FCDEB}"/>
              </a:ext>
            </a:extLst>
          </p:cNvPr>
          <p:cNvSpPr>
            <a:spLocks noGrp="1" noChangeArrowheads="1"/>
          </p:cNvSpPr>
          <p:nvPr>
            <p:ph type="title"/>
          </p:nvPr>
        </p:nvSpPr>
        <p:spPr>
          <a:xfrm>
            <a:off x="2590800" y="320676"/>
            <a:ext cx="7543800" cy="1431925"/>
          </a:xfrm>
        </p:spPr>
        <p:txBody>
          <a:bodyPr/>
          <a:lstStyle/>
          <a:p>
            <a:pPr eaLnBrk="1" hangingPunct="1"/>
            <a:r>
              <a:rPr lang="en-US" altLang="en-US" b="1" dirty="0"/>
              <a:t>Questions …</a:t>
            </a:r>
          </a:p>
        </p:txBody>
      </p:sp>
      <p:sp>
        <p:nvSpPr>
          <p:cNvPr id="329732" name="Slide Number Placeholder 7">
            <a:extLst>
              <a:ext uri="{FF2B5EF4-FFF2-40B4-BE49-F238E27FC236}">
                <a16:creationId xmlns:a16="http://schemas.microsoft.com/office/drawing/2014/main" id="{DB76D443-AA77-4581-8A2D-B1DA5DB733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CFC0D7CE-239C-4114-854E-B20FF593F14B}" type="slidenum">
              <a:rPr lang="en-US" altLang="en-US" sz="1200">
                <a:solidFill>
                  <a:srgbClr val="FEFEFE"/>
                </a:solidFill>
                <a:latin typeface="Tahoma" panose="020B0604030504040204" pitchFamily="34" charset="0"/>
              </a:rPr>
              <a:pPr>
                <a:spcBef>
                  <a:spcPct val="0"/>
                </a:spcBef>
                <a:buClrTx/>
                <a:buSzTx/>
                <a:buFontTx/>
                <a:buNone/>
              </a:pPr>
              <a:t>137</a:t>
            </a:fld>
            <a:endParaRPr lang="en-US" altLang="en-US" sz="1200" dirty="0">
              <a:solidFill>
                <a:srgbClr val="FEFEFE"/>
              </a:solidFill>
              <a:latin typeface="Tahoma" panose="020B0604030504040204" pitchFamily="34" charset="0"/>
            </a:endParaRPr>
          </a:p>
        </p:txBody>
      </p:sp>
      <p:pic>
        <p:nvPicPr>
          <p:cNvPr id="329733" name="Picture 13" descr="MPj03155980000[1]">
            <a:extLst>
              <a:ext uri="{FF2B5EF4-FFF2-40B4-BE49-F238E27FC236}">
                <a16:creationId xmlns:a16="http://schemas.microsoft.com/office/drawing/2014/main" id="{BB5A2B21-2BAF-4499-A5E0-8998C87A7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7057"/>
          <a:stretch>
            <a:fillRect/>
          </a:stretch>
        </p:blipFill>
        <p:spPr bwMode="auto">
          <a:xfrm>
            <a:off x="2819400" y="1981200"/>
            <a:ext cx="67818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79014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EBBF443A-C7E8-4A50-B0AD-20B3B98FCDEB}"/>
              </a:ext>
            </a:extLst>
          </p:cNvPr>
          <p:cNvSpPr>
            <a:spLocks noGrp="1" noChangeArrowheads="1"/>
          </p:cNvSpPr>
          <p:nvPr>
            <p:ph type="title"/>
          </p:nvPr>
        </p:nvSpPr>
        <p:spPr>
          <a:xfrm>
            <a:off x="2324100" y="2325939"/>
            <a:ext cx="7543800" cy="1431925"/>
          </a:xfrm>
        </p:spPr>
        <p:txBody>
          <a:bodyPr/>
          <a:lstStyle/>
          <a:p>
            <a:pPr eaLnBrk="1" hangingPunct="1"/>
            <a:r>
              <a:rPr lang="en-US" altLang="en-US" b="1" dirty="0"/>
              <a:t>Thank you…</a:t>
            </a:r>
          </a:p>
        </p:txBody>
      </p:sp>
      <p:sp>
        <p:nvSpPr>
          <p:cNvPr id="329731" name="Rectangle 3">
            <a:extLst>
              <a:ext uri="{FF2B5EF4-FFF2-40B4-BE49-F238E27FC236}">
                <a16:creationId xmlns:a16="http://schemas.microsoft.com/office/drawing/2014/main" id="{FF5FA2AD-275D-4BFE-A9B6-17BCC17A02EF}"/>
              </a:ext>
            </a:extLst>
          </p:cNvPr>
          <p:cNvSpPr>
            <a:spLocks noGrp="1" noChangeArrowheads="1"/>
          </p:cNvSpPr>
          <p:nvPr>
            <p:ph type="body" sz="half" idx="1"/>
          </p:nvPr>
        </p:nvSpPr>
        <p:spPr>
          <a:xfrm>
            <a:off x="4114800" y="5638800"/>
            <a:ext cx="5562600" cy="533400"/>
          </a:xfrm>
        </p:spPr>
        <p:txBody>
          <a:bodyPr/>
          <a:lstStyle/>
          <a:p>
            <a:pPr algn="r" eaLnBrk="1" hangingPunct="1">
              <a:lnSpc>
                <a:spcPct val="90000"/>
              </a:lnSpc>
              <a:buFont typeface="Wingdings" panose="05000000000000000000" pitchFamily="2" charset="2"/>
              <a:buNone/>
            </a:pPr>
            <a:r>
              <a:rPr lang="en-US" altLang="en-US" b="1" dirty="0"/>
              <a:t>… and final thoughts</a:t>
            </a:r>
          </a:p>
        </p:txBody>
      </p:sp>
      <p:sp>
        <p:nvSpPr>
          <p:cNvPr id="329732" name="Slide Number Placeholder 7">
            <a:extLst>
              <a:ext uri="{FF2B5EF4-FFF2-40B4-BE49-F238E27FC236}">
                <a16:creationId xmlns:a16="http://schemas.microsoft.com/office/drawing/2014/main" id="{DB76D443-AA77-4581-8A2D-B1DA5DB733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6000"/>
              <a:buFont typeface="Wingdings 2" panose="05020102010507070707" pitchFamily="18" charset="2"/>
              <a:buChar char=""/>
              <a:defRPr sz="2400">
                <a:solidFill>
                  <a:schemeClr val="tx2"/>
                </a:solidFill>
                <a:latin typeface="Century Gothic" panose="020B0502020202020204" pitchFamily="34" charset="0"/>
              </a:defRPr>
            </a:lvl1pPr>
            <a:lvl2pPr marL="742950" indent="-285750">
              <a:spcBef>
                <a:spcPct val="20000"/>
              </a:spcBef>
              <a:buClr>
                <a:schemeClr val="accent1"/>
              </a:buClr>
              <a:buSzPct val="76000"/>
              <a:buFont typeface="Wingdings 2" panose="05020102010507070707" pitchFamily="18" charset="2"/>
              <a:buChar char=""/>
              <a:defRPr sz="2200">
                <a:solidFill>
                  <a:schemeClr val="tx2"/>
                </a:solidFill>
                <a:latin typeface="Century Gothic" panose="020B0502020202020204" pitchFamily="34" charset="0"/>
              </a:defRPr>
            </a:lvl2pPr>
            <a:lvl3pPr marL="1143000" indent="-228600">
              <a:spcBef>
                <a:spcPct val="20000"/>
              </a:spcBef>
              <a:buClr>
                <a:schemeClr val="accent1"/>
              </a:buClr>
              <a:buSzPct val="76000"/>
              <a:buFont typeface="Wingdings 2" panose="05020102010507070707" pitchFamily="18" charset="2"/>
              <a:buChar char=""/>
              <a:defRPr sz="2000">
                <a:solidFill>
                  <a:schemeClr val="tx2"/>
                </a:solidFill>
                <a:latin typeface="Century Gothic" panose="020B0502020202020204" pitchFamily="34" charset="0"/>
              </a:defRPr>
            </a:lvl3pPr>
            <a:lvl4pPr marL="1600200" indent="-228600">
              <a:spcBef>
                <a:spcPct val="20000"/>
              </a:spcBef>
              <a:buClr>
                <a:schemeClr val="accent1"/>
              </a:buClr>
              <a:buSzPct val="76000"/>
              <a:buFont typeface="Wingdings 2" panose="05020102010507070707" pitchFamily="18" charset="2"/>
              <a:buChar char=""/>
              <a:defRPr>
                <a:solidFill>
                  <a:schemeClr val="tx2"/>
                </a:solidFill>
                <a:latin typeface="Century Gothic" panose="020B0502020202020204" pitchFamily="34" charset="0"/>
              </a:defRPr>
            </a:lvl4pPr>
            <a:lvl5pPr marL="2057400" indent="-228600">
              <a:spcBef>
                <a:spcPct val="20000"/>
              </a:spcBef>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5pPr>
            <a:lvl6pPr marL="25146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6pPr>
            <a:lvl7pPr marL="29718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7pPr>
            <a:lvl8pPr marL="34290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8pPr>
            <a:lvl9pPr marL="3886200" indent="-228600" eaLnBrk="0" fontAlgn="base" hangingPunct="0">
              <a:spcBef>
                <a:spcPct val="20000"/>
              </a:spcBef>
              <a:spcAft>
                <a:spcPct val="0"/>
              </a:spcAft>
              <a:buClr>
                <a:schemeClr val="accent1"/>
              </a:buClr>
              <a:buSzPct val="76000"/>
              <a:buFont typeface="Wingdings 2" panose="05020102010507070707" pitchFamily="18" charset="2"/>
              <a:buChar char=""/>
              <a:defRPr sz="1600">
                <a:solidFill>
                  <a:schemeClr val="tx2"/>
                </a:solidFill>
                <a:latin typeface="Century Gothic" panose="020B0502020202020204" pitchFamily="34" charset="0"/>
              </a:defRPr>
            </a:lvl9pPr>
          </a:lstStyle>
          <a:p>
            <a:pPr>
              <a:spcBef>
                <a:spcPct val="0"/>
              </a:spcBef>
              <a:buClrTx/>
              <a:buSzTx/>
              <a:buFontTx/>
              <a:buNone/>
            </a:pPr>
            <a:fld id="{CFC0D7CE-239C-4114-854E-B20FF593F14B}" type="slidenum">
              <a:rPr lang="en-US" altLang="en-US" sz="1200">
                <a:solidFill>
                  <a:srgbClr val="FEFEFE"/>
                </a:solidFill>
                <a:latin typeface="Tahoma" panose="020B0604030504040204" pitchFamily="34" charset="0"/>
              </a:rPr>
              <a:pPr>
                <a:spcBef>
                  <a:spcPct val="0"/>
                </a:spcBef>
                <a:buClrTx/>
                <a:buSzTx/>
                <a:buFontTx/>
                <a:buNone/>
              </a:pPr>
              <a:t>138</a:t>
            </a:fld>
            <a:endParaRPr lang="en-US" altLang="en-US" sz="1200" dirty="0">
              <a:solidFill>
                <a:srgbClr val="FEFEFE"/>
              </a:solidFill>
              <a:latin typeface="Tahoma" panose="020B0604030504040204" pitchFamily="34" charset="0"/>
            </a:endParaRPr>
          </a:p>
        </p:txBody>
      </p:sp>
    </p:spTree>
    <p:extLst>
      <p:ext uri="{BB962C8B-B14F-4D97-AF65-F5344CB8AC3E}">
        <p14:creationId xmlns:p14="http://schemas.microsoft.com/office/powerpoint/2010/main" val="37189566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2115-B222-F508-9683-351374CDCCA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79F8630-F157-960A-7F52-9BD206F33C00}"/>
              </a:ext>
            </a:extLst>
          </p:cNvPr>
          <p:cNvSpPr>
            <a:spLocks noGrp="1"/>
          </p:cNvSpPr>
          <p:nvPr>
            <p:ph type="body" sz="half" idx="1"/>
          </p:nvPr>
        </p:nvSpPr>
        <p:spPr/>
        <p:txBody>
          <a:bodyPr/>
          <a:lstStyle/>
          <a:p>
            <a:endParaRPr lang="en-US"/>
          </a:p>
        </p:txBody>
      </p:sp>
      <p:sp>
        <p:nvSpPr>
          <p:cNvPr id="4" name="Content Placeholder 3">
            <a:extLst>
              <a:ext uri="{FF2B5EF4-FFF2-40B4-BE49-F238E27FC236}">
                <a16:creationId xmlns:a16="http://schemas.microsoft.com/office/drawing/2014/main" id="{730D1017-06D2-21A3-9EFC-E735F8C25575}"/>
              </a:ext>
            </a:extLst>
          </p:cNvPr>
          <p:cNvSpPr>
            <a:spLocks noGrp="1"/>
          </p:cNvSpPr>
          <p:nvPr>
            <p:ph sz="quarter" idx="2"/>
          </p:nvPr>
        </p:nvSpPr>
        <p:spPr/>
        <p:txBody>
          <a:bodyPr/>
          <a:lstStyle/>
          <a:p>
            <a:endParaRPr lang="en-US"/>
          </a:p>
        </p:txBody>
      </p:sp>
      <p:sp>
        <p:nvSpPr>
          <p:cNvPr id="5" name="Content Placeholder 4">
            <a:extLst>
              <a:ext uri="{FF2B5EF4-FFF2-40B4-BE49-F238E27FC236}">
                <a16:creationId xmlns:a16="http://schemas.microsoft.com/office/drawing/2014/main" id="{4859EA27-2606-FE0B-AFA1-98A0394B272D}"/>
              </a:ext>
            </a:extLst>
          </p:cNvPr>
          <p:cNvSpPr>
            <a:spLocks noGrp="1"/>
          </p:cNvSpPr>
          <p:nvPr>
            <p:ph sz="quarter" idx="3"/>
          </p:nvPr>
        </p:nvSpPr>
        <p:spPr/>
        <p:txBody>
          <a:bodyPr/>
          <a:lstStyle/>
          <a:p>
            <a:endParaRPr lang="en-US"/>
          </a:p>
        </p:txBody>
      </p:sp>
      <p:sp>
        <p:nvSpPr>
          <p:cNvPr id="6" name="Slide Number Placeholder 5">
            <a:extLst>
              <a:ext uri="{FF2B5EF4-FFF2-40B4-BE49-F238E27FC236}">
                <a16:creationId xmlns:a16="http://schemas.microsoft.com/office/drawing/2014/main" id="{D07797D7-7AF2-B279-E391-EE3BCB6D3C7B}"/>
              </a:ext>
            </a:extLst>
          </p:cNvPr>
          <p:cNvSpPr>
            <a:spLocks noGrp="1"/>
          </p:cNvSpPr>
          <p:nvPr>
            <p:ph type="sldNum" sz="quarter" idx="12"/>
          </p:nvPr>
        </p:nvSpPr>
        <p:spPr/>
        <p:txBody>
          <a:bodyPr>
            <a:normAutofit fontScale="77500" lnSpcReduction="20000"/>
          </a:bodyPr>
          <a:lstStyle/>
          <a:p>
            <a:pPr>
              <a:defRPr/>
            </a:pPr>
            <a:fld id="{A0684BEC-F2B3-4F94-80FB-729D826A1992}" type="slidenum">
              <a:rPr lang="en-US" altLang="en-US" smtClean="0"/>
              <a:pPr>
                <a:defRPr/>
              </a:pPr>
              <a:t>139</a:t>
            </a:fld>
            <a:endParaRPr lang="en-US" altLang="en-US" dirty="0"/>
          </a:p>
        </p:txBody>
      </p:sp>
    </p:spTree>
    <p:extLst>
      <p:ext uri="{BB962C8B-B14F-4D97-AF65-F5344CB8AC3E}">
        <p14:creationId xmlns:p14="http://schemas.microsoft.com/office/powerpoint/2010/main" val="986531730"/>
      </p:ext>
    </p:extLst>
  </p:cSld>
  <p:clrMapOvr>
    <a:masterClrMapping/>
  </p:clrMapOvr>
</p:sld>
</file>

<file path=ppt/theme/theme1.xml><?xml version="1.0" encoding="utf-8"?>
<a:theme xmlns:a="http://schemas.openxmlformats.org/drawingml/2006/main" name="View">
  <a:themeElements>
    <a:clrScheme name="Custom 2">
      <a:dk1>
        <a:sysClr val="windowText" lastClr="000000"/>
      </a:dk1>
      <a:lt1>
        <a:sysClr val="window" lastClr="FFFFFF"/>
      </a:lt1>
      <a:dk2>
        <a:srgbClr val="2C3C43"/>
      </a:dk2>
      <a:lt2>
        <a:srgbClr val="EBEBEB"/>
      </a:lt2>
      <a:accent1>
        <a:srgbClr val="FA8C06"/>
      </a:accent1>
      <a:accent2>
        <a:srgbClr val="A5A5A5"/>
      </a:accent2>
      <a:accent3>
        <a:srgbClr val="F7A809"/>
      </a:accent3>
      <a:accent4>
        <a:srgbClr val="7F7F7F"/>
      </a:accent4>
      <a:accent5>
        <a:srgbClr val="A5A5A5"/>
      </a:accent5>
      <a:accent6>
        <a:srgbClr val="918655"/>
      </a:accent6>
      <a:hlink>
        <a:srgbClr val="FFC000"/>
      </a:hlink>
      <a:folHlink>
        <a:srgbClr val="FFC000"/>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3808</TotalTime>
  <Words>8404</Words>
  <Application>Microsoft Office PowerPoint</Application>
  <PresentationFormat>Widescreen</PresentationFormat>
  <Paragraphs>1139</Paragraphs>
  <Slides>139</Slides>
  <Notes>26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139</vt:i4>
      </vt:variant>
    </vt:vector>
  </HeadingPairs>
  <TitlesOfParts>
    <vt:vector size="151" baseType="lpstr">
      <vt:lpstr>Arial</vt:lpstr>
      <vt:lpstr>Calibri</vt:lpstr>
      <vt:lpstr>Century Schoolbook</vt:lpstr>
      <vt:lpstr>Comic Sans MS</vt:lpstr>
      <vt:lpstr>Constantia</vt:lpstr>
      <vt:lpstr>Perpetua</vt:lpstr>
      <vt:lpstr>Showcard Gothic</vt:lpstr>
      <vt:lpstr>Tahoma</vt:lpstr>
      <vt:lpstr>Times New Roman</vt:lpstr>
      <vt:lpstr>Wingdings</vt:lpstr>
      <vt:lpstr>Wingdings 2</vt:lpstr>
      <vt:lpstr>View</vt:lpstr>
      <vt:lpstr>IATF 16949 Internal Auditor Training</vt:lpstr>
      <vt:lpstr>Course Objectives</vt:lpstr>
      <vt:lpstr>INTRO TO IATF 16949:2016</vt:lpstr>
      <vt:lpstr>Intro to IATF 16949:2016</vt:lpstr>
      <vt:lpstr>Intro to IATF 16949:2016</vt:lpstr>
      <vt:lpstr>Intro to IATF 16949:2016</vt:lpstr>
      <vt:lpstr>Intro to IATF 16949:2016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Highlights</vt:lpstr>
      <vt:lpstr>PowerPoint Presentation</vt:lpstr>
      <vt:lpstr>4.4.1.1 CONFORMANCE OF PRODUCTS AND PROCESSES </vt:lpstr>
      <vt:lpstr>PowerPoint Presentation</vt:lpstr>
      <vt:lpstr>PowerPoint Presentation</vt:lpstr>
      <vt:lpstr>PowerPoint Presentation</vt:lpstr>
      <vt:lpstr>PowerPoint Presentation</vt:lpstr>
      <vt:lpstr>PowerPoint Presentation</vt:lpstr>
      <vt:lpstr>Highlights</vt:lpstr>
      <vt:lpstr>Highlights</vt:lpstr>
      <vt:lpstr>Highlights</vt:lpstr>
      <vt:lpstr>PROCESS OWNERS 5.1.1.3</vt:lpstr>
      <vt:lpstr>PowerPoint Presentation</vt:lpstr>
      <vt:lpstr>PowerPoint Presentation</vt:lpstr>
      <vt:lpstr>PowerPoint Presentation</vt:lpstr>
      <vt:lpstr>Highlights</vt:lpstr>
      <vt:lpstr>PowerPoint Presentation</vt:lpstr>
      <vt:lpstr>PowerPoint Presentation</vt:lpstr>
      <vt:lpstr>Highlights</vt:lpstr>
      <vt:lpstr>PowerPoint Presentation</vt:lpstr>
      <vt:lpstr>Highlights</vt:lpstr>
      <vt:lpstr>PowerPoint Presentation</vt:lpstr>
      <vt:lpstr>PowerPoint Presentation</vt:lpstr>
      <vt:lpstr>Highlights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IMPROVEMENT – CONT’D</vt:lpstr>
      <vt:lpstr>PowerPoint Presentation</vt:lpstr>
      <vt:lpstr>PowerPoint Presentation</vt:lpstr>
      <vt:lpstr>PowerPoint Presentation</vt:lpstr>
      <vt:lpstr>PROCESS APPROACH 1. Process approach incorporating risk-based thinking. 2. Prioritization 3. Focus on performance 4. Analyze &amp; synthesize data 5. Risk in the automotive world</vt:lpstr>
      <vt:lpstr>What is a process?</vt:lpstr>
      <vt:lpstr>1 - PROCESS APPROACH</vt:lpstr>
      <vt:lpstr>What is a process?</vt:lpstr>
      <vt:lpstr>Figure 2 —  The intent of the PDCA Approach</vt:lpstr>
      <vt:lpstr>PROCESS APPROACH- CONT’D</vt:lpstr>
      <vt:lpstr>Customer Oriented Processes  COPs  </vt:lpstr>
      <vt:lpstr>Support Oriented Processes  SOPs  </vt:lpstr>
      <vt:lpstr>Management Oriented Processes  MOPs </vt:lpstr>
      <vt:lpstr>PowerPoint Presentation</vt:lpstr>
      <vt:lpstr>How about your company’s process approach?</vt:lpstr>
      <vt:lpstr>Identification of processes</vt:lpstr>
      <vt:lpstr>PowerPoint Presentation</vt:lpstr>
      <vt:lpstr>RISK ANALYSIS – 28 times in IATF 16949 RISK – 59 times in IATF 16949 SHALL – 282 times in IATF 16949</vt:lpstr>
      <vt:lpstr>RISK IN THE AUTOMOTIVE WORLD </vt:lpstr>
      <vt:lpstr>RISK</vt:lpstr>
      <vt:lpstr>RISK ANALYSIS 6.1.2.1</vt:lpstr>
      <vt:lpstr>Areas of Risk - continued</vt:lpstr>
      <vt:lpstr>Sources of Risk </vt:lpstr>
      <vt:lpstr>Risk in New Program Development</vt:lpstr>
      <vt:lpstr>Risk in New Program Development – cont’d</vt:lpstr>
      <vt:lpstr>MITIGATING RISK IN OPERATIONS</vt:lpstr>
      <vt:lpstr>MITIGATING RISK IN OPERATIONS</vt:lpstr>
      <vt:lpstr>MITIGATING RISK IN OPERATIONS</vt:lpstr>
      <vt:lpstr>MITIGATING RISK IN OPERATIONS</vt:lpstr>
      <vt:lpstr>Internal Audits and Risk</vt:lpstr>
      <vt:lpstr>IATF Risk Summary</vt:lpstr>
      <vt:lpstr>Questions …</vt:lpstr>
      <vt:lpstr>Conducting the Audit</vt:lpstr>
      <vt:lpstr>What is an Audit?</vt:lpstr>
      <vt:lpstr>Why Audit?</vt:lpstr>
      <vt:lpstr>Auditor Do’s and Don'ts</vt:lpstr>
      <vt:lpstr>Audit Sequence</vt:lpstr>
      <vt:lpstr>Phases of auditing</vt:lpstr>
      <vt:lpstr>Audit Planning:  Step 1</vt:lpstr>
      <vt:lpstr>Audit Planning</vt:lpstr>
      <vt:lpstr>Process Map-  What is It?</vt:lpstr>
      <vt:lpstr>Sample Process Interaction Map</vt:lpstr>
      <vt:lpstr>Sample Internal Audit Plan</vt:lpstr>
      <vt:lpstr>Audit Performance:  Step 2</vt:lpstr>
      <vt:lpstr>Types of questions</vt:lpstr>
      <vt:lpstr>Questioning skills</vt:lpstr>
      <vt:lpstr>Audit of top management</vt:lpstr>
      <vt:lpstr>Audit Close-out:  Step 3</vt:lpstr>
      <vt:lpstr>Nonconformance</vt:lpstr>
      <vt:lpstr>Classification of Nonconformances</vt:lpstr>
      <vt:lpstr>Recording Nonconformance's</vt:lpstr>
      <vt:lpstr>Corrective Action</vt:lpstr>
      <vt:lpstr>TEAM EXERCISE</vt:lpstr>
      <vt:lpstr>Audit Follow-up: Step 4</vt:lpstr>
      <vt:lpstr>Audit Follow-up</vt:lpstr>
      <vt:lpstr>TEAM EXERCISE</vt:lpstr>
      <vt:lpstr>Questions …</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like this one</dc:title>
  <dc:creator>MSA</dc:creator>
  <cp:lastModifiedBy>ebermudez acsi-quality.com</cp:lastModifiedBy>
  <cp:revision>259</cp:revision>
  <dcterms:created xsi:type="dcterms:W3CDTF">2017-04-01T14:24:13Z</dcterms:created>
  <dcterms:modified xsi:type="dcterms:W3CDTF">2023-05-05T16:14:06Z</dcterms:modified>
</cp:coreProperties>
</file>